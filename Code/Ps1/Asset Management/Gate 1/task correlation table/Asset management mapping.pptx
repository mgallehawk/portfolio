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3"/>
  </p:sldMasterIdLst>
  <p:notesMasterIdLst>
    <p:notesMasterId r:id="rId21"/>
  </p:notesMasterIdLst>
  <p:sldIdLst>
    <p:sldId id="287" r:id="rId4"/>
    <p:sldId id="288" r:id="rId5"/>
    <p:sldId id="298" r:id="rId6"/>
    <p:sldId id="299" r:id="rId7"/>
    <p:sldId id="300" r:id="rId8"/>
    <p:sldId id="301" r:id="rId9"/>
    <p:sldId id="302" r:id="rId10"/>
    <p:sldId id="305" r:id="rId11"/>
    <p:sldId id="303" r:id="rId12"/>
    <p:sldId id="307" r:id="rId13"/>
    <p:sldId id="308" r:id="rId14"/>
    <p:sldId id="306" r:id="rId15"/>
    <p:sldId id="310" r:id="rId16"/>
    <p:sldId id="309" r:id="rId17"/>
    <p:sldId id="311" r:id="rId18"/>
    <p:sldId id="312" r:id="rId19"/>
    <p:sldId id="296" r:id="rId20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7E11B-7C9B-4344-9544-BDA3AFFD4EAF}" v="295" dt="2023-05-16T07:55:59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61" d="100"/>
          <a:sy n="161" d="100"/>
        </p:scale>
        <p:origin x="1848" y="10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93dd6677-ad92-4f4d-8ebe-555150310a93" providerId="ADAL" clId="{D2C7E11B-7C9B-4344-9544-BDA3AFFD4EAF}"/>
    <pc:docChg chg="undo redo custSel addSld delSld modSld sldOrd">
      <pc:chgData name="Mat Gallehawk" userId="93dd6677-ad92-4f4d-8ebe-555150310a93" providerId="ADAL" clId="{D2C7E11B-7C9B-4344-9544-BDA3AFFD4EAF}" dt="2023-05-16T08:00:30.024" v="16869" actId="20577"/>
      <pc:docMkLst>
        <pc:docMk/>
      </pc:docMkLst>
      <pc:sldChg chg="addSp modSp mod">
        <pc:chgData name="Mat Gallehawk" userId="93dd6677-ad92-4f4d-8ebe-555150310a93" providerId="ADAL" clId="{D2C7E11B-7C9B-4344-9544-BDA3AFFD4EAF}" dt="2023-05-03T02:49:06.116" v="4779"/>
        <pc:sldMkLst>
          <pc:docMk/>
          <pc:sldMk cId="0" sldId="288"/>
        </pc:sldMkLst>
        <pc:spChg chg="mod">
          <ac:chgData name="Mat Gallehawk" userId="93dd6677-ad92-4f4d-8ebe-555150310a93" providerId="ADAL" clId="{D2C7E11B-7C9B-4344-9544-BDA3AFFD4EAF}" dt="2023-05-03T00:29:52.448" v="40" actId="20577"/>
          <ac:spMkLst>
            <pc:docMk/>
            <pc:sldMk cId="0" sldId="288"/>
            <ac:spMk id="2" creationId="{00000000-0000-0000-0000-000000000000}"/>
          </ac:spMkLst>
        </pc:spChg>
        <pc:spChg chg="add mod">
          <ac:chgData name="Mat Gallehawk" userId="93dd6677-ad92-4f4d-8ebe-555150310a93" providerId="ADAL" clId="{D2C7E11B-7C9B-4344-9544-BDA3AFFD4EAF}" dt="2023-05-03T02:49:06.116" v="4779"/>
          <ac:spMkLst>
            <pc:docMk/>
            <pc:sldMk cId="0" sldId="288"/>
            <ac:spMk id="3" creationId="{0831C0C8-2ADE-EA0E-B5A1-5ADF9370AA70}"/>
          </ac:spMkLst>
        </pc:spChg>
      </pc:sldChg>
      <pc:sldChg chg="addSp delSp modSp del mod">
        <pc:chgData name="Mat Gallehawk" userId="93dd6677-ad92-4f4d-8ebe-555150310a93" providerId="ADAL" clId="{D2C7E11B-7C9B-4344-9544-BDA3AFFD4EAF}" dt="2023-05-03T00:46:58.465" v="414" actId="2696"/>
        <pc:sldMkLst>
          <pc:docMk/>
          <pc:sldMk cId="498560464" sldId="297"/>
        </pc:sldMkLst>
        <pc:spChg chg="del mod">
          <ac:chgData name="Mat Gallehawk" userId="93dd6677-ad92-4f4d-8ebe-555150310a93" providerId="ADAL" clId="{D2C7E11B-7C9B-4344-9544-BDA3AFFD4EAF}" dt="2023-05-03T00:46:38.026" v="409" actId="21"/>
          <ac:spMkLst>
            <pc:docMk/>
            <pc:sldMk cId="498560464" sldId="297"/>
            <ac:spMk id="2" creationId="{00000000-0000-0000-0000-000000000000}"/>
          </ac:spMkLst>
        </pc:spChg>
        <pc:spChg chg="del mod">
          <ac:chgData name="Mat Gallehawk" userId="93dd6677-ad92-4f4d-8ebe-555150310a93" providerId="ADAL" clId="{D2C7E11B-7C9B-4344-9544-BDA3AFFD4EAF}" dt="2023-05-03T00:46:38.026" v="409" actId="21"/>
          <ac:spMkLst>
            <pc:docMk/>
            <pc:sldMk cId="498560464" sldId="297"/>
            <ac:spMk id="3" creationId="{00000000-0000-0000-0000-000000000000}"/>
          </ac:spMkLst>
        </pc:spChg>
        <pc:spChg chg="add mod">
          <ac:chgData name="Mat Gallehawk" userId="93dd6677-ad92-4f4d-8ebe-555150310a93" providerId="ADAL" clId="{D2C7E11B-7C9B-4344-9544-BDA3AFFD4EAF}" dt="2023-05-03T00:46:13.366" v="390" actId="1076"/>
          <ac:spMkLst>
            <pc:docMk/>
            <pc:sldMk cId="498560464" sldId="297"/>
            <ac:spMk id="4" creationId="{59F424ED-E366-8F29-C8CB-697DB44443FC}"/>
          </ac:spMkLst>
        </pc:spChg>
        <pc:spChg chg="add del mod">
          <ac:chgData name="Mat Gallehawk" userId="93dd6677-ad92-4f4d-8ebe-555150310a93" providerId="ADAL" clId="{D2C7E11B-7C9B-4344-9544-BDA3AFFD4EAF}" dt="2023-05-03T00:45:57.683" v="386"/>
          <ac:spMkLst>
            <pc:docMk/>
            <pc:sldMk cId="498560464" sldId="297"/>
            <ac:spMk id="5" creationId="{C860FD1F-C7F2-768A-BFA7-80FB6A66ECE7}"/>
          </ac:spMkLst>
        </pc:spChg>
        <pc:spChg chg="add del mod">
          <ac:chgData name="Mat Gallehawk" userId="93dd6677-ad92-4f4d-8ebe-555150310a93" providerId="ADAL" clId="{D2C7E11B-7C9B-4344-9544-BDA3AFFD4EAF}" dt="2023-05-03T00:45:55.123" v="376"/>
          <ac:spMkLst>
            <pc:docMk/>
            <pc:sldMk cId="498560464" sldId="297"/>
            <ac:spMk id="6" creationId="{DDA4E5A9-DFA9-0F67-223C-7C6632CD6CB5}"/>
          </ac:spMkLst>
        </pc:spChg>
        <pc:spChg chg="add mod">
          <ac:chgData name="Mat Gallehawk" userId="93dd6677-ad92-4f4d-8ebe-555150310a93" providerId="ADAL" clId="{D2C7E11B-7C9B-4344-9544-BDA3AFFD4EAF}" dt="2023-05-03T00:46:38.026" v="409" actId="21"/>
          <ac:spMkLst>
            <pc:docMk/>
            <pc:sldMk cId="498560464" sldId="297"/>
            <ac:spMk id="7" creationId="{BE07DB2A-8D4A-5D16-12CB-A2A55130E11B}"/>
          </ac:spMkLst>
        </pc:spChg>
        <pc:spChg chg="add mod">
          <ac:chgData name="Mat Gallehawk" userId="93dd6677-ad92-4f4d-8ebe-555150310a93" providerId="ADAL" clId="{D2C7E11B-7C9B-4344-9544-BDA3AFFD4EAF}" dt="2023-05-03T00:46:38.026" v="409" actId="21"/>
          <ac:spMkLst>
            <pc:docMk/>
            <pc:sldMk cId="498560464" sldId="297"/>
            <ac:spMk id="8" creationId="{EE895A9C-80A4-F1E3-5EFD-E09E50D4D55E}"/>
          </ac:spMkLst>
        </pc:spChg>
      </pc:sldChg>
      <pc:sldChg chg="addSp delSp modSp mod">
        <pc:chgData name="Mat Gallehawk" userId="93dd6677-ad92-4f4d-8ebe-555150310a93" providerId="ADAL" clId="{D2C7E11B-7C9B-4344-9544-BDA3AFFD4EAF}" dt="2023-05-03T01:04:20.730" v="1624" actId="21"/>
        <pc:sldMkLst>
          <pc:docMk/>
          <pc:sldMk cId="3065177915" sldId="298"/>
        </pc:sldMkLst>
        <pc:spChg chg="mod">
          <ac:chgData name="Mat Gallehawk" userId="93dd6677-ad92-4f4d-8ebe-555150310a93" providerId="ADAL" clId="{D2C7E11B-7C9B-4344-9544-BDA3AFFD4EAF}" dt="2023-05-03T00:46:27.883" v="407" actId="313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93dd6677-ad92-4f4d-8ebe-555150310a93" providerId="ADAL" clId="{D2C7E11B-7C9B-4344-9544-BDA3AFFD4EAF}" dt="2023-05-03T00:56:54.350" v="1162" actId="14100"/>
          <ac:spMkLst>
            <pc:docMk/>
            <pc:sldMk cId="3065177915" sldId="298"/>
            <ac:spMk id="3" creationId="{00000000-0000-0000-0000-000000000000}"/>
          </ac:spMkLst>
        </pc:spChg>
        <pc:spChg chg="add del mod">
          <ac:chgData name="Mat Gallehawk" userId="93dd6677-ad92-4f4d-8ebe-555150310a93" providerId="ADAL" clId="{D2C7E11B-7C9B-4344-9544-BDA3AFFD4EAF}" dt="2023-05-03T01:04:20.730" v="1624" actId="21"/>
          <ac:spMkLst>
            <pc:docMk/>
            <pc:sldMk cId="3065177915" sldId="298"/>
            <ac:spMk id="4" creationId="{D79B53AA-3AC0-9942-1950-8067EE510107}"/>
          </ac:spMkLst>
        </pc:spChg>
        <pc:spChg chg="add del mod">
          <ac:chgData name="Mat Gallehawk" userId="93dd6677-ad92-4f4d-8ebe-555150310a93" providerId="ADAL" clId="{D2C7E11B-7C9B-4344-9544-BDA3AFFD4EAF}" dt="2023-05-03T01:04:20.730" v="1624" actId="21"/>
          <ac:spMkLst>
            <pc:docMk/>
            <pc:sldMk cId="3065177915" sldId="298"/>
            <ac:spMk id="5" creationId="{E5651D37-4691-1013-AD52-61D474A9ABB0}"/>
          </ac:spMkLst>
        </pc:spChg>
      </pc:sldChg>
      <pc:sldChg chg="addSp delSp modSp new mod setBg">
        <pc:chgData name="Mat Gallehawk" userId="93dd6677-ad92-4f4d-8ebe-555150310a93" providerId="ADAL" clId="{D2C7E11B-7C9B-4344-9544-BDA3AFFD4EAF}" dt="2023-05-03T01:28:18.099" v="2884" actId="1076"/>
        <pc:sldMkLst>
          <pc:docMk/>
          <pc:sldMk cId="1127433969" sldId="299"/>
        </pc:sldMkLst>
        <pc:spChg chg="mod">
          <ac:chgData name="Mat Gallehawk" userId="93dd6677-ad92-4f4d-8ebe-555150310a93" providerId="ADAL" clId="{D2C7E11B-7C9B-4344-9544-BDA3AFFD4EAF}" dt="2023-05-03T01:27:48.112" v="2879" actId="14100"/>
          <ac:spMkLst>
            <pc:docMk/>
            <pc:sldMk cId="1127433969" sldId="299"/>
            <ac:spMk id="2" creationId="{22EB0714-EF61-C02C-E8AB-829A99FB6650}"/>
          </ac:spMkLst>
        </pc:spChg>
        <pc:spChg chg="mod">
          <ac:chgData name="Mat Gallehawk" userId="93dd6677-ad92-4f4d-8ebe-555150310a93" providerId="ADAL" clId="{D2C7E11B-7C9B-4344-9544-BDA3AFFD4EAF}" dt="2023-05-03T01:27:48.112" v="2879" actId="14100"/>
          <ac:spMkLst>
            <pc:docMk/>
            <pc:sldMk cId="1127433969" sldId="299"/>
            <ac:spMk id="3" creationId="{4EA1D478-C704-C654-7C47-E9F6491F8657}"/>
          </ac:spMkLst>
        </pc:spChg>
        <pc:spChg chg="add mod">
          <ac:chgData name="Mat Gallehawk" userId="93dd6677-ad92-4f4d-8ebe-555150310a93" providerId="ADAL" clId="{D2C7E11B-7C9B-4344-9544-BDA3AFFD4EAF}" dt="2023-05-03T01:27:48.112" v="2879" actId="14100"/>
          <ac:spMkLst>
            <pc:docMk/>
            <pc:sldMk cId="1127433969" sldId="299"/>
            <ac:spMk id="4" creationId="{2F82BF6B-2E79-1AD4-D9DC-274239937220}"/>
          </ac:spMkLst>
        </pc:spChg>
        <pc:spChg chg="add mod">
          <ac:chgData name="Mat Gallehawk" userId="93dd6677-ad92-4f4d-8ebe-555150310a93" providerId="ADAL" clId="{D2C7E11B-7C9B-4344-9544-BDA3AFFD4EAF}" dt="2023-05-03T01:28:05.955" v="2882" actId="14100"/>
          <ac:spMkLst>
            <pc:docMk/>
            <pc:sldMk cId="1127433969" sldId="299"/>
            <ac:spMk id="5" creationId="{D64AB2E7-59C7-367F-8A7A-10DB84496BA8}"/>
          </ac:spMkLst>
        </pc:spChg>
        <pc:spChg chg="add mod">
          <ac:chgData name="Mat Gallehawk" userId="93dd6677-ad92-4f4d-8ebe-555150310a93" providerId="ADAL" clId="{D2C7E11B-7C9B-4344-9544-BDA3AFFD4EAF}" dt="2023-05-03T01:28:13.021" v="2883" actId="1076"/>
          <ac:spMkLst>
            <pc:docMk/>
            <pc:sldMk cId="1127433969" sldId="299"/>
            <ac:spMk id="6" creationId="{3236D9B5-2A46-7717-387D-67D7CC226B3C}"/>
          </ac:spMkLst>
        </pc:spChg>
        <pc:spChg chg="add mod">
          <ac:chgData name="Mat Gallehawk" userId="93dd6677-ad92-4f4d-8ebe-555150310a93" providerId="ADAL" clId="{D2C7E11B-7C9B-4344-9544-BDA3AFFD4EAF}" dt="2023-05-03T01:28:18.099" v="2884" actId="1076"/>
          <ac:spMkLst>
            <pc:docMk/>
            <pc:sldMk cId="1127433969" sldId="299"/>
            <ac:spMk id="7" creationId="{77EF456E-C8C4-0DBA-0F4A-10B84609E1B0}"/>
          </ac:spMkLst>
        </pc:spChg>
        <pc:spChg chg="add del">
          <ac:chgData name="Mat Gallehawk" userId="93dd6677-ad92-4f4d-8ebe-555150310a93" providerId="ADAL" clId="{D2C7E11B-7C9B-4344-9544-BDA3AFFD4EAF}" dt="2023-05-03T01:24:48.379" v="2867" actId="26606"/>
          <ac:spMkLst>
            <pc:docMk/>
            <pc:sldMk cId="1127433969" sldId="299"/>
            <ac:spMk id="13" creationId="{BACC6370-2D7E-4714-9D71-7542949D7D5D}"/>
          </ac:spMkLst>
        </pc:spChg>
        <pc:spChg chg="add del">
          <ac:chgData name="Mat Gallehawk" userId="93dd6677-ad92-4f4d-8ebe-555150310a93" providerId="ADAL" clId="{D2C7E11B-7C9B-4344-9544-BDA3AFFD4EAF}" dt="2023-05-03T01:24:48.379" v="2867" actId="26606"/>
          <ac:spMkLst>
            <pc:docMk/>
            <pc:sldMk cId="1127433969" sldId="299"/>
            <ac:spMk id="15" creationId="{F68B3F68-107C-434F-AA38-110D5EA91B85}"/>
          </ac:spMkLst>
        </pc:spChg>
        <pc:spChg chg="add del">
          <ac:chgData name="Mat Gallehawk" userId="93dd6677-ad92-4f4d-8ebe-555150310a93" providerId="ADAL" clId="{D2C7E11B-7C9B-4344-9544-BDA3AFFD4EAF}" dt="2023-05-03T01:24:48.379" v="2867" actId="26606"/>
          <ac:spMkLst>
            <pc:docMk/>
            <pc:sldMk cId="1127433969" sldId="299"/>
            <ac:spMk id="17" creationId="{AAD0DBB9-1A4B-4391-81D4-CB19F9AB918A}"/>
          </ac:spMkLst>
        </pc:spChg>
        <pc:spChg chg="add del">
          <ac:chgData name="Mat Gallehawk" userId="93dd6677-ad92-4f4d-8ebe-555150310a93" providerId="ADAL" clId="{D2C7E11B-7C9B-4344-9544-BDA3AFFD4EAF}" dt="2023-05-03T01:24:48.379" v="2867" actId="26606"/>
          <ac:spMkLst>
            <pc:docMk/>
            <pc:sldMk cId="1127433969" sldId="299"/>
            <ac:spMk id="19" creationId="{063BBA22-50EA-4C4D-BE05-F1CE4E63AA56}"/>
          </ac:spMkLst>
        </pc:spChg>
      </pc:sldChg>
      <pc:sldChg chg="addSp delSp modSp new mod">
        <pc:chgData name="Mat Gallehawk" userId="93dd6677-ad92-4f4d-8ebe-555150310a93" providerId="ADAL" clId="{D2C7E11B-7C9B-4344-9544-BDA3AFFD4EAF}" dt="2023-05-03T03:26:56.881" v="5599" actId="20577"/>
        <pc:sldMkLst>
          <pc:docMk/>
          <pc:sldMk cId="1547886378" sldId="300"/>
        </pc:sldMkLst>
        <pc:spChg chg="mod">
          <ac:chgData name="Mat Gallehawk" userId="93dd6677-ad92-4f4d-8ebe-555150310a93" providerId="ADAL" clId="{D2C7E11B-7C9B-4344-9544-BDA3AFFD4EAF}" dt="2023-05-03T01:40:24.988" v="2971" actId="20577"/>
          <ac:spMkLst>
            <pc:docMk/>
            <pc:sldMk cId="1547886378" sldId="300"/>
            <ac:spMk id="2" creationId="{753C08B6-3F5B-637F-E615-53296E5435F7}"/>
          </ac:spMkLst>
        </pc:spChg>
        <pc:spChg chg="mod">
          <ac:chgData name="Mat Gallehawk" userId="93dd6677-ad92-4f4d-8ebe-555150310a93" providerId="ADAL" clId="{D2C7E11B-7C9B-4344-9544-BDA3AFFD4EAF}" dt="2023-05-03T03:26:40.648" v="5574" actId="14100"/>
          <ac:spMkLst>
            <pc:docMk/>
            <pc:sldMk cId="1547886378" sldId="300"/>
            <ac:spMk id="3" creationId="{6902E709-1DBB-B46F-304E-979665CB3470}"/>
          </ac:spMkLst>
        </pc:spChg>
        <pc:spChg chg="add mod">
          <ac:chgData name="Mat Gallehawk" userId="93dd6677-ad92-4f4d-8ebe-555150310a93" providerId="ADAL" clId="{D2C7E11B-7C9B-4344-9544-BDA3AFFD4EAF}" dt="2023-05-03T03:26:44.747" v="5575" actId="1076"/>
          <ac:spMkLst>
            <pc:docMk/>
            <pc:sldMk cId="1547886378" sldId="300"/>
            <ac:spMk id="4" creationId="{2526E1F2-6F26-95AC-BE1F-ECE1A5358FCC}"/>
          </ac:spMkLst>
        </pc:spChg>
        <pc:spChg chg="add del mod">
          <ac:chgData name="Mat Gallehawk" userId="93dd6677-ad92-4f4d-8ebe-555150310a93" providerId="ADAL" clId="{D2C7E11B-7C9B-4344-9544-BDA3AFFD4EAF}" dt="2023-05-03T01:48:22.570" v="3605"/>
          <ac:spMkLst>
            <pc:docMk/>
            <pc:sldMk cId="1547886378" sldId="300"/>
            <ac:spMk id="5" creationId="{B36C2AFD-1715-634E-5B77-F2418BD05F3C}"/>
          </ac:spMkLst>
        </pc:spChg>
        <pc:spChg chg="add mod">
          <ac:chgData name="Mat Gallehawk" userId="93dd6677-ad92-4f4d-8ebe-555150310a93" providerId="ADAL" clId="{D2C7E11B-7C9B-4344-9544-BDA3AFFD4EAF}" dt="2023-05-03T03:26:56.881" v="5599" actId="20577"/>
          <ac:spMkLst>
            <pc:docMk/>
            <pc:sldMk cId="1547886378" sldId="300"/>
            <ac:spMk id="6" creationId="{CF18C2AA-F6FD-2C11-6C4F-19356F4AFF14}"/>
          </ac:spMkLst>
        </pc:spChg>
      </pc:sldChg>
      <pc:sldChg chg="addSp delSp modSp new mod">
        <pc:chgData name="Mat Gallehawk" userId="93dd6677-ad92-4f4d-8ebe-555150310a93" providerId="ADAL" clId="{D2C7E11B-7C9B-4344-9544-BDA3AFFD4EAF}" dt="2023-05-03T02:43:09.645" v="4674"/>
        <pc:sldMkLst>
          <pc:docMk/>
          <pc:sldMk cId="1168340954" sldId="301"/>
        </pc:sldMkLst>
        <pc:spChg chg="mod">
          <ac:chgData name="Mat Gallehawk" userId="93dd6677-ad92-4f4d-8ebe-555150310a93" providerId="ADAL" clId="{D2C7E11B-7C9B-4344-9544-BDA3AFFD4EAF}" dt="2023-05-03T01:53:11.275" v="4030" actId="20577"/>
          <ac:spMkLst>
            <pc:docMk/>
            <pc:sldMk cId="1168340954" sldId="301"/>
            <ac:spMk id="2" creationId="{08965862-FE37-9177-ECC9-6242B2EE2B93}"/>
          </ac:spMkLst>
        </pc:spChg>
        <pc:spChg chg="mod">
          <ac:chgData name="Mat Gallehawk" userId="93dd6677-ad92-4f4d-8ebe-555150310a93" providerId="ADAL" clId="{D2C7E11B-7C9B-4344-9544-BDA3AFFD4EAF}" dt="2023-05-03T02:00:32.546" v="4620"/>
          <ac:spMkLst>
            <pc:docMk/>
            <pc:sldMk cId="1168340954" sldId="301"/>
            <ac:spMk id="3" creationId="{D3F8C65D-C83E-9BD0-6926-FD710E5CADA2}"/>
          </ac:spMkLst>
        </pc:spChg>
        <pc:spChg chg="add del mod">
          <ac:chgData name="Mat Gallehawk" userId="93dd6677-ad92-4f4d-8ebe-555150310a93" providerId="ADAL" clId="{D2C7E11B-7C9B-4344-9544-BDA3AFFD4EAF}" dt="2023-05-03T01:59:29.083" v="4603" actId="478"/>
          <ac:spMkLst>
            <pc:docMk/>
            <pc:sldMk cId="1168340954" sldId="301"/>
            <ac:spMk id="4" creationId="{6973BB9F-5399-14B3-049C-31ADC5861BF8}"/>
          </ac:spMkLst>
        </pc:spChg>
        <pc:spChg chg="add del mod">
          <ac:chgData name="Mat Gallehawk" userId="93dd6677-ad92-4f4d-8ebe-555150310a93" providerId="ADAL" clId="{D2C7E11B-7C9B-4344-9544-BDA3AFFD4EAF}" dt="2023-05-03T01:59:46.644" v="4608" actId="478"/>
          <ac:spMkLst>
            <pc:docMk/>
            <pc:sldMk cId="1168340954" sldId="301"/>
            <ac:spMk id="5" creationId="{10C813A8-43CE-F040-AC5B-00DA1A9AD64F}"/>
          </ac:spMkLst>
        </pc:spChg>
        <pc:spChg chg="add mod">
          <ac:chgData name="Mat Gallehawk" userId="93dd6677-ad92-4f4d-8ebe-555150310a93" providerId="ADAL" clId="{D2C7E11B-7C9B-4344-9544-BDA3AFFD4EAF}" dt="2023-05-03T02:43:09.645" v="4674"/>
          <ac:spMkLst>
            <pc:docMk/>
            <pc:sldMk cId="1168340954" sldId="301"/>
            <ac:spMk id="6" creationId="{73C50EA8-08FA-C4CC-793B-A5779DCD8DEE}"/>
          </ac:spMkLst>
        </pc:spChg>
      </pc:sldChg>
      <pc:sldChg chg="addSp delSp modSp new add del mod">
        <pc:chgData name="Mat Gallehawk" userId="93dd6677-ad92-4f4d-8ebe-555150310a93" providerId="ADAL" clId="{D2C7E11B-7C9B-4344-9544-BDA3AFFD4EAF}" dt="2023-05-16T06:16:47.400" v="9235" actId="47"/>
        <pc:sldMkLst>
          <pc:docMk/>
          <pc:sldMk cId="3959686649" sldId="302"/>
        </pc:sldMkLst>
        <pc:spChg chg="mod">
          <ac:chgData name="Mat Gallehawk" userId="93dd6677-ad92-4f4d-8ebe-555150310a93" providerId="ADAL" clId="{D2C7E11B-7C9B-4344-9544-BDA3AFFD4EAF}" dt="2023-05-16T02:13:58.131" v="7697" actId="20577"/>
          <ac:spMkLst>
            <pc:docMk/>
            <pc:sldMk cId="3959686649" sldId="302"/>
            <ac:spMk id="2" creationId="{C4A9B6BB-8D1C-FADB-3CE1-13049044FECD}"/>
          </ac:spMkLst>
        </pc:spChg>
        <pc:spChg chg="add del">
          <ac:chgData name="Mat Gallehawk" userId="93dd6677-ad92-4f4d-8ebe-555150310a93" providerId="ADAL" clId="{D2C7E11B-7C9B-4344-9544-BDA3AFFD4EAF}" dt="2023-05-03T02:56:48.895" v="4844" actId="3680"/>
          <ac:spMkLst>
            <pc:docMk/>
            <pc:sldMk cId="3959686649" sldId="302"/>
            <ac:spMk id="3" creationId="{CB7147EF-49AF-AD53-BEB9-93383FF46291}"/>
          </ac:spMkLst>
        </pc:spChg>
        <pc:graphicFrameChg chg="add del mod ord modGraphic">
          <ac:chgData name="Mat Gallehawk" userId="93dd6677-ad92-4f4d-8ebe-555150310a93" providerId="ADAL" clId="{D2C7E11B-7C9B-4344-9544-BDA3AFFD4EAF}" dt="2023-05-03T02:56:44.244" v="4843" actId="3680"/>
          <ac:graphicFrameMkLst>
            <pc:docMk/>
            <pc:sldMk cId="3959686649" sldId="302"/>
            <ac:graphicFrameMk id="4" creationId="{78133443-9DFC-5B1C-8311-4C93BE057EEA}"/>
          </ac:graphicFrameMkLst>
        </pc:graphicFrameChg>
        <pc:graphicFrameChg chg="add mod ord modGraphic">
          <ac:chgData name="Mat Gallehawk" userId="93dd6677-ad92-4f4d-8ebe-555150310a93" providerId="ADAL" clId="{D2C7E11B-7C9B-4344-9544-BDA3AFFD4EAF}" dt="2023-05-03T04:08:50.143" v="6113"/>
          <ac:graphicFrameMkLst>
            <pc:docMk/>
            <pc:sldMk cId="3959686649" sldId="302"/>
            <ac:graphicFrameMk id="5" creationId="{79CBC82B-2911-7326-70A9-5E72A17CAE15}"/>
          </ac:graphicFrameMkLst>
        </pc:graphicFrameChg>
      </pc:sldChg>
      <pc:sldChg chg="modSp new mod ord">
        <pc:chgData name="Mat Gallehawk" userId="93dd6677-ad92-4f4d-8ebe-555150310a93" providerId="ADAL" clId="{D2C7E11B-7C9B-4344-9544-BDA3AFFD4EAF}" dt="2023-05-16T06:17:17.193" v="9241"/>
        <pc:sldMkLst>
          <pc:docMk/>
          <pc:sldMk cId="3923152245" sldId="303"/>
        </pc:sldMkLst>
        <pc:spChg chg="mod">
          <ac:chgData name="Mat Gallehawk" userId="93dd6677-ad92-4f4d-8ebe-555150310a93" providerId="ADAL" clId="{D2C7E11B-7C9B-4344-9544-BDA3AFFD4EAF}" dt="2023-05-03T02:43:50.936" v="4695" actId="20577"/>
          <ac:spMkLst>
            <pc:docMk/>
            <pc:sldMk cId="3923152245" sldId="303"/>
            <ac:spMk id="2" creationId="{0B0D1DEA-93B5-C4E8-B51A-CC12B9D95100}"/>
          </ac:spMkLst>
        </pc:spChg>
        <pc:spChg chg="mod">
          <ac:chgData name="Mat Gallehawk" userId="93dd6677-ad92-4f4d-8ebe-555150310a93" providerId="ADAL" clId="{D2C7E11B-7C9B-4344-9544-BDA3AFFD4EAF}" dt="2023-05-03T04:44:52.224" v="7692" actId="20577"/>
          <ac:spMkLst>
            <pc:docMk/>
            <pc:sldMk cId="3923152245" sldId="303"/>
            <ac:spMk id="3" creationId="{F6EC5AD6-A10F-DE0C-391F-56A8EC673B12}"/>
          </ac:spMkLst>
        </pc:spChg>
      </pc:sldChg>
      <pc:sldChg chg="modSp new del mod ord">
        <pc:chgData name="Mat Gallehawk" userId="93dd6677-ad92-4f4d-8ebe-555150310a93" providerId="ADAL" clId="{D2C7E11B-7C9B-4344-9544-BDA3AFFD4EAF}" dt="2023-05-16T06:17:41.598" v="9244" actId="2696"/>
        <pc:sldMkLst>
          <pc:docMk/>
          <pc:sldMk cId="413409454" sldId="304"/>
        </pc:sldMkLst>
        <pc:spChg chg="mod">
          <ac:chgData name="Mat Gallehawk" userId="93dd6677-ad92-4f4d-8ebe-555150310a93" providerId="ADAL" clId="{D2C7E11B-7C9B-4344-9544-BDA3AFFD4EAF}" dt="2023-05-03T02:44:16.227" v="4715" actId="20577"/>
          <ac:spMkLst>
            <pc:docMk/>
            <pc:sldMk cId="413409454" sldId="304"/>
            <ac:spMk id="2" creationId="{BE9D3493-1282-4C60-C477-BA8DB5D677F5}"/>
          </ac:spMkLst>
        </pc:spChg>
        <pc:spChg chg="mod">
          <ac:chgData name="Mat Gallehawk" userId="93dd6677-ad92-4f4d-8ebe-555150310a93" providerId="ADAL" clId="{D2C7E11B-7C9B-4344-9544-BDA3AFFD4EAF}" dt="2023-05-03T04:38:00.577" v="7685" actId="14100"/>
          <ac:spMkLst>
            <pc:docMk/>
            <pc:sldMk cId="413409454" sldId="304"/>
            <ac:spMk id="3" creationId="{84B0AD0D-9676-88E7-CF56-EE6FC074F194}"/>
          </ac:spMkLst>
        </pc:spChg>
      </pc:sldChg>
      <pc:sldChg chg="addSp delSp modSp add del mod">
        <pc:chgData name="Mat Gallehawk" userId="93dd6677-ad92-4f4d-8ebe-555150310a93" providerId="ADAL" clId="{D2C7E11B-7C9B-4344-9544-BDA3AFFD4EAF}" dt="2023-05-16T06:16:48.279" v="9236" actId="47"/>
        <pc:sldMkLst>
          <pc:docMk/>
          <pc:sldMk cId="2717423847" sldId="305"/>
        </pc:sldMkLst>
        <pc:spChg chg="mod">
          <ac:chgData name="Mat Gallehawk" userId="93dd6677-ad92-4f4d-8ebe-555150310a93" providerId="ADAL" clId="{D2C7E11B-7C9B-4344-9544-BDA3AFFD4EAF}" dt="2023-05-03T04:19:40.853" v="6413" actId="403"/>
          <ac:spMkLst>
            <pc:docMk/>
            <pc:sldMk cId="2717423847" sldId="305"/>
            <ac:spMk id="2" creationId="{C4A9B6BB-8D1C-FADB-3CE1-13049044FECD}"/>
          </ac:spMkLst>
        </pc:spChg>
        <pc:spChg chg="del mod">
          <ac:chgData name="Mat Gallehawk" userId="93dd6677-ad92-4f4d-8ebe-555150310a93" providerId="ADAL" clId="{D2C7E11B-7C9B-4344-9544-BDA3AFFD4EAF}" dt="2023-05-03T04:01:42.319" v="5934" actId="22"/>
          <ac:spMkLst>
            <pc:docMk/>
            <pc:sldMk cId="2717423847" sldId="305"/>
            <ac:spMk id="3" creationId="{CB7147EF-49AF-AD53-BEB9-93383FF46291}"/>
          </ac:spMkLst>
        </pc:spChg>
        <pc:spChg chg="add del mod">
          <ac:chgData name="Mat Gallehawk" userId="93dd6677-ad92-4f4d-8ebe-555150310a93" providerId="ADAL" clId="{D2C7E11B-7C9B-4344-9544-BDA3AFFD4EAF}" dt="2023-05-03T04:03:47.481" v="5937" actId="3680"/>
          <ac:spMkLst>
            <pc:docMk/>
            <pc:sldMk cId="2717423847" sldId="305"/>
            <ac:spMk id="6" creationId="{D926DB04-8A5D-1352-FDAA-02E2D70A63FE}"/>
          </ac:spMkLst>
        </pc:spChg>
        <pc:graphicFrameChg chg="add mod ord modGraphic">
          <ac:chgData name="Mat Gallehawk" userId="93dd6677-ad92-4f4d-8ebe-555150310a93" providerId="ADAL" clId="{D2C7E11B-7C9B-4344-9544-BDA3AFFD4EAF}" dt="2023-05-03T04:19:54.594" v="6422" actId="403"/>
          <ac:graphicFrameMkLst>
            <pc:docMk/>
            <pc:sldMk cId="2717423847" sldId="305"/>
            <ac:graphicFrameMk id="7" creationId="{082F59BF-A084-A9D1-FA0F-7D17591B7B5D}"/>
          </ac:graphicFrameMkLst>
        </pc:graphicFrameChg>
        <pc:picChg chg="add del mod ord">
          <ac:chgData name="Mat Gallehawk" userId="93dd6677-ad92-4f4d-8ebe-555150310a93" providerId="ADAL" clId="{D2C7E11B-7C9B-4344-9544-BDA3AFFD4EAF}" dt="2023-05-03T04:03:08.422" v="5936" actId="478"/>
          <ac:picMkLst>
            <pc:docMk/>
            <pc:sldMk cId="2717423847" sldId="305"/>
            <ac:picMk id="5" creationId="{6A546E25-E2CB-0E6A-CFF6-542D740E345B}"/>
          </ac:picMkLst>
        </pc:picChg>
      </pc:sldChg>
      <pc:sldChg chg="addSp delSp modSp add mod">
        <pc:chgData name="Mat Gallehawk" userId="93dd6677-ad92-4f4d-8ebe-555150310a93" providerId="ADAL" clId="{D2C7E11B-7C9B-4344-9544-BDA3AFFD4EAF}" dt="2023-05-16T06:16:59.615" v="9238" actId="20577"/>
        <pc:sldMkLst>
          <pc:docMk/>
          <pc:sldMk cId="1848934207" sldId="306"/>
        </pc:sldMkLst>
        <pc:spChg chg="mod">
          <ac:chgData name="Mat Gallehawk" userId="93dd6677-ad92-4f4d-8ebe-555150310a93" providerId="ADAL" clId="{D2C7E11B-7C9B-4344-9544-BDA3AFFD4EAF}" dt="2023-05-16T06:16:59.615" v="9238" actId="20577"/>
          <ac:spMkLst>
            <pc:docMk/>
            <pc:sldMk cId="1848934207" sldId="306"/>
            <ac:spMk id="2" creationId="{C4A9B6BB-8D1C-FADB-3CE1-13049044FECD}"/>
          </ac:spMkLst>
        </pc:spChg>
        <pc:spChg chg="add del mod">
          <ac:chgData name="Mat Gallehawk" userId="93dd6677-ad92-4f4d-8ebe-555150310a93" providerId="ADAL" clId="{D2C7E11B-7C9B-4344-9544-BDA3AFFD4EAF}" dt="2023-05-16T05:24:01.639" v="7704" actId="478"/>
          <ac:spMkLst>
            <pc:docMk/>
            <pc:sldMk cId="1848934207" sldId="306"/>
            <ac:spMk id="4" creationId="{8D73D02A-36A1-046C-5A16-38C13E2CF623}"/>
          </ac:spMkLst>
        </pc:spChg>
        <pc:spChg chg="add">
          <ac:chgData name="Mat Gallehawk" userId="93dd6677-ad92-4f4d-8ebe-555150310a93" providerId="ADAL" clId="{D2C7E11B-7C9B-4344-9544-BDA3AFFD4EAF}" dt="2023-05-16T06:14:16.346" v="9207" actId="11529"/>
          <ac:spMkLst>
            <pc:docMk/>
            <pc:sldMk cId="1848934207" sldId="306"/>
            <ac:spMk id="17" creationId="{5E4BC54A-3411-16C6-6E73-49AACA3537BF}"/>
          </ac:spMkLst>
        </pc:spChg>
        <pc:spChg chg="add mod">
          <ac:chgData name="Mat Gallehawk" userId="93dd6677-ad92-4f4d-8ebe-555150310a93" providerId="ADAL" clId="{D2C7E11B-7C9B-4344-9544-BDA3AFFD4EAF}" dt="2023-05-16T06:14:22.774" v="9209" actId="1076"/>
          <ac:spMkLst>
            <pc:docMk/>
            <pc:sldMk cId="1848934207" sldId="306"/>
            <ac:spMk id="18" creationId="{D9593D28-E73D-1025-797A-E23104191876}"/>
          </ac:spMkLst>
        </pc:spChg>
        <pc:spChg chg="add mod">
          <ac:chgData name="Mat Gallehawk" userId="93dd6677-ad92-4f4d-8ebe-555150310a93" providerId="ADAL" clId="{D2C7E11B-7C9B-4344-9544-BDA3AFFD4EAF}" dt="2023-05-16T06:14:56.054" v="9220" actId="14100"/>
          <ac:spMkLst>
            <pc:docMk/>
            <pc:sldMk cId="1848934207" sldId="306"/>
            <ac:spMk id="19" creationId="{04037CCD-C843-A0DE-288D-95067385FA82}"/>
          </ac:spMkLst>
        </pc:spChg>
        <pc:spChg chg="add mod">
          <ac:chgData name="Mat Gallehawk" userId="93dd6677-ad92-4f4d-8ebe-555150310a93" providerId="ADAL" clId="{D2C7E11B-7C9B-4344-9544-BDA3AFFD4EAF}" dt="2023-05-16T06:14:52.522" v="9219" actId="14100"/>
          <ac:spMkLst>
            <pc:docMk/>
            <pc:sldMk cId="1848934207" sldId="306"/>
            <ac:spMk id="20" creationId="{BBF6417A-B193-9E67-37B8-A56C98A08F88}"/>
          </ac:spMkLst>
        </pc:spChg>
        <pc:graphicFrameChg chg="add mod modGraphic">
          <ac:chgData name="Mat Gallehawk" userId="93dd6677-ad92-4f4d-8ebe-555150310a93" providerId="ADAL" clId="{D2C7E11B-7C9B-4344-9544-BDA3AFFD4EAF}" dt="2023-05-16T05:57:54.763" v="8783" actId="14734"/>
          <ac:graphicFrameMkLst>
            <pc:docMk/>
            <pc:sldMk cId="1848934207" sldId="306"/>
            <ac:graphicFrameMk id="5" creationId="{1E4AF28A-175E-1E08-E442-4459C3591FE7}"/>
          </ac:graphicFrameMkLst>
        </pc:graphicFrameChg>
        <pc:graphicFrameChg chg="del">
          <ac:chgData name="Mat Gallehawk" userId="93dd6677-ad92-4f4d-8ebe-555150310a93" providerId="ADAL" clId="{D2C7E11B-7C9B-4344-9544-BDA3AFFD4EAF}" dt="2023-05-16T02:14:12.738" v="7703" actId="478"/>
          <ac:graphicFrameMkLst>
            <pc:docMk/>
            <pc:sldMk cId="1848934207" sldId="306"/>
            <ac:graphicFrameMk id="7" creationId="{082F59BF-A084-A9D1-FA0F-7D17591B7B5D}"/>
          </ac:graphicFrameMkLst>
        </pc:graphicFrameChg>
        <pc:graphicFrameChg chg="add mod modGraphic">
          <ac:chgData name="Mat Gallehawk" userId="93dd6677-ad92-4f4d-8ebe-555150310a93" providerId="ADAL" clId="{D2C7E11B-7C9B-4344-9544-BDA3AFFD4EAF}" dt="2023-05-16T06:01:05.786" v="8802" actId="2161"/>
          <ac:graphicFrameMkLst>
            <pc:docMk/>
            <pc:sldMk cId="1848934207" sldId="306"/>
            <ac:graphicFrameMk id="11" creationId="{254AF10D-AFFE-A541-2C14-2D7A7185ED57}"/>
          </ac:graphicFrameMkLst>
        </pc:graphicFrameChg>
        <pc:graphicFrameChg chg="add del mod modGraphic">
          <ac:chgData name="Mat Gallehawk" userId="93dd6677-ad92-4f4d-8ebe-555150310a93" providerId="ADAL" clId="{D2C7E11B-7C9B-4344-9544-BDA3AFFD4EAF}" dt="2023-05-16T05:43:18.480" v="8341" actId="478"/>
          <ac:graphicFrameMkLst>
            <pc:docMk/>
            <pc:sldMk cId="1848934207" sldId="306"/>
            <ac:graphicFrameMk id="12" creationId="{447E7D26-5F58-39F3-C7F8-C21451813824}"/>
          </ac:graphicFrameMkLst>
        </pc:graphicFrameChg>
        <pc:graphicFrameChg chg="add mod modGraphic">
          <ac:chgData name="Mat Gallehawk" userId="93dd6677-ad92-4f4d-8ebe-555150310a93" providerId="ADAL" clId="{D2C7E11B-7C9B-4344-9544-BDA3AFFD4EAF}" dt="2023-05-16T06:14:46.455" v="9217" actId="1076"/>
          <ac:graphicFrameMkLst>
            <pc:docMk/>
            <pc:sldMk cId="1848934207" sldId="306"/>
            <ac:graphicFrameMk id="13" creationId="{7180A945-44A9-9BE4-1F1A-D0E4E4487B73}"/>
          </ac:graphicFrameMkLst>
        </pc:graphicFrameChg>
        <pc:graphicFrameChg chg="add del mod modGraphic">
          <ac:chgData name="Mat Gallehawk" userId="93dd6677-ad92-4f4d-8ebe-555150310a93" providerId="ADAL" clId="{D2C7E11B-7C9B-4344-9544-BDA3AFFD4EAF}" dt="2023-05-16T05:37:28.979" v="8134" actId="478"/>
          <ac:graphicFrameMkLst>
            <pc:docMk/>
            <pc:sldMk cId="1848934207" sldId="306"/>
            <ac:graphicFrameMk id="14" creationId="{08933E31-E4BE-1D88-5288-FC1F93AC9167}"/>
          </ac:graphicFrameMkLst>
        </pc:graphicFrameChg>
        <pc:graphicFrameChg chg="add mod modGraphic">
          <ac:chgData name="Mat Gallehawk" userId="93dd6677-ad92-4f4d-8ebe-555150310a93" providerId="ADAL" clId="{D2C7E11B-7C9B-4344-9544-BDA3AFFD4EAF}" dt="2023-05-16T06:14:50.241" v="9218" actId="1076"/>
          <ac:graphicFrameMkLst>
            <pc:docMk/>
            <pc:sldMk cId="1848934207" sldId="306"/>
            <ac:graphicFrameMk id="15" creationId="{6E039EB7-2774-1AC2-7A5D-379389ABA848}"/>
          </ac:graphicFrameMkLst>
        </pc:graphicFrameChg>
        <pc:graphicFrameChg chg="add mod modGraphic">
          <ac:chgData name="Mat Gallehawk" userId="93dd6677-ad92-4f4d-8ebe-555150310a93" providerId="ADAL" clId="{D2C7E11B-7C9B-4344-9544-BDA3AFFD4EAF}" dt="2023-05-16T06:13:10.080" v="9166" actId="403"/>
          <ac:graphicFrameMkLst>
            <pc:docMk/>
            <pc:sldMk cId="1848934207" sldId="306"/>
            <ac:graphicFrameMk id="16" creationId="{77F26825-4F0C-BBCE-60FA-A033540D0A6B}"/>
          </ac:graphicFrameMkLst>
        </pc:graphicFrameChg>
        <pc:picChg chg="add del mod">
          <ac:chgData name="Mat Gallehawk" userId="93dd6677-ad92-4f4d-8ebe-555150310a93" providerId="ADAL" clId="{D2C7E11B-7C9B-4344-9544-BDA3AFFD4EAF}" dt="2023-05-16T05:24:46.614" v="7709" actId="478"/>
          <ac:picMkLst>
            <pc:docMk/>
            <pc:sldMk cId="1848934207" sldId="306"/>
            <ac:picMk id="8" creationId="{FC245FF9-5BAF-3C55-C9B7-3277E93495E5}"/>
          </ac:picMkLst>
        </pc:picChg>
        <pc:picChg chg="add del">
          <ac:chgData name="Mat Gallehawk" userId="93dd6677-ad92-4f4d-8ebe-555150310a93" providerId="ADAL" clId="{D2C7E11B-7C9B-4344-9544-BDA3AFFD4EAF}" dt="2023-05-16T05:25:01.964" v="7711" actId="478"/>
          <ac:picMkLst>
            <pc:docMk/>
            <pc:sldMk cId="1848934207" sldId="306"/>
            <ac:picMk id="10" creationId="{3025A25D-F28B-D5D5-1202-F61B6B948510}"/>
          </ac:picMkLst>
        </pc:picChg>
      </pc:sldChg>
      <pc:sldChg chg="new del">
        <pc:chgData name="Mat Gallehawk" userId="93dd6677-ad92-4f4d-8ebe-555150310a93" providerId="ADAL" clId="{D2C7E11B-7C9B-4344-9544-BDA3AFFD4EAF}" dt="2023-05-16T06:16:43.770" v="9230" actId="680"/>
        <pc:sldMkLst>
          <pc:docMk/>
          <pc:sldMk cId="234785121" sldId="307"/>
        </pc:sldMkLst>
      </pc:sldChg>
      <pc:sldChg chg="addSp delSp modSp new mod">
        <pc:chgData name="Mat Gallehawk" userId="93dd6677-ad92-4f4d-8ebe-555150310a93" providerId="ADAL" clId="{D2C7E11B-7C9B-4344-9544-BDA3AFFD4EAF}" dt="2023-05-16T06:33:03.898" v="10247" actId="20577"/>
        <pc:sldMkLst>
          <pc:docMk/>
          <pc:sldMk cId="1864291358" sldId="307"/>
        </pc:sldMkLst>
        <pc:spChg chg="mod">
          <ac:chgData name="Mat Gallehawk" userId="93dd6677-ad92-4f4d-8ebe-555150310a93" providerId="ADAL" clId="{D2C7E11B-7C9B-4344-9544-BDA3AFFD4EAF}" dt="2023-05-16T06:17:59.711" v="9275" actId="20577"/>
          <ac:spMkLst>
            <pc:docMk/>
            <pc:sldMk cId="1864291358" sldId="307"/>
            <ac:spMk id="2" creationId="{3F3656BC-D39B-5EA6-5B9F-BBA3A5B9BC40}"/>
          </ac:spMkLst>
        </pc:spChg>
        <pc:spChg chg="del mod">
          <ac:chgData name="Mat Gallehawk" userId="93dd6677-ad92-4f4d-8ebe-555150310a93" providerId="ADAL" clId="{D2C7E11B-7C9B-4344-9544-BDA3AFFD4EAF}" dt="2023-05-16T06:21:37.466" v="9318" actId="478"/>
          <ac:spMkLst>
            <pc:docMk/>
            <pc:sldMk cId="1864291358" sldId="307"/>
            <ac:spMk id="3" creationId="{6EF1691D-2640-9930-10DD-E550267015AA}"/>
          </ac:spMkLst>
        </pc:spChg>
        <pc:spChg chg="add del mod">
          <ac:chgData name="Mat Gallehawk" userId="93dd6677-ad92-4f4d-8ebe-555150310a93" providerId="ADAL" clId="{D2C7E11B-7C9B-4344-9544-BDA3AFFD4EAF}" dt="2023-05-16T06:29:18.284" v="10081" actId="20577"/>
          <ac:spMkLst>
            <pc:docMk/>
            <pc:sldMk cId="1864291358" sldId="307"/>
            <ac:spMk id="4" creationId="{0F0BA36A-BA33-8942-0DE3-92FFEC601D9B}"/>
          </ac:spMkLst>
        </pc:spChg>
        <pc:graphicFrameChg chg="add del mod ord modGraphic">
          <ac:chgData name="Mat Gallehawk" userId="93dd6677-ad92-4f4d-8ebe-555150310a93" providerId="ADAL" clId="{D2C7E11B-7C9B-4344-9544-BDA3AFFD4EAF}" dt="2023-05-16T06:22:26.078" v="9322" actId="3680"/>
          <ac:graphicFrameMkLst>
            <pc:docMk/>
            <pc:sldMk cId="1864291358" sldId="307"/>
            <ac:graphicFrameMk id="5" creationId="{E438DC7D-6487-B42A-1D69-0A33EC8B3E6B}"/>
          </ac:graphicFrameMkLst>
        </pc:graphicFrameChg>
        <pc:graphicFrameChg chg="add mod modGraphic">
          <ac:chgData name="Mat Gallehawk" userId="93dd6677-ad92-4f4d-8ebe-555150310a93" providerId="ADAL" clId="{D2C7E11B-7C9B-4344-9544-BDA3AFFD4EAF}" dt="2023-05-16T06:33:03.898" v="10247" actId="20577"/>
          <ac:graphicFrameMkLst>
            <pc:docMk/>
            <pc:sldMk cId="1864291358" sldId="307"/>
            <ac:graphicFrameMk id="6" creationId="{4FE08517-C0A5-0F2E-3C31-45311EA025BD}"/>
          </ac:graphicFrameMkLst>
        </pc:graphicFrameChg>
      </pc:sldChg>
      <pc:sldChg chg="modSp new mod">
        <pc:chgData name="Mat Gallehawk" userId="93dd6677-ad92-4f4d-8ebe-555150310a93" providerId="ADAL" clId="{D2C7E11B-7C9B-4344-9544-BDA3AFFD4EAF}" dt="2023-05-16T06:50:00.281" v="10834" actId="5793"/>
        <pc:sldMkLst>
          <pc:docMk/>
          <pc:sldMk cId="3392318596" sldId="308"/>
        </pc:sldMkLst>
        <pc:spChg chg="mod">
          <ac:chgData name="Mat Gallehawk" userId="93dd6677-ad92-4f4d-8ebe-555150310a93" providerId="ADAL" clId="{D2C7E11B-7C9B-4344-9544-BDA3AFFD4EAF}" dt="2023-05-16T06:31:56.028" v="10129" actId="20577"/>
          <ac:spMkLst>
            <pc:docMk/>
            <pc:sldMk cId="3392318596" sldId="308"/>
            <ac:spMk id="2" creationId="{E8E4C27A-6732-40CA-A266-9CE2586D5CB2}"/>
          </ac:spMkLst>
        </pc:spChg>
        <pc:spChg chg="mod">
          <ac:chgData name="Mat Gallehawk" userId="93dd6677-ad92-4f4d-8ebe-555150310a93" providerId="ADAL" clId="{D2C7E11B-7C9B-4344-9544-BDA3AFFD4EAF}" dt="2023-05-16T06:50:00.281" v="10834" actId="5793"/>
          <ac:spMkLst>
            <pc:docMk/>
            <pc:sldMk cId="3392318596" sldId="308"/>
            <ac:spMk id="3" creationId="{DD5680BF-550F-BCA3-F71C-B9453CA0D613}"/>
          </ac:spMkLst>
        </pc:spChg>
      </pc:sldChg>
      <pc:sldChg chg="addSp modSp new mod">
        <pc:chgData name="Mat Gallehawk" userId="93dd6677-ad92-4f4d-8ebe-555150310a93" providerId="ADAL" clId="{D2C7E11B-7C9B-4344-9544-BDA3AFFD4EAF}" dt="2023-05-16T07:09:11.670" v="12250" actId="20577"/>
        <pc:sldMkLst>
          <pc:docMk/>
          <pc:sldMk cId="4142188576" sldId="309"/>
        </pc:sldMkLst>
        <pc:spChg chg="mod">
          <ac:chgData name="Mat Gallehawk" userId="93dd6677-ad92-4f4d-8ebe-555150310a93" providerId="ADAL" clId="{D2C7E11B-7C9B-4344-9544-BDA3AFFD4EAF}" dt="2023-05-16T06:50:31.239" v="10842" actId="20577"/>
          <ac:spMkLst>
            <pc:docMk/>
            <pc:sldMk cId="4142188576" sldId="309"/>
            <ac:spMk id="2" creationId="{5C8C7F32-9F14-F07B-16D5-5AB7318106BE}"/>
          </ac:spMkLst>
        </pc:spChg>
        <pc:spChg chg="mod">
          <ac:chgData name="Mat Gallehawk" userId="93dd6677-ad92-4f4d-8ebe-555150310a93" providerId="ADAL" clId="{D2C7E11B-7C9B-4344-9544-BDA3AFFD4EAF}" dt="2023-05-16T06:54:42.069" v="11045" actId="14100"/>
          <ac:spMkLst>
            <pc:docMk/>
            <pc:sldMk cId="4142188576" sldId="309"/>
            <ac:spMk id="3" creationId="{C4AB7070-1AB2-189D-9056-23A83CB6C1AD}"/>
          </ac:spMkLst>
        </pc:spChg>
        <pc:graphicFrameChg chg="add mod modGraphic">
          <ac:chgData name="Mat Gallehawk" userId="93dd6677-ad92-4f4d-8ebe-555150310a93" providerId="ADAL" clId="{D2C7E11B-7C9B-4344-9544-BDA3AFFD4EAF}" dt="2023-05-16T07:09:11.670" v="12250" actId="20577"/>
          <ac:graphicFrameMkLst>
            <pc:docMk/>
            <pc:sldMk cId="4142188576" sldId="309"/>
            <ac:graphicFrameMk id="4" creationId="{29666C4F-9C00-D7B0-A007-CA414DB1D327}"/>
          </ac:graphicFrameMkLst>
        </pc:graphicFrameChg>
      </pc:sldChg>
      <pc:sldChg chg="addSp delSp modSp new mod">
        <pc:chgData name="Mat Gallehawk" userId="93dd6677-ad92-4f4d-8ebe-555150310a93" providerId="ADAL" clId="{D2C7E11B-7C9B-4344-9544-BDA3AFFD4EAF}" dt="2023-05-16T07:29:41.607" v="14334" actId="14100"/>
        <pc:sldMkLst>
          <pc:docMk/>
          <pc:sldMk cId="1384024646" sldId="310"/>
        </pc:sldMkLst>
        <pc:spChg chg="mod">
          <ac:chgData name="Mat Gallehawk" userId="93dd6677-ad92-4f4d-8ebe-555150310a93" providerId="ADAL" clId="{D2C7E11B-7C9B-4344-9544-BDA3AFFD4EAF}" dt="2023-05-16T07:09:39.161" v="12278" actId="20577"/>
          <ac:spMkLst>
            <pc:docMk/>
            <pc:sldMk cId="1384024646" sldId="310"/>
            <ac:spMk id="2" creationId="{128963CC-9BE5-5588-DC9B-EF06C170F8D2}"/>
          </ac:spMkLst>
        </pc:spChg>
        <pc:spChg chg="mod">
          <ac:chgData name="Mat Gallehawk" userId="93dd6677-ad92-4f4d-8ebe-555150310a93" providerId="ADAL" clId="{D2C7E11B-7C9B-4344-9544-BDA3AFFD4EAF}" dt="2023-05-16T07:28:58.362" v="14307" actId="113"/>
          <ac:spMkLst>
            <pc:docMk/>
            <pc:sldMk cId="1384024646" sldId="310"/>
            <ac:spMk id="3" creationId="{D9DEF05F-B563-912F-981E-5FE7127B601E}"/>
          </ac:spMkLst>
        </pc:spChg>
        <pc:spChg chg="add del mod">
          <ac:chgData name="Mat Gallehawk" userId="93dd6677-ad92-4f4d-8ebe-555150310a93" providerId="ADAL" clId="{D2C7E11B-7C9B-4344-9544-BDA3AFFD4EAF}" dt="2023-05-16T07:22:45.669" v="13570" actId="478"/>
          <ac:spMkLst>
            <pc:docMk/>
            <pc:sldMk cId="1384024646" sldId="310"/>
            <ac:spMk id="4" creationId="{E6AA3A9B-9773-6268-ED67-CDEFE0A79272}"/>
          </ac:spMkLst>
        </pc:spChg>
        <pc:spChg chg="add mod">
          <ac:chgData name="Mat Gallehawk" userId="93dd6677-ad92-4f4d-8ebe-555150310a93" providerId="ADAL" clId="{D2C7E11B-7C9B-4344-9544-BDA3AFFD4EAF}" dt="2023-05-16T07:29:06.268" v="14309" actId="108"/>
          <ac:spMkLst>
            <pc:docMk/>
            <pc:sldMk cId="1384024646" sldId="310"/>
            <ac:spMk id="5" creationId="{9FAD8926-9A85-D9AE-4A7E-4DEDC22EE4F2}"/>
          </ac:spMkLst>
        </pc:spChg>
        <pc:spChg chg="add mod">
          <ac:chgData name="Mat Gallehawk" userId="93dd6677-ad92-4f4d-8ebe-555150310a93" providerId="ADAL" clId="{D2C7E11B-7C9B-4344-9544-BDA3AFFD4EAF}" dt="2023-05-16T07:29:34.903" v="14333" actId="20577"/>
          <ac:spMkLst>
            <pc:docMk/>
            <pc:sldMk cId="1384024646" sldId="310"/>
            <ac:spMk id="6" creationId="{F9F86251-57D1-D117-6BEA-03E38E9C0F0A}"/>
          </ac:spMkLst>
        </pc:spChg>
        <pc:spChg chg="add mod">
          <ac:chgData name="Mat Gallehawk" userId="93dd6677-ad92-4f4d-8ebe-555150310a93" providerId="ADAL" clId="{D2C7E11B-7C9B-4344-9544-BDA3AFFD4EAF}" dt="2023-05-16T07:29:41.607" v="14334" actId="14100"/>
          <ac:spMkLst>
            <pc:docMk/>
            <pc:sldMk cId="1384024646" sldId="310"/>
            <ac:spMk id="7" creationId="{3DAFFBA2-A75A-DCDF-0364-7D2D078BA1E4}"/>
          </ac:spMkLst>
        </pc:spChg>
      </pc:sldChg>
      <pc:sldChg chg="addSp delSp modSp new mod">
        <pc:chgData name="Mat Gallehawk" userId="93dd6677-ad92-4f4d-8ebe-555150310a93" providerId="ADAL" clId="{D2C7E11B-7C9B-4344-9544-BDA3AFFD4EAF}" dt="2023-05-16T07:55:59.579" v="16261" actId="14100"/>
        <pc:sldMkLst>
          <pc:docMk/>
          <pc:sldMk cId="1242019225" sldId="311"/>
        </pc:sldMkLst>
        <pc:spChg chg="mod">
          <ac:chgData name="Mat Gallehawk" userId="93dd6677-ad92-4f4d-8ebe-555150310a93" providerId="ADAL" clId="{D2C7E11B-7C9B-4344-9544-BDA3AFFD4EAF}" dt="2023-05-16T07:33:43.319" v="14357" actId="20577"/>
          <ac:spMkLst>
            <pc:docMk/>
            <pc:sldMk cId="1242019225" sldId="311"/>
            <ac:spMk id="2" creationId="{C9967EF3-C894-68A1-BB6E-B6FDA2D528AD}"/>
          </ac:spMkLst>
        </pc:spChg>
        <pc:spChg chg="del mod">
          <ac:chgData name="Mat Gallehawk" userId="93dd6677-ad92-4f4d-8ebe-555150310a93" providerId="ADAL" clId="{D2C7E11B-7C9B-4344-9544-BDA3AFFD4EAF}" dt="2023-05-16T07:34:32.739" v="14369" actId="478"/>
          <ac:spMkLst>
            <pc:docMk/>
            <pc:sldMk cId="1242019225" sldId="311"/>
            <ac:spMk id="3" creationId="{882B363A-6FB2-30FA-5F84-AB47E4A04DB9}"/>
          </ac:spMkLst>
        </pc:spChg>
        <pc:spChg chg="add del mod">
          <ac:chgData name="Mat Gallehawk" userId="93dd6677-ad92-4f4d-8ebe-555150310a93" providerId="ADAL" clId="{D2C7E11B-7C9B-4344-9544-BDA3AFFD4EAF}" dt="2023-05-16T07:34:37.404" v="14370" actId="478"/>
          <ac:spMkLst>
            <pc:docMk/>
            <pc:sldMk cId="1242019225" sldId="311"/>
            <ac:spMk id="4" creationId="{54A779FC-033A-B908-52CC-47EAF3A2520E}"/>
          </ac:spMkLst>
        </pc:spChg>
        <pc:spChg chg="add mod">
          <ac:chgData name="Mat Gallehawk" userId="93dd6677-ad92-4f4d-8ebe-555150310a93" providerId="ADAL" clId="{D2C7E11B-7C9B-4344-9544-BDA3AFFD4EAF}" dt="2023-05-16T07:40:02.839" v="14927" actId="20577"/>
          <ac:spMkLst>
            <pc:docMk/>
            <pc:sldMk cId="1242019225" sldId="311"/>
            <ac:spMk id="5" creationId="{BE6DA456-DAA5-432A-524E-8B8CE8AFCAC0}"/>
          </ac:spMkLst>
        </pc:spChg>
        <pc:spChg chg="add mod">
          <ac:chgData name="Mat Gallehawk" userId="93dd6677-ad92-4f4d-8ebe-555150310a93" providerId="ADAL" clId="{D2C7E11B-7C9B-4344-9544-BDA3AFFD4EAF}" dt="2023-05-16T07:55:59.579" v="16261" actId="14100"/>
          <ac:spMkLst>
            <pc:docMk/>
            <pc:sldMk cId="1242019225" sldId="311"/>
            <ac:spMk id="6" creationId="{7BB18AD0-0F6E-AA0B-E22C-84D74B024669}"/>
          </ac:spMkLst>
        </pc:spChg>
        <pc:spChg chg="add mod">
          <ac:chgData name="Mat Gallehawk" userId="93dd6677-ad92-4f4d-8ebe-555150310a93" providerId="ADAL" clId="{D2C7E11B-7C9B-4344-9544-BDA3AFFD4EAF}" dt="2023-05-16T07:53:18.182" v="15993" actId="20577"/>
          <ac:spMkLst>
            <pc:docMk/>
            <pc:sldMk cId="1242019225" sldId="311"/>
            <ac:spMk id="7" creationId="{B21543B8-84DB-AE40-B346-D717B42FE3E9}"/>
          </ac:spMkLst>
        </pc:spChg>
        <pc:spChg chg="add mod">
          <ac:chgData name="Mat Gallehawk" userId="93dd6677-ad92-4f4d-8ebe-555150310a93" providerId="ADAL" clId="{D2C7E11B-7C9B-4344-9544-BDA3AFFD4EAF}" dt="2023-05-16T07:46:28.546" v="15366" actId="1076"/>
          <ac:spMkLst>
            <pc:docMk/>
            <pc:sldMk cId="1242019225" sldId="311"/>
            <ac:spMk id="8" creationId="{55D8D426-58FB-68B1-1763-78E20C4BE54A}"/>
          </ac:spMkLst>
        </pc:spChg>
      </pc:sldChg>
      <pc:sldChg chg="modSp new mod">
        <pc:chgData name="Mat Gallehawk" userId="93dd6677-ad92-4f4d-8ebe-555150310a93" providerId="ADAL" clId="{D2C7E11B-7C9B-4344-9544-BDA3AFFD4EAF}" dt="2023-05-16T08:00:30.024" v="16869" actId="20577"/>
        <pc:sldMkLst>
          <pc:docMk/>
          <pc:sldMk cId="370698930" sldId="312"/>
        </pc:sldMkLst>
        <pc:spChg chg="mod">
          <ac:chgData name="Mat Gallehawk" userId="93dd6677-ad92-4f4d-8ebe-555150310a93" providerId="ADAL" clId="{D2C7E11B-7C9B-4344-9544-BDA3AFFD4EAF}" dt="2023-05-16T07:56:38.048" v="16280" actId="20577"/>
          <ac:spMkLst>
            <pc:docMk/>
            <pc:sldMk cId="370698930" sldId="312"/>
            <ac:spMk id="2" creationId="{435BB1AC-0D50-66CD-4FAC-A5FA3C7579B6}"/>
          </ac:spMkLst>
        </pc:spChg>
        <pc:spChg chg="mod">
          <ac:chgData name="Mat Gallehawk" userId="93dd6677-ad92-4f4d-8ebe-555150310a93" providerId="ADAL" clId="{D2C7E11B-7C9B-4344-9544-BDA3AFFD4EAF}" dt="2023-05-16T08:00:30.024" v="16869" actId="20577"/>
          <ac:spMkLst>
            <pc:docMk/>
            <pc:sldMk cId="370698930" sldId="312"/>
            <ac:spMk id="3" creationId="{58457B51-0A58-E25C-A23C-00DE1A7659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16/05/2023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16/05/2023</a:t>
            </a:fld>
            <a:endParaRPr lang="en-AU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 dirty="0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 dirty="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Asset Management Field Mapping</a:t>
            </a:r>
            <a:endParaRPr lang="en-A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31C0C8-2ADE-EA0E-B5A1-5ADF9370AA70}"/>
              </a:ext>
            </a:extLst>
          </p:cNvPr>
          <p:cNvSpPr txBox="1">
            <a:spLocks/>
          </p:cNvSpPr>
          <p:nvPr/>
        </p:nvSpPr>
        <p:spPr bwMode="auto">
          <a:xfrm>
            <a:off x="1164600" y="4343720"/>
            <a:ext cx="6858000" cy="610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 fontScale="975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1800" dirty="0"/>
              <a:t>By Mathew Gallehawk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1800" dirty="0"/>
              <a:t>For: Darren Daly, Bruce Absolom, Joel Porgand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2736303"/>
          </a:xfrm>
        </p:spPr>
        <p:txBody>
          <a:bodyPr/>
          <a:lstStyle/>
          <a:p>
            <a:pPr marL="0" indent="0">
              <a:buNone/>
            </a:pPr>
            <a:r>
              <a:rPr lang="en-AU" sz="1800" dirty="0"/>
              <a:t>ServiceNow (SNOW) Hardware Asset Management (HAM) is our source of truth for asset management for G.James ICT department.</a:t>
            </a:r>
          </a:p>
          <a:p>
            <a:pPr marL="0" indent="0">
              <a:buNone/>
            </a:pPr>
            <a:r>
              <a:rPr lang="en-AU" sz="1800" dirty="0"/>
              <a:t>Asset Management and reporting is hindered by inconsistencies caused by:</a:t>
            </a:r>
          </a:p>
          <a:p>
            <a:r>
              <a:rPr lang="en-AU" sz="1600" dirty="0"/>
              <a:t>Multiple Asset Management systems used within G.James.</a:t>
            </a:r>
          </a:p>
          <a:p>
            <a:r>
              <a:rPr lang="en-AU" sz="1600" dirty="0"/>
              <a:t>Shipping devices straight to customers.</a:t>
            </a:r>
          </a:p>
          <a:p>
            <a:r>
              <a:rPr lang="en-AU" sz="1600" dirty="0"/>
              <a:t>Assets being moved between customers within the branch without Service Desk knowledge.</a:t>
            </a:r>
          </a:p>
          <a:p>
            <a:r>
              <a:rPr lang="en-AU" sz="1600" dirty="0"/>
              <a:t>Retired, missing, duplicate or obsolete assets being present within SNOW HAM.</a:t>
            </a:r>
          </a:p>
          <a:p>
            <a:r>
              <a:rPr lang="en-AU" sz="1600" dirty="0"/>
              <a:t>Duplicate devices present from the migration to Intune.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517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0714-EF61-C02C-E8AB-829A99FB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7131"/>
            <a:ext cx="7886700" cy="471587"/>
          </a:xfrm>
        </p:spPr>
        <p:txBody>
          <a:bodyPr/>
          <a:lstStyle/>
          <a:p>
            <a:r>
              <a:rPr lang="en-AU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1D478-C704-C654-7C47-E9F6491F8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2260"/>
            <a:ext cx="7886700" cy="543602"/>
          </a:xfrm>
        </p:spPr>
        <p:txBody>
          <a:bodyPr/>
          <a:lstStyle/>
          <a:p>
            <a:pPr marL="0" indent="0">
              <a:buNone/>
            </a:pPr>
            <a:r>
              <a:rPr lang="en-AU" sz="1600" dirty="0"/>
              <a:t>Create a system that exports a log of each of the asset management systems, resolves the fields, and uploads the amended asset list to SNOW HAM.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82BF6B-2E79-1AD4-D9DC-274239937220}"/>
              </a:ext>
            </a:extLst>
          </p:cNvPr>
          <p:cNvSpPr txBox="1">
            <a:spLocks/>
          </p:cNvSpPr>
          <p:nvPr/>
        </p:nvSpPr>
        <p:spPr bwMode="auto">
          <a:xfrm>
            <a:off x="628650" y="1441697"/>
            <a:ext cx="7886700" cy="4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AU" dirty="0"/>
              <a:t>Desired Outcome of Project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4AB2E7-59C7-367F-8A7A-10DB84496BA8}"/>
              </a:ext>
            </a:extLst>
          </p:cNvPr>
          <p:cNvSpPr txBox="1">
            <a:spLocks/>
          </p:cNvSpPr>
          <p:nvPr/>
        </p:nvSpPr>
        <p:spPr bwMode="auto">
          <a:xfrm>
            <a:off x="628650" y="1985299"/>
            <a:ext cx="7931913" cy="144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SNOW HAM to accurately reflect the quantity, assignment, and state of hard assets owned and managed by G.James. </a:t>
            </a:r>
          </a:p>
          <a:p>
            <a:pPr defTabSz="914400">
              <a:buClrTx/>
              <a:buSzTx/>
            </a:pPr>
            <a:r>
              <a:rPr lang="en-AU" sz="1600" dirty="0"/>
              <a:t>ServiceNow (SNOW) Hardware Asset Management system, to be automatically updated from other Asset management Systems utilized by G.James ICT department.</a:t>
            </a:r>
          </a:p>
          <a:p>
            <a:pPr defTabSz="914400">
              <a:buClrTx/>
              <a:buSzTx/>
            </a:pPr>
            <a:r>
              <a:rPr lang="en-AU" sz="1600" dirty="0"/>
              <a:t>SNOW HAM to Deduplicate devices by serial number or unique key.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236D9B5-2A46-7717-387D-67D7CC226B3C}"/>
              </a:ext>
            </a:extLst>
          </p:cNvPr>
          <p:cNvSpPr txBox="1">
            <a:spLocks/>
          </p:cNvSpPr>
          <p:nvPr/>
        </p:nvSpPr>
        <p:spPr bwMode="auto">
          <a:xfrm>
            <a:off x="632549" y="3501015"/>
            <a:ext cx="7886700" cy="4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AU" dirty="0"/>
              <a:t>Limitations and Considerations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EF456E-C8C4-0DBA-0F4A-10B84609E1B0}"/>
              </a:ext>
            </a:extLst>
          </p:cNvPr>
          <p:cNvSpPr txBox="1">
            <a:spLocks/>
          </p:cNvSpPr>
          <p:nvPr/>
        </p:nvSpPr>
        <p:spPr bwMode="auto">
          <a:xfrm>
            <a:off x="628650" y="4044617"/>
            <a:ext cx="7886700" cy="2055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Fields between different asset management systems do not always directly correlate and may require transformation. </a:t>
            </a:r>
            <a:r>
              <a:rPr lang="en-AU" sz="1600" dirty="0" err="1"/>
              <a:t>i.e</a:t>
            </a:r>
            <a:r>
              <a:rPr lang="en-AU" sz="1600" dirty="0"/>
              <a:t> corporate device = G.James… </a:t>
            </a:r>
          </a:p>
          <a:p>
            <a:pPr defTabSz="914400">
              <a:buClrTx/>
              <a:buSzTx/>
            </a:pPr>
            <a:r>
              <a:rPr lang="en-AU" sz="1600" dirty="0"/>
              <a:t>Dirty Data, some data fields contain bad data. </a:t>
            </a:r>
            <a:r>
              <a:rPr lang="en-AU" sz="1600" dirty="0" err="1"/>
              <a:t>i.e</a:t>
            </a:r>
            <a:r>
              <a:rPr lang="en-AU" sz="1600" dirty="0"/>
              <a:t> Intune phone numbers (restricted by operating systems and ownership.), personal devices enrolled by Intune (phones), and almost all the data in MFM.</a:t>
            </a:r>
          </a:p>
          <a:p>
            <a:pPr defTabSz="914400">
              <a:buClrTx/>
              <a:buSzTx/>
            </a:pPr>
            <a:r>
              <a:rPr lang="en-AU" sz="1600" dirty="0"/>
              <a:t>G.James SNOW HAM has been customized to support the business, this coupled with financial constraints on the project makes available solutions potentially unfeasible. I.E Microsoft Graph.</a:t>
            </a:r>
          </a:p>
          <a:p>
            <a:pPr defTabSz="914400">
              <a:buClrTx/>
              <a:buSzTx/>
            </a:pP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12743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08B6-3F5B-637F-E615-53296E54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1: Map Asset Management Fields for Correlation.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E709-1DBB-B46F-304E-979665CB3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2304255"/>
          </a:xfrm>
        </p:spPr>
        <p:txBody>
          <a:bodyPr/>
          <a:lstStyle/>
          <a:p>
            <a:pPr marL="0" indent="0">
              <a:buNone/>
            </a:pPr>
            <a:r>
              <a:rPr lang="en-AU" sz="1600" dirty="0"/>
              <a:t>Owner Darren Daly</a:t>
            </a:r>
          </a:p>
          <a:p>
            <a:pPr marL="0" indent="0">
              <a:buNone/>
            </a:pPr>
            <a:r>
              <a:rPr lang="en-AU" sz="1600" dirty="0"/>
              <a:t>Task:</a:t>
            </a:r>
          </a:p>
          <a:p>
            <a:r>
              <a:rPr lang="en-AU" sz="1600" dirty="0"/>
              <a:t>Identify Asset Management Systems and procure exports.</a:t>
            </a:r>
          </a:p>
          <a:p>
            <a:r>
              <a:rPr lang="en-AU" sz="1600" dirty="0"/>
              <a:t>Evaluate how G.James utilizes the fields available in these asset management fields and how we could better utilize them.</a:t>
            </a:r>
          </a:p>
          <a:p>
            <a:r>
              <a:rPr lang="en-AU" sz="1600" dirty="0"/>
              <a:t>Identify what fields would correlate and what would require transformation.</a:t>
            </a:r>
          </a:p>
          <a:p>
            <a:r>
              <a:rPr lang="en-AU" sz="1600" dirty="0"/>
              <a:t>Scope Computers, Phones, and monitors.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26E1F2-6F26-95AC-BE1F-ECE1A5358FCC}"/>
              </a:ext>
            </a:extLst>
          </p:cNvPr>
          <p:cNvSpPr txBox="1">
            <a:spLocks/>
          </p:cNvSpPr>
          <p:nvPr/>
        </p:nvSpPr>
        <p:spPr bwMode="auto">
          <a:xfrm>
            <a:off x="631706" y="3284984"/>
            <a:ext cx="7886700" cy="4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AU" b="0" dirty="0"/>
              <a:t>Task 1: Consideration &amp; limitations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18C2AA-F6FD-2C11-6C4F-19356F4AFF14}"/>
              </a:ext>
            </a:extLst>
          </p:cNvPr>
          <p:cNvSpPr txBox="1">
            <a:spLocks/>
          </p:cNvSpPr>
          <p:nvPr/>
        </p:nvSpPr>
        <p:spPr bwMode="auto">
          <a:xfrm>
            <a:off x="634762" y="3756571"/>
            <a:ext cx="7886700" cy="2120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System for tracking HP monitors has not been developed and has been excluded from the scope for the time being.</a:t>
            </a:r>
          </a:p>
          <a:p>
            <a:pPr defTabSz="914400">
              <a:buClrTx/>
              <a:buSzTx/>
            </a:pPr>
            <a:r>
              <a:rPr lang="en-AU" sz="1600" dirty="0"/>
              <a:t>Have been requested to prioritize Intune.</a:t>
            </a:r>
          </a:p>
          <a:p>
            <a:pPr defTabSz="914400">
              <a:buClrTx/>
              <a:buSzTx/>
            </a:pPr>
            <a:r>
              <a:rPr lang="en-AU" sz="1600" dirty="0"/>
              <a:t>Phones and computers have slight variations in how we implement them and have been done separately.</a:t>
            </a:r>
          </a:p>
          <a:p>
            <a:pPr defTabSz="914400">
              <a:buClrTx/>
              <a:buSzTx/>
            </a:pPr>
            <a:r>
              <a:rPr lang="en-AU" sz="1600" dirty="0"/>
              <a:t>All devices will require being assigned to someone with both an AD and SNOW account for the Company portal and SNOW assignment.</a:t>
            </a:r>
          </a:p>
          <a:p>
            <a:pPr defTabSz="914400">
              <a:buClrTx/>
              <a:buSzTx/>
            </a:pPr>
            <a:endParaRPr lang="en-AU" sz="1600" dirty="0"/>
          </a:p>
          <a:p>
            <a:pPr defTabSz="914400">
              <a:buClrTx/>
              <a:buSzTx/>
            </a:pP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4788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5862-FE37-9177-ECC9-6242B2EE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8C65D-C83E-9BD0-6926-FD710E5CA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3799334" cy="432048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Phones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600" dirty="0"/>
              <a:t>Exported data from Intune and MFM.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600" dirty="0"/>
              <a:t>Created a table containing the asset fields in SNOW for a ‘mobile handset’ asset and evaluated how the fields are implemented.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600" dirty="0"/>
              <a:t>Replicated the process for MFM and Intune assets.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600" dirty="0"/>
              <a:t>Correlated what fields would map across the different systems. </a:t>
            </a:r>
          </a:p>
          <a:p>
            <a:pPr marL="0" indent="0">
              <a:buNone/>
            </a:pPr>
            <a:r>
              <a:rPr lang="en-AU" sz="1600" dirty="0"/>
              <a:t>Results:</a:t>
            </a:r>
          </a:p>
          <a:p>
            <a:pPr marL="0" indent="0">
              <a:buNone/>
            </a:pPr>
            <a:r>
              <a:rPr lang="en-AU" sz="1600" dirty="0"/>
              <a:t>https://gjames.sharepoint.com/:x:/s/Team-ICTServiceDesk/EVjiiLq-n2FLmMP-5qUALZQBf1tis9M5I8ZcW0RfyQcqBQ?e=bKEdWJ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C50EA8-08FA-C4CC-793B-A5779DCD8DEE}"/>
              </a:ext>
            </a:extLst>
          </p:cNvPr>
          <p:cNvSpPr txBox="1">
            <a:spLocks/>
          </p:cNvSpPr>
          <p:nvPr/>
        </p:nvSpPr>
        <p:spPr bwMode="auto">
          <a:xfrm>
            <a:off x="4572000" y="980729"/>
            <a:ext cx="3799334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Font typeface="Arial" charset="0"/>
              <a:buNone/>
            </a:pPr>
            <a:r>
              <a:rPr lang="en-AU" dirty="0"/>
              <a:t>Computers</a:t>
            </a:r>
          </a:p>
          <a:p>
            <a:pPr marL="457200" indent="-457200" defTabSz="914400">
              <a:buClrTx/>
              <a:buSzTx/>
              <a:buFont typeface="+mj-lt"/>
              <a:buAutoNum type="arabicPeriod"/>
            </a:pPr>
            <a:r>
              <a:rPr lang="en-AU" sz="1600" dirty="0"/>
              <a:t>Exported data from Intune.</a:t>
            </a:r>
          </a:p>
          <a:p>
            <a:pPr marL="457200" indent="-457200" defTabSz="914400">
              <a:buClrTx/>
              <a:buSzTx/>
              <a:buFont typeface="+mj-lt"/>
              <a:buAutoNum type="arabicPeriod"/>
            </a:pPr>
            <a:r>
              <a:rPr lang="en-AU" sz="1600" dirty="0"/>
              <a:t>Created a table containing the asset fields in SNOW for a ‘workstation’ asset and evaluated how the fields are implemented.</a:t>
            </a:r>
          </a:p>
          <a:p>
            <a:pPr marL="457200" indent="-457200" defTabSz="914400">
              <a:buClrTx/>
              <a:buSzTx/>
              <a:buFont typeface="+mj-lt"/>
              <a:buAutoNum type="arabicPeriod"/>
            </a:pPr>
            <a:r>
              <a:rPr lang="en-AU" sz="1600" dirty="0"/>
              <a:t>Replicated the process for Intune assets.</a:t>
            </a:r>
          </a:p>
          <a:p>
            <a:pPr marL="457200" indent="-457200" defTabSz="914400">
              <a:buClrTx/>
              <a:buSzTx/>
              <a:buFont typeface="+mj-lt"/>
              <a:buAutoNum type="arabicPeriod"/>
            </a:pPr>
            <a:r>
              <a:rPr lang="en-AU" sz="1600" dirty="0"/>
              <a:t>Correlated what fields would map across the different systems. </a:t>
            </a:r>
          </a:p>
          <a:p>
            <a:pPr marL="0" indent="0" defTabSz="914400">
              <a:buClrTx/>
              <a:buSzTx/>
              <a:buFont typeface="Arial" charset="0"/>
              <a:buNone/>
            </a:pPr>
            <a:r>
              <a:rPr lang="en-AU" sz="1600" dirty="0"/>
              <a:t>Results:</a:t>
            </a:r>
          </a:p>
          <a:p>
            <a:pPr marL="0" indent="0" defTabSz="914400">
              <a:buClrTx/>
              <a:buSzTx/>
              <a:buFont typeface="Arial" charset="0"/>
              <a:buNone/>
            </a:pPr>
            <a:r>
              <a:rPr lang="en-AU" sz="1600" dirty="0"/>
              <a:t>https://gjames.sharepoint.com/:x:/s/Team-ICTServiceDesk/EQuW-ECtpT5BsIxOTItd0DgB6zSGrt9uuZXUia17A-Jb3w?e=g8Q4SB</a:t>
            </a:r>
          </a:p>
        </p:txBody>
      </p:sp>
    </p:spTree>
    <p:extLst>
      <p:ext uri="{BB962C8B-B14F-4D97-AF65-F5344CB8AC3E}">
        <p14:creationId xmlns:p14="http://schemas.microsoft.com/office/powerpoint/2010/main" val="116834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B6BB-8D1C-FADB-3CE1-13049044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93" y="362502"/>
            <a:ext cx="7886700" cy="471587"/>
          </a:xfrm>
        </p:spPr>
        <p:txBody>
          <a:bodyPr/>
          <a:lstStyle/>
          <a:p>
            <a:r>
              <a:rPr lang="en-AU" dirty="0"/>
              <a:t>Results for Mobile Phones.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9CBC82B-2911-7326-70A9-5E72A17CA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748471"/>
              </p:ext>
            </p:extLst>
          </p:nvPr>
        </p:nvGraphicFramePr>
        <p:xfrm>
          <a:off x="512093" y="836713"/>
          <a:ext cx="8119813" cy="5389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342">
                  <a:extLst>
                    <a:ext uri="{9D8B030D-6E8A-4147-A177-3AD203B41FA5}">
                      <a16:colId xmlns:a16="http://schemas.microsoft.com/office/drawing/2014/main" val="25717817"/>
                    </a:ext>
                  </a:extLst>
                </a:gridCol>
                <a:gridCol w="2063157">
                  <a:extLst>
                    <a:ext uri="{9D8B030D-6E8A-4147-A177-3AD203B41FA5}">
                      <a16:colId xmlns:a16="http://schemas.microsoft.com/office/drawing/2014/main" val="835436583"/>
                    </a:ext>
                  </a:extLst>
                </a:gridCol>
                <a:gridCol w="2063157">
                  <a:extLst>
                    <a:ext uri="{9D8B030D-6E8A-4147-A177-3AD203B41FA5}">
                      <a16:colId xmlns:a16="http://schemas.microsoft.com/office/drawing/2014/main" val="951129688"/>
                    </a:ext>
                  </a:extLst>
                </a:gridCol>
                <a:gridCol w="2063157">
                  <a:extLst>
                    <a:ext uri="{9D8B030D-6E8A-4147-A177-3AD203B41FA5}">
                      <a16:colId xmlns:a16="http://schemas.microsoft.com/office/drawing/2014/main" val="2963222338"/>
                    </a:ext>
                  </a:extLst>
                </a:gridCol>
              </a:tblGrid>
              <a:tr h="288031">
                <a:tc>
                  <a:txBody>
                    <a:bodyPr/>
                    <a:lstStyle/>
                    <a:p>
                      <a:r>
                        <a:rPr lang="en-AU" sz="1200" dirty="0"/>
                        <a:t>Snow Field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System Pulled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Transformation Required?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25567"/>
                  </a:ext>
                </a:extLst>
              </a:tr>
              <a:tr h="513506">
                <a:tc>
                  <a:txBody>
                    <a:bodyPr/>
                    <a:lstStyle/>
                    <a:p>
                      <a:r>
                        <a:rPr lang="en-AU" sz="1200" dirty="0"/>
                        <a:t>Model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Static assigned variable “Mobile Handset”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239950"/>
                  </a:ext>
                </a:extLst>
              </a:tr>
              <a:tr h="710630">
                <a:tc>
                  <a:txBody>
                    <a:bodyPr/>
                    <a:lstStyle/>
                    <a:p>
                      <a:r>
                        <a:rPr lang="en-AU" sz="1200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Intune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May require that the CI is already created prior to onboarding the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711697"/>
                  </a:ext>
                </a:extLst>
              </a:tr>
              <a:tr h="628330">
                <a:tc>
                  <a:txBody>
                    <a:bodyPr/>
                    <a:lstStyle/>
                    <a:p>
                      <a:r>
                        <a:rPr lang="en-AU" sz="1200" dirty="0"/>
                        <a:t>Asset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Intune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Device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May also consider something like the rename script used for computers.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679187"/>
                  </a:ext>
                </a:extLst>
              </a:tr>
              <a:tr h="409854">
                <a:tc>
                  <a:txBody>
                    <a:bodyPr/>
                    <a:lstStyle/>
                    <a:p>
                      <a:r>
                        <a:rPr lang="en-AU" sz="1200" dirty="0"/>
                        <a:t>Managed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Static Assigned “Ross Lenox”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315002"/>
                  </a:ext>
                </a:extLst>
              </a:tr>
              <a:tr h="451406">
                <a:tc>
                  <a:txBody>
                    <a:bodyPr/>
                    <a:lstStyle/>
                    <a:p>
                      <a:r>
                        <a:rPr lang="en-AU" sz="1200" dirty="0"/>
                        <a:t>Serial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Intune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Serial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217828"/>
                  </a:ext>
                </a:extLst>
              </a:tr>
              <a:tr h="420950">
                <a:tc>
                  <a:txBody>
                    <a:bodyPr/>
                    <a:lstStyle/>
                    <a:p>
                      <a:r>
                        <a:rPr lang="en-AU" sz="1200" dirty="0"/>
                        <a:t>Substate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Intune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Device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Managed = in use</a:t>
                      </a:r>
                    </a:p>
                    <a:p>
                      <a:r>
                        <a:rPr lang="en-AU" sz="1200" dirty="0"/>
                        <a:t>Retired = retired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750858"/>
                  </a:ext>
                </a:extLst>
              </a:tr>
              <a:tr h="489732">
                <a:tc>
                  <a:txBody>
                    <a:bodyPr/>
                    <a:lstStyle/>
                    <a:p>
                      <a:r>
                        <a:rPr lang="en-AU" sz="1200" dirty="0"/>
                        <a:t>Assigned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Intune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Primary User (name or email)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User would require both Snow and AD account.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848365"/>
                  </a:ext>
                </a:extLst>
              </a:tr>
              <a:tr h="606520">
                <a:tc>
                  <a:txBody>
                    <a:bodyPr/>
                    <a:lstStyle/>
                    <a:p>
                      <a:r>
                        <a:rPr lang="en-AU" sz="1200" dirty="0"/>
                        <a:t>Owned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/>
                        <a:t>Static Assigned “Ross Lenox”</a:t>
                      </a:r>
                    </a:p>
                    <a:p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303139"/>
                  </a:ext>
                </a:extLst>
              </a:tr>
              <a:tr h="606520">
                <a:tc>
                  <a:txBody>
                    <a:bodyPr/>
                    <a:lstStyle/>
                    <a:p>
                      <a:r>
                        <a:rPr lang="en-AU" sz="1200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IMEI</a:t>
                      </a:r>
                      <a:br>
                        <a:rPr lang="en-AU" sz="1200" dirty="0"/>
                      </a:br>
                      <a:r>
                        <a:rPr lang="en-AU" sz="1200" dirty="0"/>
                        <a:t>Phone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While Intune has these fields Android is currently blocking access to these fields for certain devices.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921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68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B6BB-8D1C-FADB-3CE1-13049044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PC.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82F59BF-A084-A9D1-FA0F-7D17591B7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380711"/>
              </p:ext>
            </p:extLst>
          </p:nvPr>
        </p:nvGraphicFramePr>
        <p:xfrm>
          <a:off x="628650" y="1052736"/>
          <a:ext cx="7886700" cy="477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864066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88327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65178096"/>
                    </a:ext>
                  </a:extLst>
                </a:gridCol>
              </a:tblGrid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SNOW Required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Intune Field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Transformation Required?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948079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Model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Static Assigned to computer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094992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CI model would have to exist in SNOW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03601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Asset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Device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Exclude devices with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662548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Managed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Static assigned to Ross Lenox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110022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Serial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Serial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067239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Substate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Device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Transformation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68109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Assigned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Primary user display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970520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Owned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/>
                        <a:t>Static assigned to Ross Lenox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58392"/>
                  </a:ext>
                </a:extLst>
              </a:tr>
              <a:tr h="477010">
                <a:tc>
                  <a:txBody>
                    <a:bodyPr/>
                    <a:lstStyle/>
                    <a:p>
                      <a:r>
                        <a:rPr lang="en-AU" sz="1200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465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423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1DEA-93B5-C4E8-B51A-CC12B9D9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5AD6-A10F-DE0C-391F-56A8EC673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2088232"/>
          </a:xfrm>
        </p:spPr>
        <p:txBody>
          <a:bodyPr/>
          <a:lstStyle/>
          <a:p>
            <a:r>
              <a:rPr lang="en-AU" dirty="0"/>
              <a:t>Intune/ company portal allows for enrolment of personal devices for BYOD functionality for both PC and Phones. Check for Intune field ‘</a:t>
            </a:r>
            <a:r>
              <a:rPr lang="en-A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Ownership</a:t>
            </a:r>
            <a:r>
              <a:rPr lang="en-AU" dirty="0"/>
              <a:t> ’ = Corporate. </a:t>
            </a:r>
          </a:p>
          <a:p>
            <a:r>
              <a:rPr lang="en-AU" dirty="0"/>
              <a:t>Existing GJLT and GJWS devices may already exist in snow and be readded with a GJPC number causing a duplicate asset. Must investigate Deduplication based on serial numbers.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315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56BC-D39B-5EA6-5B9F-BBA3A5B9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2656"/>
            <a:ext cx="7886700" cy="471587"/>
          </a:xfrm>
        </p:spPr>
        <p:txBody>
          <a:bodyPr/>
          <a:lstStyle/>
          <a:p>
            <a:r>
              <a:rPr lang="en-AU" dirty="0"/>
              <a:t>Task 2 Transformation Script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BA36A-BA33-8942-0DE3-92FFEC601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42" y="980728"/>
            <a:ext cx="7886700" cy="5196235"/>
          </a:xfrm>
        </p:spPr>
        <p:txBody>
          <a:bodyPr/>
          <a:lstStyle/>
          <a:p>
            <a:pPr marL="0" indent="0" algn="ctr">
              <a:buNone/>
            </a:pPr>
            <a:r>
              <a:rPr lang="en-AU" dirty="0"/>
              <a:t>Stake holders</a:t>
            </a:r>
          </a:p>
          <a:p>
            <a:pPr marL="0" indent="0" algn="ctr">
              <a:buNone/>
            </a:pPr>
            <a:endParaRPr lang="en-AU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FE08517-C0A5-0F2E-3C31-45311EA02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02635"/>
              </p:ext>
            </p:extLst>
          </p:nvPr>
        </p:nvGraphicFramePr>
        <p:xfrm>
          <a:off x="827584" y="1397000"/>
          <a:ext cx="6792417" cy="37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139">
                  <a:extLst>
                    <a:ext uri="{9D8B030D-6E8A-4147-A177-3AD203B41FA5}">
                      <a16:colId xmlns:a16="http://schemas.microsoft.com/office/drawing/2014/main" val="4042081804"/>
                    </a:ext>
                  </a:extLst>
                </a:gridCol>
                <a:gridCol w="2264139">
                  <a:extLst>
                    <a:ext uri="{9D8B030D-6E8A-4147-A177-3AD203B41FA5}">
                      <a16:colId xmlns:a16="http://schemas.microsoft.com/office/drawing/2014/main" val="765832814"/>
                    </a:ext>
                  </a:extLst>
                </a:gridCol>
                <a:gridCol w="2264139">
                  <a:extLst>
                    <a:ext uri="{9D8B030D-6E8A-4147-A177-3AD203B41FA5}">
                      <a16:colId xmlns:a16="http://schemas.microsoft.com/office/drawing/2014/main" val="2528399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400" dirty="0"/>
                        <a:t>Infrastructure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Service Desk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Service Desk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6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/>
                        <a:t>Address “Close enough is good enough” concerning non existent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Address “Close enough is good enough” concerning non existent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Portable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27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dirty="0"/>
                        <a:t>Update all mandatory fields currently manually entered, for accurate data for reporting.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Import all devices including monitors and headsets </a:t>
                      </a:r>
                      <a:r>
                        <a:rPr lang="en-AU" sz="1400" dirty="0" err="1"/>
                        <a:t>ect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Simplistic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670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dirty="0"/>
                        <a:t>Populate last signed-in and date of last sign. Feature previously supplied by </a:t>
                      </a:r>
                      <a:r>
                        <a:rPr lang="en-AU" sz="1400" dirty="0" err="1"/>
                        <a:t>Sccm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Import purchase order numbers and costings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Minimal additional permissions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51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dirty="0"/>
                        <a:t>Focus on Phones and computers with Intune as a source of truth for data to replicate from.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Minimal upkeep or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51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291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C27A-6732-40CA-A266-9CE2586D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Process for Current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80BF-550F-BCA3-F71C-B9453CA0D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AU" sz="1400" dirty="0"/>
              <a:t>Export a device list from Sophos and add it to the folder specified.</a:t>
            </a:r>
            <a:br>
              <a:rPr lang="en-AU" sz="1400" dirty="0"/>
            </a:br>
            <a:r>
              <a:rPr lang="en-AU" sz="1400" dirty="0"/>
              <a:t>(Requires Sophos access, a standard for service desk analysts)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Export a device list from Intune with all fields selected, and add it to the folder specified.</a:t>
            </a:r>
            <a:br>
              <a:rPr lang="en-AU" sz="1400" dirty="0"/>
            </a:br>
            <a:r>
              <a:rPr lang="en-AU" sz="1400" dirty="0"/>
              <a:t>(Requires Intune access, a standard for service desk analysts)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Run script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Navigate to: SNOW -&gt; System Import sets -&gt; Data sources -&gt;Models import data source.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Append the current attachment with the output csv for the model update.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Check Format is CSV.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Select Load all records.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Select Transform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Navigate to: SNOW -&gt; System Import sets -&gt; Data sources -&gt;Assets import data source.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Append the current attachment with the output csv for the Bulk Asset Update.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Check Format is CSV.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Select Load all records.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AU" sz="1400" dirty="0"/>
              <a:t>Select Transform</a:t>
            </a:r>
          </a:p>
          <a:p>
            <a:pPr marL="0" indent="0">
              <a:buNone/>
            </a:pPr>
            <a:endParaRPr lang="en-AU" sz="1400" dirty="0"/>
          </a:p>
          <a:p>
            <a:pPr marL="457200" indent="-457200">
              <a:buFont typeface="Arial" charset="0"/>
              <a:buAutoNum type="arabicPeriod"/>
            </a:pPr>
            <a:endParaRPr lang="en-AU" sz="1400" dirty="0"/>
          </a:p>
          <a:p>
            <a:pPr marL="457200" indent="-457200">
              <a:buFont typeface="Arial" charset="0"/>
              <a:buAutoNum type="arabicPeriod"/>
            </a:pPr>
            <a:endParaRPr lang="en-AU" sz="1400" dirty="0"/>
          </a:p>
          <a:p>
            <a:pPr marL="457200" indent="-457200">
              <a:buAutoNum type="arabicPeriod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392318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B6BB-8D1C-FADB-3CE1-13049044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502" y="116632"/>
            <a:ext cx="1375043" cy="471587"/>
          </a:xfrm>
        </p:spPr>
        <p:txBody>
          <a:bodyPr/>
          <a:lstStyle/>
          <a:p>
            <a:r>
              <a:rPr lang="en-AU" sz="1400" dirty="0"/>
              <a:t>Currently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E4AF28A-175E-1E08-E442-4459C3591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209494"/>
              </p:ext>
            </p:extLst>
          </p:nvPr>
        </p:nvGraphicFramePr>
        <p:xfrm>
          <a:off x="532661" y="980728"/>
          <a:ext cx="1375043" cy="152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043">
                  <a:extLst>
                    <a:ext uri="{9D8B030D-6E8A-4147-A177-3AD203B41FA5}">
                      <a16:colId xmlns:a16="http://schemas.microsoft.com/office/drawing/2014/main" val="3851322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Sophos Device Export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8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 (Device Name)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971204"/>
                  </a:ext>
                </a:extLst>
              </a:tr>
              <a:tr h="410448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logged on (User)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43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logged on Date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67816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54AF10D-AFFE-A541-2C14-2D7A7185E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085864"/>
              </p:ext>
            </p:extLst>
          </p:nvPr>
        </p:nvGraphicFramePr>
        <p:xfrm>
          <a:off x="532661" y="2636912"/>
          <a:ext cx="1375043" cy="315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043">
                  <a:extLst>
                    <a:ext uri="{9D8B030D-6E8A-4147-A177-3AD203B41FA5}">
                      <a16:colId xmlns:a16="http://schemas.microsoft.com/office/drawing/2014/main" val="301517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Intune device export CSV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66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Device Name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996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Serial Number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95392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Manufacturer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798081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9815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IMEI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7691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Subscriber Carrier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12025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Primary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66954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Ownership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41597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16706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Phone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6745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180A945-44A9-9BE4-1F1A-D0E4E4487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93607"/>
              </p:ext>
            </p:extLst>
          </p:nvPr>
        </p:nvGraphicFramePr>
        <p:xfrm>
          <a:off x="7524328" y="548680"/>
          <a:ext cx="1296145" cy="534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301517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Asset Bulk Upload CSV (SNOW)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66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Serial Number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95392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Asset tag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798081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Model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9815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Model Display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7691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Assigned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2250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12025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66954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Owned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41597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Managed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16706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Support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674502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31524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Depreciated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160482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Pre-allocated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218282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71312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Resale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083011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Salvage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586583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Last logged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1049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Last log on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2695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Model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03166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039EB7-2774-1AC2-7A5D-379389ABA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80388"/>
              </p:ext>
            </p:extLst>
          </p:nvPr>
        </p:nvGraphicFramePr>
        <p:xfrm>
          <a:off x="6109419" y="3813961"/>
          <a:ext cx="1296145" cy="278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301517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 Update CSV (SNOW)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66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 Categories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95392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</a:t>
                      </a:r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798081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Manufacturer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9815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Model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7691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22500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120256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Expenditure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66954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Asset tracking 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41597"/>
                  </a:ext>
                </a:extLst>
              </a:tr>
              <a:tr h="255672">
                <a:tc>
                  <a:txBody>
                    <a:bodyPr/>
                    <a:lstStyle/>
                    <a:p>
                      <a:r>
                        <a:rPr lang="en-AU" sz="800" dirty="0"/>
                        <a:t>Asset Tracking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16706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F26825-4F0C-BBCE-60FA-A033540D0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395460"/>
              </p:ext>
            </p:extLst>
          </p:nvPr>
        </p:nvGraphicFramePr>
        <p:xfrm>
          <a:off x="2123728" y="548680"/>
          <a:ext cx="3706592" cy="6052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648">
                  <a:extLst>
                    <a:ext uri="{9D8B030D-6E8A-4147-A177-3AD203B41FA5}">
                      <a16:colId xmlns:a16="http://schemas.microsoft.com/office/drawing/2014/main" val="3071921245"/>
                    </a:ext>
                  </a:extLst>
                </a:gridCol>
                <a:gridCol w="926648">
                  <a:extLst>
                    <a:ext uri="{9D8B030D-6E8A-4147-A177-3AD203B41FA5}">
                      <a16:colId xmlns:a16="http://schemas.microsoft.com/office/drawing/2014/main" val="3015177925"/>
                    </a:ext>
                  </a:extLst>
                </a:gridCol>
                <a:gridCol w="926648">
                  <a:extLst>
                    <a:ext uri="{9D8B030D-6E8A-4147-A177-3AD203B41FA5}">
                      <a16:colId xmlns:a16="http://schemas.microsoft.com/office/drawing/2014/main" val="910839556"/>
                    </a:ext>
                  </a:extLst>
                </a:gridCol>
                <a:gridCol w="926648">
                  <a:extLst>
                    <a:ext uri="{9D8B030D-6E8A-4147-A177-3AD203B41FA5}">
                      <a16:colId xmlns:a16="http://schemas.microsoft.com/office/drawing/2014/main" val="745721190"/>
                    </a:ext>
                  </a:extLst>
                </a:gridCol>
              </a:tblGrid>
              <a:tr h="291747">
                <a:tc gridSpan="4">
                  <a:txBody>
                    <a:bodyPr/>
                    <a:lstStyle/>
                    <a:p>
                      <a:pPr algn="ctr"/>
                      <a:r>
                        <a:rPr lang="en-AU" sz="1200" b="0" dirty="0"/>
                        <a:t>Transform script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800790"/>
                  </a:ext>
                </a:extLst>
              </a:tr>
              <a:tr h="419106">
                <a:tc>
                  <a:txBody>
                    <a:bodyPr/>
                    <a:lstStyle/>
                    <a:p>
                      <a:r>
                        <a:rPr lang="en-AU" sz="600" b="1" dirty="0">
                          <a:solidFill>
                            <a:schemeClr val="tx1"/>
                          </a:solidFill>
                        </a:rPr>
                        <a:t>Takes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b="1" dirty="0">
                          <a:solidFill>
                            <a:schemeClr val="tx1"/>
                          </a:solidFill>
                        </a:rPr>
                        <a:t>Outputs -&gt;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Asset Bulk Upload CSV (SNOW)</a:t>
                      </a:r>
                      <a:endParaRPr lang="en-AU" sz="6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AU" sz="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b="1" dirty="0">
                          <a:solidFill>
                            <a:schemeClr val="tx1"/>
                          </a:solidFill>
                        </a:rPr>
                        <a:t>Takes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dirty="0">
                          <a:solidFill>
                            <a:schemeClr val="tx1"/>
                          </a:solidFill>
                        </a:rPr>
                        <a:t>Outputs </a:t>
                      </a:r>
                      <a:r>
                        <a:rPr lang="en-AU" sz="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 -&gt; Update CSV (SNOW)</a:t>
                      </a:r>
                      <a:endParaRPr lang="en-AU" sz="6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AU" sz="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904365"/>
                  </a:ext>
                </a:extLst>
              </a:tr>
              <a:tr h="3352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Serial Number</a:t>
                      </a:r>
                      <a:endParaRPr lang="en-AU" sz="600" dirty="0"/>
                    </a:p>
                    <a:p>
                      <a:r>
                        <a:rPr lang="en-AU" sz="600" dirty="0"/>
                        <a:t>(no transformation)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Serial Number</a:t>
                      </a:r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dirty="0"/>
                        <a:t>Model (Transformations for Some devices)</a:t>
                      </a:r>
                    </a:p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 Categories</a:t>
                      </a:r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95392"/>
                  </a:ext>
                </a:extLst>
              </a:tr>
              <a:tr h="3352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Device Name</a:t>
                      </a:r>
                      <a:endParaRPr lang="en-AU" sz="600" dirty="0"/>
                    </a:p>
                    <a:p>
                      <a:r>
                        <a:rPr lang="en-AU" sz="600" dirty="0"/>
                        <a:t>(Drops ‘Desktop’)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Asset tag</a:t>
                      </a:r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Hard coded </a:t>
                      </a:r>
                      <a:r>
                        <a:rPr lang="en-US" sz="600" dirty="0"/>
                        <a:t>= '</a:t>
                      </a:r>
                      <a:r>
                        <a:rPr lang="en-US" sz="600" dirty="0" err="1"/>
                        <a:t>cmdb_hardware_product_model</a:t>
                      </a:r>
                      <a:r>
                        <a:rPr lang="en-US" sz="600" dirty="0"/>
                        <a:t>'</a:t>
                      </a:r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</a:t>
                      </a:r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798081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Model (Transformations for Some devices)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Manufacturer</a:t>
                      </a:r>
                      <a:endParaRPr lang="en-AU" sz="600" dirty="0"/>
                    </a:p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Manufacturer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98150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Manufacturer + Device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Model Display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Model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76910"/>
                  </a:ext>
                </a:extLst>
              </a:tr>
              <a:tr h="335285">
                <a:tc>
                  <a:txBody>
                    <a:bodyPr/>
                    <a:lstStyle/>
                    <a:p>
                      <a:r>
                        <a:rPr lang="en-AU" sz="600" dirty="0"/>
                        <a:t>Primary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Assigned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Ownership</a:t>
                      </a:r>
                    </a:p>
                    <a:p>
                      <a:r>
                        <a:rPr lang="en-AU" sz="600" dirty="0"/>
                        <a:t>(If Corporate = Ross)</a:t>
                      </a:r>
                    </a:p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22500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Ownership</a:t>
                      </a:r>
                    </a:p>
                    <a:p>
                      <a:r>
                        <a:rPr lang="en-AU" sz="600" dirty="0"/>
                        <a:t>(Corporate = G.James…)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Hard coded = 'In Production'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120256"/>
                  </a:ext>
                </a:extLst>
              </a:tr>
              <a:tr h="201142">
                <a:tc>
                  <a:txBody>
                    <a:bodyPr/>
                    <a:lstStyle/>
                    <a:p>
                      <a:r>
                        <a:rPr lang="en-AU" sz="600" dirty="0"/>
                        <a:t>Hard code = 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Hard coded = 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Expenditure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66954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Ownership</a:t>
                      </a:r>
                    </a:p>
                    <a:p>
                      <a:r>
                        <a:rPr lang="en-AU" sz="600" dirty="0"/>
                        <a:t>(If Corporate = Ross)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Owned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Hard coded = 'Leave to category'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Asset tracking 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41597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Ownership</a:t>
                      </a:r>
                    </a:p>
                    <a:p>
                      <a:r>
                        <a:rPr lang="en-AU" sz="600" dirty="0"/>
                        <a:t>(If Corporate = Ross)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Managed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Hard coded = 'Individual Unit'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Asset Tracking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167066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Hard code = 'ICT - Service Desk'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Support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674502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r>
                        <a:rPr lang="en-AU" sz="600" dirty="0"/>
                        <a:t>IMEI + Subscriber Carrier + Phone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31524"/>
                  </a:ext>
                </a:extLst>
              </a:tr>
              <a:tr h="201142">
                <a:tc>
                  <a:txBody>
                    <a:bodyPr/>
                    <a:lstStyle/>
                    <a:p>
                      <a:r>
                        <a:rPr lang="en-AU" sz="600" dirty="0"/>
                        <a:t>Hard code = 'AUD0.00'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Depreciated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160482"/>
                  </a:ext>
                </a:extLst>
              </a:tr>
              <a:tr h="201142">
                <a:tc>
                  <a:txBody>
                    <a:bodyPr/>
                    <a:lstStyle/>
                    <a:p>
                      <a:r>
                        <a:rPr lang="en-AU" sz="600" dirty="0"/>
                        <a:t>Hard Code =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Pre-allocated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218282"/>
                  </a:ext>
                </a:extLst>
              </a:tr>
              <a:tr h="201142">
                <a:tc>
                  <a:txBody>
                    <a:bodyPr/>
                    <a:lstStyle/>
                    <a:p>
                      <a:r>
                        <a:rPr lang="en-AU" sz="600" dirty="0"/>
                        <a:t>Hard code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713126"/>
                  </a:ext>
                </a:extLst>
              </a:tr>
              <a:tr h="201142">
                <a:tc>
                  <a:txBody>
                    <a:bodyPr/>
                    <a:lstStyle/>
                    <a:p>
                      <a:r>
                        <a:rPr lang="en-AU" sz="600" dirty="0"/>
                        <a:t>Hard code = 'AUD0.00'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Resale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083011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dirty="0"/>
                        <a:t>Hard code = 'AUD0.00'</a:t>
                      </a:r>
                    </a:p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Salvage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586583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logged on (User)</a:t>
                      </a:r>
                      <a:endParaRPr lang="en-AU" sz="600" dirty="0"/>
                    </a:p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Last logged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10496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logged on Date</a:t>
                      </a:r>
                      <a:endParaRPr lang="en-AU" sz="600" dirty="0"/>
                    </a:p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Last log 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074294"/>
                  </a:ext>
                </a:extLst>
              </a:tr>
              <a:tr h="419106">
                <a:tc>
                  <a:txBody>
                    <a:bodyPr/>
                    <a:lstStyle/>
                    <a:p>
                      <a:r>
                        <a:rPr lang="en-AU" sz="600" dirty="0"/>
                        <a:t>OS (windows or Mac = computer, and some hard-coded mapping for current model devices)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600" dirty="0"/>
                        <a:t>Model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031667"/>
                  </a:ext>
                </a:extLst>
              </a:tr>
            </a:tbl>
          </a:graphicData>
        </a:graphic>
      </p:graphicFrame>
      <p:sp>
        <p:nvSpPr>
          <p:cNvPr id="17" name="Arrow: Right 16">
            <a:extLst>
              <a:ext uri="{FF2B5EF4-FFF2-40B4-BE49-F238E27FC236}">
                <a16:creationId xmlns:a16="http://schemas.microsoft.com/office/drawing/2014/main" id="{5E4BC54A-3411-16C6-6E73-49AACA3537BF}"/>
              </a:ext>
            </a:extLst>
          </p:cNvPr>
          <p:cNvSpPr/>
          <p:nvPr/>
        </p:nvSpPr>
        <p:spPr>
          <a:xfrm>
            <a:off x="1907704" y="1556792"/>
            <a:ext cx="21602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9593D28-E73D-1025-797A-E23104191876}"/>
              </a:ext>
            </a:extLst>
          </p:cNvPr>
          <p:cNvSpPr/>
          <p:nvPr/>
        </p:nvSpPr>
        <p:spPr>
          <a:xfrm>
            <a:off x="1930634" y="4066273"/>
            <a:ext cx="21602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4037CCD-C843-A0DE-288D-95067385FA82}"/>
              </a:ext>
            </a:extLst>
          </p:cNvPr>
          <p:cNvSpPr/>
          <p:nvPr/>
        </p:nvSpPr>
        <p:spPr>
          <a:xfrm>
            <a:off x="5818066" y="908720"/>
            <a:ext cx="170626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BF6417A-B193-9E67-37B8-A56C98A08F88}"/>
              </a:ext>
            </a:extLst>
          </p:cNvPr>
          <p:cNvSpPr/>
          <p:nvPr/>
        </p:nvSpPr>
        <p:spPr>
          <a:xfrm>
            <a:off x="5830319" y="4869160"/>
            <a:ext cx="2790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93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63CC-9BE5-5588-DC9B-EF06C170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Hard code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05F-B563-912F-981E-5FE7127B6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3223270" cy="2304255"/>
          </a:xfrm>
        </p:spPr>
        <p:txBody>
          <a:bodyPr/>
          <a:lstStyle/>
          <a:p>
            <a:pPr marL="0" indent="0">
              <a:buNone/>
            </a:pPr>
            <a:r>
              <a:rPr lang="en-AU" sz="1400" b="1" dirty="0"/>
              <a:t>Model Name</a:t>
            </a:r>
          </a:p>
          <a:p>
            <a:r>
              <a:rPr lang="en-AU" sz="1100" dirty="0"/>
              <a:t>Lenovo's and a few phones only presented with a model number and not a model name. </a:t>
            </a:r>
          </a:p>
          <a:p>
            <a:r>
              <a:rPr lang="en-AU" sz="1100" dirty="0"/>
              <a:t>These names are generated by correlating the model number to the model name on the vendor’s site, and hard-coding these values. </a:t>
            </a:r>
          </a:p>
          <a:p>
            <a:r>
              <a:rPr lang="en-AU" sz="1100" dirty="0"/>
              <a:t>Ok for end-of-life </a:t>
            </a:r>
            <a:r>
              <a:rPr lang="en-AU" sz="1100" dirty="0" err="1"/>
              <a:t>Lenovos</a:t>
            </a:r>
            <a:r>
              <a:rPr lang="en-AU" sz="1100" dirty="0"/>
              <a:t> but will require ongoing support for other new devices that present in this way.</a:t>
            </a:r>
          </a:p>
          <a:p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AD8926-9A85-D9AE-4A7E-4DEDC22EE4F2}"/>
              </a:ext>
            </a:extLst>
          </p:cNvPr>
          <p:cNvSpPr txBox="1">
            <a:spLocks/>
          </p:cNvSpPr>
          <p:nvPr/>
        </p:nvSpPr>
        <p:spPr bwMode="auto">
          <a:xfrm>
            <a:off x="628650" y="3125190"/>
            <a:ext cx="3223270" cy="2736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sz="1400" b="1" dirty="0"/>
              <a:t>Model Category</a:t>
            </a:r>
          </a:p>
          <a:p>
            <a:pPr defTabSz="914400">
              <a:buClrTx/>
              <a:buSzTx/>
            </a:pPr>
            <a:r>
              <a:rPr lang="en-AU" sz="1100" dirty="0"/>
              <a:t>Other than the operating system there is no apparent variable that would accurately correlate to this variable.</a:t>
            </a:r>
          </a:p>
          <a:p>
            <a:pPr defTabSz="914400">
              <a:buClrTx/>
              <a:buSzTx/>
            </a:pPr>
            <a:r>
              <a:rPr lang="en-AU" sz="1100" dirty="0"/>
              <a:t> First-level filter devices buy the operating system. This defines them as ‘Mobile Handsets’ or Computers.</a:t>
            </a:r>
          </a:p>
          <a:p>
            <a:pPr defTabSz="914400">
              <a:buClrTx/>
              <a:buSzTx/>
            </a:pPr>
            <a:r>
              <a:rPr lang="en-AU" sz="1100" dirty="0"/>
              <a:t>All devices that have current assignments of Workstation- Advanced </a:t>
            </a:r>
            <a:r>
              <a:rPr lang="en-AU" sz="1100" dirty="0" err="1"/>
              <a:t>ect</a:t>
            </a:r>
            <a:r>
              <a:rPr lang="en-AU" sz="1100" dirty="0"/>
              <a:t> have been coded to translate based on data already existing in snow.</a:t>
            </a:r>
          </a:p>
          <a:p>
            <a:pPr defTabSz="914400">
              <a:buClrTx/>
              <a:buSzTx/>
            </a:pPr>
            <a:r>
              <a:rPr lang="en-AU" sz="1100" dirty="0"/>
              <a:t>To facilitate more categorisation than ‘Computer’ and phone, further updates will be required to this script every time a new model is added.</a:t>
            </a:r>
          </a:p>
          <a:p>
            <a:pPr defTabSz="914400">
              <a:buClrTx/>
              <a:buSzTx/>
            </a:pPr>
            <a:endParaRPr lang="en-AU" sz="1100" dirty="0"/>
          </a:p>
          <a:p>
            <a:pPr defTabSz="914400">
              <a:buClrTx/>
              <a:buSzTx/>
            </a:pPr>
            <a:endParaRPr lang="en-AU" sz="1100" dirty="0"/>
          </a:p>
          <a:p>
            <a:pPr defTabSz="914400">
              <a:buClrTx/>
              <a:buSzTx/>
            </a:pPr>
            <a:endParaRPr lang="en-AU" sz="11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F86251-57D1-D117-6BEA-03E38E9C0F0A}"/>
              </a:ext>
            </a:extLst>
          </p:cNvPr>
          <p:cNvSpPr txBox="1">
            <a:spLocks/>
          </p:cNvSpPr>
          <p:nvPr/>
        </p:nvSpPr>
        <p:spPr bwMode="auto">
          <a:xfrm>
            <a:off x="4427984" y="980729"/>
            <a:ext cx="3223270" cy="1872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sz="1400" b="1" dirty="0"/>
              <a:t>Owned by, Managed by, and Company</a:t>
            </a:r>
          </a:p>
          <a:p>
            <a:pPr defTabSz="914400">
              <a:buClrTx/>
              <a:buSzTx/>
            </a:pPr>
            <a:r>
              <a:rPr lang="en-AU" sz="1100" dirty="0"/>
              <a:t>These values are translated from Personal or Corporate devices.</a:t>
            </a:r>
          </a:p>
          <a:p>
            <a:pPr defTabSz="914400">
              <a:buClrTx/>
              <a:buSzTx/>
            </a:pPr>
            <a:r>
              <a:rPr lang="en-AU" sz="1100" dirty="0"/>
              <a:t>All corporate devices get the values of ‘Ross Lennox’ and ‘G.James ..’ respectively. </a:t>
            </a:r>
          </a:p>
          <a:p>
            <a:pPr defTabSz="914400">
              <a:buClrTx/>
              <a:buSzTx/>
            </a:pPr>
            <a:r>
              <a:rPr lang="en-AU" sz="1100" dirty="0"/>
              <a:t>All personal devices get assigned personnel for these fields and are consequently excluded from the output data.</a:t>
            </a:r>
          </a:p>
          <a:p>
            <a:pPr defTabSz="914400">
              <a:buClrTx/>
              <a:buSzTx/>
            </a:pPr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DAFFBA2-A75A-DCDF-0364-7D2D078BA1E4}"/>
              </a:ext>
            </a:extLst>
          </p:cNvPr>
          <p:cNvSpPr txBox="1">
            <a:spLocks/>
          </p:cNvSpPr>
          <p:nvPr/>
        </p:nvSpPr>
        <p:spPr bwMode="auto">
          <a:xfrm>
            <a:off x="4427984" y="3125190"/>
            <a:ext cx="3223270" cy="260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sz="1400" b="1" dirty="0"/>
              <a:t>Comments</a:t>
            </a:r>
          </a:p>
          <a:p>
            <a:pPr defTabSz="914400">
              <a:buClrTx/>
              <a:buSzTx/>
            </a:pPr>
            <a:r>
              <a:rPr lang="en-AU" sz="1100" dirty="0"/>
              <a:t>Did not have fields in Snow for phone carrier phone number and IMEI for devices that require it.</a:t>
            </a:r>
          </a:p>
          <a:p>
            <a:pPr defTabSz="914400">
              <a:buClrTx/>
              <a:buSzTx/>
            </a:pPr>
            <a:r>
              <a:rPr lang="en-AU" sz="1100" dirty="0"/>
              <a:t>These values are concatenated nicely into a string builder and output in the comments to facilitate these fields.</a:t>
            </a:r>
          </a:p>
        </p:txBody>
      </p:sp>
    </p:spTree>
    <p:extLst>
      <p:ext uri="{BB962C8B-B14F-4D97-AF65-F5344CB8AC3E}">
        <p14:creationId xmlns:p14="http://schemas.microsoft.com/office/powerpoint/2010/main" val="1384024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7F32-9F14-F07B-16D5-5AB73181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B7070-1AB2-189D-9056-23A83CB6C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86409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The script output files were tested in the Development Snow environment.</a:t>
            </a:r>
          </a:p>
          <a:p>
            <a:pPr marL="0" indent="0">
              <a:buNone/>
            </a:pPr>
            <a:r>
              <a:rPr lang="en-AU" dirty="0"/>
              <a:t>Results were reviewed by Vijay.</a:t>
            </a:r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666C4F-9C00-D7B0-A007-CA414DB1D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888829"/>
              </p:ext>
            </p:extLst>
          </p:nvPr>
        </p:nvGraphicFramePr>
        <p:xfrm>
          <a:off x="628650" y="1916832"/>
          <a:ext cx="7327726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863">
                  <a:extLst>
                    <a:ext uri="{9D8B030D-6E8A-4147-A177-3AD203B41FA5}">
                      <a16:colId xmlns:a16="http://schemas.microsoft.com/office/drawing/2014/main" val="3119507912"/>
                    </a:ext>
                  </a:extLst>
                </a:gridCol>
                <a:gridCol w="3663863">
                  <a:extLst>
                    <a:ext uri="{9D8B030D-6E8A-4147-A177-3AD203B41FA5}">
                      <a16:colId xmlns:a16="http://schemas.microsoft.com/office/drawing/2014/main" val="1215035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200" dirty="0"/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Losses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655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200" dirty="0"/>
                        <a:t>Created non-existent hardware models and migrated the incorrectly assigned devices to appropriate fields.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Phone naming is not managed in Intune and will not be unique enough needs addressing.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07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200" dirty="0"/>
                        <a:t>Updates records of existing devices in SNOW, not duplicate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Currently only adds and updates phones and computers.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1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200" dirty="0"/>
                        <a:t>Updating a blank field does not remove existing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Does not yet populate PO, Cost, and Assigned Date. (we are not currently utilizing these fields, but would be nice to have)</a:t>
                      </a:r>
                    </a:p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2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200" dirty="0"/>
                        <a:t>All currently used fields, auto populated fields and Last user and last logged-on fields populate where data is available.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Concerns about the amount of Service Desk support required to map category types of laptop/workstations standard /advanced etc as without updating code new models will either be a Phone or a Computer.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89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A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not upload personal devices or devices that have not deployed correctly.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25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A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Adds new assets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922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188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7EF3-C894-68A1-BB6E-B6FDA2D5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Addressing Losses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6DA456-DAA5-432A-524E-8B8CE8AFC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3223270" cy="3168351"/>
          </a:xfrm>
        </p:spPr>
        <p:txBody>
          <a:bodyPr/>
          <a:lstStyle/>
          <a:p>
            <a:pPr marL="0" indent="0">
              <a:buNone/>
            </a:pPr>
            <a:r>
              <a:rPr lang="en-AU" sz="1400" b="1" dirty="0"/>
              <a:t>Phone Naming Issue</a:t>
            </a:r>
          </a:p>
          <a:p>
            <a:r>
              <a:rPr lang="en-AU" sz="1100" dirty="0"/>
              <a:t>Currently most iPhones are named iPhone, this may create an issue as Asset Tag is intended to be unique.</a:t>
            </a:r>
          </a:p>
          <a:p>
            <a:r>
              <a:rPr lang="en-AU" sz="1100" dirty="0"/>
              <a:t>This is the major issue and Vijay is happy to test in Production once this issue is resolved.</a:t>
            </a:r>
          </a:p>
          <a:p>
            <a:pPr marL="0" indent="0">
              <a:buNone/>
            </a:pPr>
            <a:r>
              <a:rPr lang="en-AU" sz="1100" dirty="0"/>
              <a:t>Proposed Band-aid</a:t>
            </a:r>
          </a:p>
          <a:p>
            <a:r>
              <a:rPr lang="en-AU" sz="1100" dirty="0"/>
              <a:t>Add some user data to the asset tag field in the code to make this variable unique.</a:t>
            </a:r>
          </a:p>
          <a:p>
            <a:pPr marL="0" indent="0">
              <a:buNone/>
            </a:pPr>
            <a:r>
              <a:rPr lang="en-AU" sz="1100" dirty="0"/>
              <a:t>Proposed Solution</a:t>
            </a:r>
          </a:p>
          <a:p>
            <a:r>
              <a:rPr lang="en-AU" sz="1100" dirty="0"/>
              <a:t>Manage names of phones in a similar way we manage computer names Intune.</a:t>
            </a:r>
          </a:p>
          <a:p>
            <a:r>
              <a:rPr lang="en-AU" sz="1100" dirty="0"/>
              <a:t>Remove Band-aid solution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B18AD0-0F6E-AA0B-E22C-84D74B024669}"/>
              </a:ext>
            </a:extLst>
          </p:cNvPr>
          <p:cNvSpPr txBox="1">
            <a:spLocks/>
          </p:cNvSpPr>
          <p:nvPr/>
        </p:nvSpPr>
        <p:spPr bwMode="auto">
          <a:xfrm>
            <a:off x="4499992" y="4149080"/>
            <a:ext cx="3223270" cy="172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Font typeface="Arial" charset="0"/>
              <a:buNone/>
            </a:pPr>
            <a:r>
              <a:rPr lang="en-AU" sz="1400" b="1" dirty="0"/>
              <a:t>Ongoing Support</a:t>
            </a:r>
          </a:p>
          <a:p>
            <a:pPr defTabSz="914400">
              <a:buClrTx/>
              <a:buSzTx/>
            </a:pPr>
            <a:r>
              <a:rPr lang="en-AU" sz="1100" dirty="0"/>
              <a:t>Currently script contains over 300 lines of code.</a:t>
            </a:r>
          </a:p>
          <a:p>
            <a:pPr defTabSz="914400">
              <a:buClrTx/>
              <a:buSzTx/>
            </a:pPr>
            <a:r>
              <a:rPr lang="en-AU" sz="1100" dirty="0"/>
              <a:t>Typically service desk members will not be required to have the proficiency to maintain this.</a:t>
            </a:r>
          </a:p>
          <a:p>
            <a:pPr defTabSz="914400">
              <a:buClrTx/>
              <a:buSzTx/>
            </a:pPr>
            <a:r>
              <a:rPr lang="en-AU" sz="1100" dirty="0"/>
              <a:t>Increasing complexity and scope means more code and more areas to maintain.</a:t>
            </a:r>
          </a:p>
          <a:p>
            <a:pPr marL="0" indent="0" defTabSz="914400">
              <a:buClrTx/>
              <a:buSzTx/>
              <a:buNone/>
            </a:pPr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1543B8-84DB-AE40-B346-D717B42FE3E9}"/>
              </a:ext>
            </a:extLst>
          </p:cNvPr>
          <p:cNvSpPr txBox="1">
            <a:spLocks/>
          </p:cNvSpPr>
          <p:nvPr/>
        </p:nvSpPr>
        <p:spPr bwMode="auto">
          <a:xfrm>
            <a:off x="4540228" y="980729"/>
            <a:ext cx="3223270" cy="2304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Font typeface="Arial" charset="0"/>
              <a:buNone/>
            </a:pPr>
            <a:r>
              <a:rPr lang="en-AU" sz="1400" b="1" dirty="0"/>
              <a:t>Other Assets </a:t>
            </a:r>
          </a:p>
          <a:p>
            <a:pPr defTabSz="914400">
              <a:buClrTx/>
              <a:buSzTx/>
            </a:pPr>
            <a:r>
              <a:rPr lang="en-AU" sz="1100" dirty="0"/>
              <a:t>Current Priority Is Phones and computers and this has been met.</a:t>
            </a:r>
          </a:p>
          <a:p>
            <a:pPr defTabSz="914400">
              <a:buClrTx/>
              <a:buSzTx/>
            </a:pPr>
            <a:r>
              <a:rPr lang="en-AU" sz="1100" dirty="0"/>
              <a:t>The inclusion of monitors will be investigated once the HP Display.. The project has been completed and available data is accessible.</a:t>
            </a:r>
          </a:p>
          <a:p>
            <a:pPr defTabSz="914400">
              <a:buClrTx/>
              <a:buSzTx/>
            </a:pPr>
            <a:r>
              <a:rPr lang="en-AU" sz="1100" dirty="0"/>
              <a:t>All Other assets </a:t>
            </a:r>
            <a:r>
              <a:rPr lang="en-AU" sz="1100" dirty="0" err="1"/>
              <a:t>ie</a:t>
            </a:r>
            <a:r>
              <a:rPr lang="en-AU" sz="1100" dirty="0"/>
              <a:t> Crestron units and Headsets </a:t>
            </a:r>
            <a:r>
              <a:rPr lang="en-AU" sz="1100" dirty="0" err="1"/>
              <a:t>ect</a:t>
            </a:r>
            <a:r>
              <a:rPr lang="en-AU" sz="1100" dirty="0"/>
              <a:t>, will require a datasheet that meets the following criteria.</a:t>
            </a:r>
          </a:p>
          <a:p>
            <a:pPr lvl="1" defTabSz="914400">
              <a:buClrTx/>
              <a:buSzTx/>
            </a:pPr>
            <a:r>
              <a:rPr lang="en-AU" sz="900" dirty="0"/>
              <a:t>Data must be accessible immediately to any service desk member for routine task.</a:t>
            </a:r>
          </a:p>
          <a:p>
            <a:pPr lvl="1" defTabSz="914400">
              <a:buClrTx/>
              <a:buSzTx/>
            </a:pPr>
            <a:r>
              <a:rPr lang="en-AU" sz="900" dirty="0"/>
              <a:t>Data must be accurate and passible by </a:t>
            </a:r>
            <a:r>
              <a:rPr lang="en-AU" sz="900" dirty="0" err="1"/>
              <a:t>Powershell</a:t>
            </a:r>
            <a:r>
              <a:rPr lang="en-AU" sz="900" dirty="0"/>
              <a:t> without manual transformation.</a:t>
            </a:r>
          </a:p>
          <a:p>
            <a:pPr lvl="1" defTabSz="914400">
              <a:buClrTx/>
              <a:buSzTx/>
            </a:pPr>
            <a:endParaRPr lang="en-AU" sz="900" dirty="0"/>
          </a:p>
          <a:p>
            <a:pPr defTabSz="914400">
              <a:buClrTx/>
              <a:buSzTx/>
            </a:pP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D8D426-58FB-68B1-1763-78E20C4BE54A}"/>
              </a:ext>
            </a:extLst>
          </p:cNvPr>
          <p:cNvSpPr txBox="1">
            <a:spLocks/>
          </p:cNvSpPr>
          <p:nvPr/>
        </p:nvSpPr>
        <p:spPr bwMode="auto">
          <a:xfrm>
            <a:off x="627181" y="4149080"/>
            <a:ext cx="3223270" cy="188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Font typeface="Arial" charset="0"/>
              <a:buNone/>
            </a:pPr>
            <a:r>
              <a:rPr lang="en-AU" sz="1400" b="1" dirty="0"/>
              <a:t>Missing PO, assigned date, and Cost Fields</a:t>
            </a:r>
          </a:p>
          <a:p>
            <a:pPr defTabSz="914400">
              <a:buClrTx/>
              <a:buSzTx/>
            </a:pPr>
            <a:r>
              <a:rPr lang="en-AU" sz="1100" dirty="0"/>
              <a:t>Looking at pulling PO numbers from Intune Autopilot Devices. </a:t>
            </a:r>
          </a:p>
          <a:p>
            <a:pPr defTabSz="914400">
              <a:buClrTx/>
              <a:buSzTx/>
            </a:pPr>
            <a:r>
              <a:rPr lang="en-AU" sz="1100" dirty="0"/>
              <a:t>Still investigating other data sources for the other fields,</a:t>
            </a:r>
          </a:p>
          <a:p>
            <a:pPr defTabSz="914400">
              <a:buClrTx/>
              <a:buSzTx/>
            </a:pPr>
            <a:r>
              <a:rPr lang="en-AU" sz="1100" dirty="0"/>
              <a:t>Data sources must be clean, accurate, and easy to import into PowerShell objects without manual transformation. </a:t>
            </a:r>
          </a:p>
          <a:p>
            <a:pPr marL="0" indent="0" defTabSz="914400">
              <a:buClrTx/>
              <a:buSzTx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019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B1AC-0D50-66CD-4FAC-A5FA3C75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Next Planned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7B51-0A58-E25C-A23C-00DE1A765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Band-aid phone naming issue.</a:t>
            </a:r>
          </a:p>
          <a:p>
            <a:r>
              <a:rPr lang="en-AU" dirty="0"/>
              <a:t>Follow up with Intune phone naming solution proposal.</a:t>
            </a:r>
          </a:p>
          <a:p>
            <a:r>
              <a:rPr lang="en-AU" dirty="0"/>
              <a:t>Create end-user documentation including support manual and use procedure.</a:t>
            </a:r>
          </a:p>
          <a:p>
            <a:r>
              <a:rPr lang="en-AU" dirty="0"/>
              <a:t>Have a different service desk member test the procedure in Dev and identify user requirements </a:t>
            </a:r>
            <a:r>
              <a:rPr lang="en-AU" dirty="0" err="1"/>
              <a:t>i.e</a:t>
            </a:r>
            <a:r>
              <a:rPr lang="en-AU" dirty="0"/>
              <a:t> permissions and PowerShell modules.</a:t>
            </a:r>
          </a:p>
          <a:p>
            <a:r>
              <a:rPr lang="en-AU" dirty="0"/>
              <a:t>Have work peer-reviewed by both business systems and Infrastructure.</a:t>
            </a:r>
          </a:p>
          <a:p>
            <a:r>
              <a:rPr lang="en-AU" dirty="0"/>
              <a:t>Create change task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69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953373-0F5C-46C0-987D-AAD951284B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A09861-761C-4D94-BFB5-A9B4A0B8F3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24b71c-c110-48ea-bc51-2f03443883fd"/>
    <ds:schemaRef ds:uri="a7130040-a85f-40f6-8ab2-b11de916c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612</TotalTime>
  <Words>2198</Words>
  <Application>Microsoft Office PowerPoint</Application>
  <PresentationFormat>On-screen Show (4:3)</PresentationFormat>
  <Paragraphs>321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Asset Management Field Mapping</vt:lpstr>
      <vt:lpstr>Business Problem</vt:lpstr>
      <vt:lpstr>Proposed Solution</vt:lpstr>
      <vt:lpstr>Task 1: Map Asset Management Fields for Correlation.</vt:lpstr>
      <vt:lpstr>Task 1 Process</vt:lpstr>
      <vt:lpstr>Results for Mobile Phones.</vt:lpstr>
      <vt:lpstr>Results PC.</vt:lpstr>
      <vt:lpstr>Concerns</vt:lpstr>
      <vt:lpstr>Task 2 Transformation Script</vt:lpstr>
      <vt:lpstr>Process for Current Stage</vt:lpstr>
      <vt:lpstr>Currently</vt:lpstr>
      <vt:lpstr>Hard code Transformations</vt:lpstr>
      <vt:lpstr>Testing</vt:lpstr>
      <vt:lpstr>Addressing Losses </vt:lpstr>
      <vt:lpstr>Next Planned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1</cp:revision>
  <cp:lastPrinted>2015-02-02T00:57:34Z</cp:lastPrinted>
  <dcterms:created xsi:type="dcterms:W3CDTF">2023-05-03T00:25:19Z</dcterms:created>
  <dcterms:modified xsi:type="dcterms:W3CDTF">2023-05-16T08:00:38Z</dcterms:modified>
</cp:coreProperties>
</file>