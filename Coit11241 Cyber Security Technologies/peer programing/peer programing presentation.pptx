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1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30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4B652-66BD-447C-8A3F-6594BE51C926}" type="datetimeFigureOut">
              <a:rPr lang="en-AU" smtClean="0"/>
              <a:t>5/08/2023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53FC9-4409-4B96-81DC-C444AD33C4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8087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CF0D-42F6-48B2-F234-9CF29AF38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FBE89-BC91-13BA-9AFF-C98465B49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E05CF-29D4-04B9-8812-5E3861D04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F2B4-40EF-4023-8789-1964B9F8EE2E}" type="datetimeFigureOut">
              <a:rPr lang="en-AU" smtClean="0"/>
              <a:t>5/08/2023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87FE5-754B-84B0-5FC5-257E665DE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7CFCE-BFD8-A8FF-5447-A4F05A063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61C28-2ADC-43AB-8EE9-08BC706F37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2046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AA578-0228-4D9F-B218-0FA46AE93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0DDAD-ABB1-98DA-3A0F-A0832B879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954D7-4443-8744-521B-5787F6B3E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F2B4-40EF-4023-8789-1964B9F8EE2E}" type="datetimeFigureOut">
              <a:rPr lang="en-AU" smtClean="0"/>
              <a:t>5/08/2023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E6A9D-CECF-4919-9D93-D22421135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5D5BA-D189-7407-94E5-7565A827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61C28-2ADC-43AB-8EE9-08BC706F37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7049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A4E44-C2CD-5B74-72B9-161922A5A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B8E1C-E088-DF5C-90D6-A4697DFFC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1140F-A588-1348-D0D4-B8FD2CF39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F2B4-40EF-4023-8789-1964B9F8EE2E}" type="datetimeFigureOut">
              <a:rPr lang="en-AU" smtClean="0"/>
              <a:t>5/08/2023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EDF8B-61A8-3BD4-6A44-57E743F49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6A4CD-AC8A-1D9F-5A0C-1F4E41DBD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61C28-2ADC-43AB-8EE9-08BC706F37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1468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5364B-915D-A417-CDAC-C0AAC4585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27C6C-3C4A-B09B-E179-AD70946964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F52568-66B6-8542-CE53-5FF50236D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5C3E1-57E9-D623-4544-401BAAD2B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F2B4-40EF-4023-8789-1964B9F8EE2E}" type="datetimeFigureOut">
              <a:rPr lang="en-AU" smtClean="0"/>
              <a:t>5/08/2023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6B174-F015-BB8C-8144-B271CAE7C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871E1-C0A3-3224-2DAA-17426D2D9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61C28-2ADC-43AB-8EE9-08BC706F37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712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DC884-51DA-2FFD-DD25-21BBE4335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854DD-4C65-99DE-B2C6-F480FE8C7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F61FF5-6A03-CE63-156C-3F9CB196C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D4CAA5-B264-6945-2A30-CAF6AE7E3F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202828-B5A8-6EB4-ACBF-A9B1B80039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DAA1C-E018-4542-0C8E-FE06AC18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F2B4-40EF-4023-8789-1964B9F8EE2E}" type="datetimeFigureOut">
              <a:rPr lang="en-AU" smtClean="0"/>
              <a:t>5/08/2023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1ABA6B-EFA2-C112-C259-AA40A125A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162BCD-C59D-E2DE-28A9-590985CCE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61C28-2ADC-43AB-8EE9-08BC706F37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9312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E810-0D0C-64EE-A142-4EEE48AEC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E837DC-3945-CB45-DB23-CFACC66E8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F2B4-40EF-4023-8789-1964B9F8EE2E}" type="datetimeFigureOut">
              <a:rPr lang="en-AU" smtClean="0"/>
              <a:t>5/08/2023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0AA832-77B1-6B76-F3DB-38B3DA6A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FAAF2-94A9-3E1A-B38E-BBE91B4B0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61C28-2ADC-43AB-8EE9-08BC706F37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1616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6B6701-6A9A-4125-4CD3-CBE0812A8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F2B4-40EF-4023-8789-1964B9F8EE2E}" type="datetimeFigureOut">
              <a:rPr lang="en-AU" smtClean="0"/>
              <a:t>5/08/2023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D1A879-C665-1BA7-A1AA-C444ACBD0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D5AC8-E5FF-E76F-F376-A25B55C53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61C28-2ADC-43AB-8EE9-08BC706F37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8159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1A705-34B8-9837-FC8C-01F0A3EC4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598CC-F977-51D6-9845-80340B20D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4C22A-255E-4283-735C-55DAC2025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B15AB-BB57-688A-688F-BB1174690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F2B4-40EF-4023-8789-1964B9F8EE2E}" type="datetimeFigureOut">
              <a:rPr lang="en-AU" smtClean="0"/>
              <a:t>5/08/2023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BA932-DCB7-F9A6-4C1F-1FA2CB54B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0E846-57B3-DFAC-4340-B22096981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61C28-2ADC-43AB-8EE9-08BC706F37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1709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C7A89-4CFD-A387-DD82-C2D2CA067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A9B114-27A3-9D1A-7624-8842A6DE6D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166AC-EEC9-6217-E115-79679ED07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788FB-13E9-A386-0D11-DE4411ABB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F2B4-40EF-4023-8789-1964B9F8EE2E}" type="datetimeFigureOut">
              <a:rPr lang="en-AU" smtClean="0"/>
              <a:t>5/08/2023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B24CA-2B5F-1A62-D57F-F163F23E8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87C2B-AC65-D24E-EADA-EE8200309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61C28-2ADC-43AB-8EE9-08BC706F37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7505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2A766-00C9-9C6D-B590-67D5BBCD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92EF7-D7E8-F9EC-4498-F5B612A67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9E2D3-3EB0-F2B1-9851-E10A3689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F2B4-40EF-4023-8789-1964B9F8EE2E}" type="datetimeFigureOut">
              <a:rPr lang="en-AU" smtClean="0"/>
              <a:t>5/08/2023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32C88-759F-C3A6-65C2-B5E507017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90F3-E00B-4394-B7DA-6DED1FE9E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61C28-2ADC-43AB-8EE9-08BC706F37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1710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8B1112-8C64-0A1F-59E3-DD8815436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D9F286-EA3A-2746-79B2-4B4AE1742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A4736-837C-91EC-EA26-C4302FB40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F2B4-40EF-4023-8789-1964B9F8EE2E}" type="datetimeFigureOut">
              <a:rPr lang="en-AU" smtClean="0"/>
              <a:t>5/08/2023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903A7-3140-D24E-989B-F1F0755BA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D674C-1333-F723-8550-7174FA438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61C28-2ADC-43AB-8EE9-08BC706F37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1065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4C4187-4578-90C0-49ED-D714984C9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7C15DD-B3AC-707F-C995-CBDC83920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C512A-B96C-6654-DEC5-F628F726B6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DF2B4-40EF-4023-8789-1964B9F8EE2E}" type="datetimeFigureOut">
              <a:rPr lang="en-AU" smtClean="0"/>
              <a:t>5/08/2023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D313E-5EDF-80AE-9DE4-9D13CEC44C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0A6E3-F281-2B8E-8857-FE3D19C48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61C28-2ADC-43AB-8EE9-08BC706F37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486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" y="0"/>
            <a:ext cx="4167271" cy="6858000"/>
          </a:xfrm>
          <a:custGeom>
            <a:avLst/>
            <a:gdLst/>
            <a:ahLst/>
            <a:cxnLst/>
            <a:rect l="l" t="t" r="r" b="b"/>
            <a:pathLst>
              <a:path w="4167271" h="6858000" extrusionOk="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>
            <a:spLocks noGrp="1"/>
          </p:cNvSpPr>
          <p:nvPr>
            <p:ph type="ctrTitle"/>
          </p:nvPr>
        </p:nvSpPr>
        <p:spPr>
          <a:xfrm>
            <a:off x="558165" y="1153572"/>
            <a:ext cx="3694345" cy="446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n-AU" sz="41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Presentation 2</a:t>
            </a:r>
            <a:br>
              <a:rPr lang="en-AU" sz="41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sz="2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Peer -Programming</a:t>
            </a:r>
            <a:endParaRPr dirty="0"/>
          </a:p>
        </p:txBody>
      </p:sp>
      <p:sp>
        <p:nvSpPr>
          <p:cNvPr id="87" name="Google Shape;87;p1"/>
          <p:cNvSpPr/>
          <p:nvPr/>
        </p:nvSpPr>
        <p:spPr>
          <a:xfrm rot="10800000" flipH="1">
            <a:off x="7550402" y="2455479"/>
            <a:ext cx="4083433" cy="4083433"/>
          </a:xfrm>
          <a:prstGeom prst="arc">
            <a:avLst>
              <a:gd name="adj1" fmla="val 16200000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>
            <a:spLocks noGrp="1"/>
          </p:cNvSpPr>
          <p:nvPr>
            <p:ph type="subTitle" idx="1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ts val="2400"/>
              <a:buNone/>
            </a:pPr>
            <a:r>
              <a:rPr lang="en-AU" b="1" i="0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COIT11241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57"/>
              </a:buClr>
              <a:buSzPts val="2400"/>
              <a:buNone/>
            </a:pPr>
            <a:r>
              <a:rPr lang="en-AU" b="1" i="0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JAMIE SHIELD</a:t>
            </a:r>
            <a:br>
              <a:rPr lang="en-AU" b="1" i="0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AU" b="1" i="0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TERM 2 2023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152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b="1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7"/>
              </a:buClr>
              <a:buSzPts val="2400"/>
              <a:buFont typeface="Arial"/>
              <a:buChar char="•"/>
            </a:pPr>
            <a:r>
              <a:rPr lang="en-AU" b="1" i="0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CHELSEA AJISAKA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7"/>
              </a:buClr>
              <a:buSzPts val="2400"/>
              <a:buFont typeface="Arial"/>
              <a:buChar char="•"/>
            </a:pPr>
            <a:r>
              <a:rPr lang="en-AU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FRANCIS RENZAHO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57"/>
              </a:buClr>
              <a:buSzPts val="2400"/>
              <a:buFont typeface="Arial"/>
              <a:buChar char="•"/>
            </a:pPr>
            <a:r>
              <a:rPr lang="en-AU" b="1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MATHEW GALLEHAWK</a:t>
            </a:r>
            <a:endParaRPr b="1" i="0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152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b="1" i="0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152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id="{428D436F-9ACD-4C92-AFC8-C934C527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0538E0-A884-4E60-A6AB-77D830E2F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8" y="0"/>
            <a:ext cx="465738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CE5470-5D3F-2E0F-D35B-AB21C4DF0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162" y="3050434"/>
            <a:ext cx="3722933" cy="757130"/>
          </a:xfrm>
          <a:ln w="25400" cap="sq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en-US" sz="1500" b="0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Topic 2 Implement safeguard CIS 2.5 Allowlist Authorized Software </a:t>
            </a:r>
            <a:br>
              <a:rPr lang="en-US" sz="1500" b="0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1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0D7DD0-1C67-4D4C-9E06-678233DB8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rgbClr val="40404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29563-F99E-22DF-6F44-B059B6044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4536" y="640080"/>
            <a:ext cx="5053066" cy="254660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600" b="1" i="0" u="none" strike="noStrike" baseline="0" dirty="0"/>
              <a:t>Background</a:t>
            </a:r>
          </a:p>
          <a:p>
            <a:r>
              <a:rPr lang="en-US" sz="1300" b="0" i="0" u="none" strike="noStrike" baseline="0" dirty="0"/>
              <a:t>You work at the Monto Caravan and Cabin Park. </a:t>
            </a:r>
          </a:p>
          <a:p>
            <a:r>
              <a:rPr lang="en-US" sz="1300" b="0" i="0" u="none" strike="noStrike" baseline="0" dirty="0"/>
              <a:t>Your boss has asked you to improve the cybersecurity of her workstation. </a:t>
            </a:r>
          </a:p>
          <a:p>
            <a:r>
              <a:rPr lang="en-US" sz="1300" dirty="0"/>
              <a:t>D</a:t>
            </a:r>
            <a:r>
              <a:rPr lang="en-US" sz="1300" b="0" i="0" u="none" strike="noStrike" baseline="0" dirty="0"/>
              <a:t>evelop a portfolio of evidence of the implementation and testing of a safeguard. </a:t>
            </a:r>
          </a:p>
          <a:p>
            <a:r>
              <a:rPr lang="en-US" sz="1300" b="0" i="0" u="none" strike="noStrike" baseline="0" dirty="0"/>
              <a:t>Your boss uses the Win11 virtual machine</a:t>
            </a:r>
          </a:p>
          <a:p>
            <a:r>
              <a:rPr lang="en-US" sz="1300" b="0" i="0" u="none" strike="noStrike" baseline="0" dirty="0"/>
              <a:t>To implement an allowlist of </a:t>
            </a:r>
            <a:r>
              <a:rPr lang="en-US" sz="1300" b="0" i="0" u="none" strike="noStrike" baseline="0" dirty="0" err="1"/>
              <a:t>authorised</a:t>
            </a:r>
            <a:r>
              <a:rPr lang="en-US" sz="1300" b="0" i="0" u="none" strike="noStrike" baseline="0" dirty="0"/>
              <a:t> software you will configure Windows Defender Application Control (WDAC) in Win11. </a:t>
            </a:r>
            <a:endParaRPr lang="en-US" sz="13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DE4468-E7F1-DD59-CEF8-593A8FF6B423}"/>
              </a:ext>
            </a:extLst>
          </p:cNvPr>
          <p:cNvSpPr txBox="1">
            <a:spLocks/>
          </p:cNvSpPr>
          <p:nvPr/>
        </p:nvSpPr>
        <p:spPr>
          <a:xfrm>
            <a:off x="6570204" y="3671315"/>
            <a:ext cx="5057398" cy="254660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Task</a:t>
            </a:r>
          </a:p>
          <a:p>
            <a:r>
              <a:rPr lang="en-US" sz="1300" dirty="0"/>
              <a:t>Create 1 script called defend.ps1 with 4 functions:</a:t>
            </a:r>
          </a:p>
          <a:p>
            <a:pPr marL="800100" lvl="1"/>
            <a:r>
              <a:rPr lang="en-US" sz="1300" dirty="0" err="1"/>
              <a:t>testWDAC</a:t>
            </a:r>
            <a:r>
              <a:rPr lang="en-US" sz="1300" dirty="0"/>
              <a:t>() – opens an untrusted app, and logs success or failure.</a:t>
            </a:r>
          </a:p>
          <a:p>
            <a:pPr marL="800100" lvl="1"/>
            <a:r>
              <a:rPr lang="en-US" sz="1300" dirty="0" err="1"/>
              <a:t>setupWDAC</a:t>
            </a:r>
            <a:r>
              <a:rPr lang="en-US" sz="1300" dirty="0"/>
              <a:t>() – compiles a block policy.</a:t>
            </a:r>
          </a:p>
          <a:p>
            <a:pPr marL="800100" lvl="1"/>
            <a:r>
              <a:rPr lang="en-US" sz="1300" dirty="0" err="1"/>
              <a:t>enableWDAC</a:t>
            </a:r>
            <a:r>
              <a:rPr lang="en-US" sz="1300" dirty="0"/>
              <a:t>() –applies block policy.</a:t>
            </a:r>
          </a:p>
          <a:p>
            <a:pPr marL="800100" lvl="1"/>
            <a:r>
              <a:rPr lang="en-US" sz="1300" dirty="0" err="1"/>
              <a:t>resetWDAC</a:t>
            </a:r>
            <a:r>
              <a:rPr lang="en-US" sz="1300" dirty="0"/>
              <a:t>() – removed the block policy.</a:t>
            </a:r>
          </a:p>
          <a:p>
            <a:r>
              <a:rPr lang="en-US" sz="1300" dirty="0" err="1"/>
              <a:t>Utilise</a:t>
            </a:r>
            <a:r>
              <a:rPr lang="en-US" sz="1300" dirty="0"/>
              <a:t> GitHub for version control, project management &amp; peer programing.</a:t>
            </a:r>
          </a:p>
          <a:p>
            <a:r>
              <a:rPr lang="en-US" sz="1300" dirty="0"/>
              <a:t>Test the solution and present to stake holders.</a:t>
            </a:r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703360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AB293-D75B-1497-7511-F7386AD77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5120561" cy="1325563"/>
          </a:xfrm>
        </p:spPr>
        <p:txBody>
          <a:bodyPr>
            <a:normAutofit/>
          </a:bodyPr>
          <a:lstStyle/>
          <a:p>
            <a:r>
              <a:rPr lang="en-US"/>
              <a:t>Communication &amp; Team Management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FFD46-C2E6-11AF-E771-BA251C104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9219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Git-Hub </a:t>
            </a:r>
          </a:p>
          <a:p>
            <a:r>
              <a:rPr lang="en-US" sz="1500" dirty="0"/>
              <a:t>Used to work on the same project at different times.</a:t>
            </a:r>
          </a:p>
          <a:p>
            <a:r>
              <a:rPr lang="en-US" sz="1500" dirty="0"/>
              <a:t>Comments and notes in the commits help to understand and review change.</a:t>
            </a:r>
          </a:p>
          <a:p>
            <a:r>
              <a:rPr lang="en-US" sz="1500" dirty="0"/>
              <a:t>Able to keep everyone working on the same project.</a:t>
            </a:r>
          </a:p>
          <a:p>
            <a:pPr marL="0" indent="0">
              <a:buNone/>
            </a:pPr>
            <a:r>
              <a:rPr lang="en-US" sz="1500" dirty="0"/>
              <a:t>Projects</a:t>
            </a:r>
          </a:p>
          <a:p>
            <a:r>
              <a:rPr lang="en-US" sz="1500" dirty="0"/>
              <a:t>We used projects within Git Hub to manage what need to be done and who is responsible.</a:t>
            </a:r>
          </a:p>
          <a:p>
            <a:pPr marL="0" indent="0">
              <a:buNone/>
            </a:pPr>
            <a:r>
              <a:rPr lang="en-US" sz="1500" dirty="0"/>
              <a:t>Teams</a:t>
            </a:r>
          </a:p>
          <a:p>
            <a:r>
              <a:rPr lang="en-US" sz="1500" dirty="0"/>
              <a:t>We used teams for our talk about channel, as well as our meeting platform.</a:t>
            </a:r>
          </a:p>
          <a:p>
            <a:pPr marL="0" indent="0">
              <a:buNone/>
            </a:pPr>
            <a:r>
              <a:rPr lang="en-US" sz="1500" dirty="0"/>
              <a:t>Team Viewer</a:t>
            </a:r>
          </a:p>
          <a:p>
            <a:r>
              <a:rPr lang="en-US" sz="1500" dirty="0"/>
              <a:t>We used team viewer to share access to a VM for integration testing.</a:t>
            </a:r>
            <a:endParaRPr lang="en-AU" sz="15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F4BE3BC9-9E56-7469-364B-7ED85A56B4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185" r="-2" b="6324"/>
          <a:stretch/>
        </p:blipFill>
        <p:spPr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17" name="Arc 16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8C88DA3-E094-7086-D565-566689DBAA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3" r="30707" b="-2"/>
          <a:stretch/>
        </p:blipFill>
        <p:spPr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38088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0AE25-4594-9811-3881-31068557E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Obstacles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3CD52-8AC9-8819-57B5-8E18C1FA6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</a:t>
            </a:r>
          </a:p>
          <a:p>
            <a:r>
              <a:rPr lang="en-US" dirty="0"/>
              <a:t>Virtual Machine test Environment.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286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39BE3-30DA-5011-18D4-32D586A10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TestWDAC</a:t>
            </a:r>
            <a:r>
              <a:rPr lang="en-US" dirty="0"/>
              <a:t>()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9C6DC-1309-1A79-8B4D-C7A38629D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6890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24514-B9CB-AF0B-3C6D-D1EBA2823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setupWDAC</a:t>
            </a:r>
            <a:r>
              <a:rPr lang="en-US" sz="4400" dirty="0"/>
              <a:t>()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DB0E5-5B36-FDBF-AB03-026213A6D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91685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7227B-19E7-3DE2-7386-7F37313C2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enableWDAC</a:t>
            </a:r>
            <a:r>
              <a:rPr lang="en-US" sz="4400" dirty="0"/>
              <a:t>()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6DA9C-B0C9-98B5-BE41-0A7CFCF59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4782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F01AB-181D-E057-DD7A-5851BC183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resetWDAC</a:t>
            </a:r>
            <a:r>
              <a:rPr lang="en-US" sz="4400" dirty="0"/>
              <a:t>()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E6C09-F229-BB1D-6ECE-8C9B66DC7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6853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7C4C7-B87A-417D-44B4-90A72FA8A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</a:t>
            </a:r>
            <a:r>
              <a:rPr lang="en-US" dirty="0" err="1"/>
              <a:t>Tetsting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7674D-48A9-E03A-459A-60DFD2DD9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2906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272</Words>
  <Application>Microsoft Office PowerPoint</Application>
  <PresentationFormat>Widescreen</PresentationFormat>
  <Paragraphs>41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Presentation 2 Peer -Programming</vt:lpstr>
      <vt:lpstr>Topic 2 Implement safeguard CIS 2.5 Allowlist Authorized Software  </vt:lpstr>
      <vt:lpstr>Communication &amp; Team Management </vt:lpstr>
      <vt:lpstr>Obstacles </vt:lpstr>
      <vt:lpstr>TestWDAC()</vt:lpstr>
      <vt:lpstr>setupWDAC()</vt:lpstr>
      <vt:lpstr>enableWDAC()</vt:lpstr>
      <vt:lpstr>resetWDAC()</vt:lpstr>
      <vt:lpstr>Implementation Tetsting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2 Peer -Programming</dc:title>
  <dc:creator>Mat Gallehawk</dc:creator>
  <cp:lastModifiedBy>Mat Gallehawk</cp:lastModifiedBy>
  <cp:revision>4</cp:revision>
  <dcterms:created xsi:type="dcterms:W3CDTF">2023-08-03T08:48:22Z</dcterms:created>
  <dcterms:modified xsi:type="dcterms:W3CDTF">2023-08-05T09:13:13Z</dcterms:modified>
</cp:coreProperties>
</file>