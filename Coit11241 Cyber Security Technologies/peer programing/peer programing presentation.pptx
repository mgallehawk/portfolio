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D4B652-66BD-447C-8A3F-6594BE51C926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53FC9-4409-4B96-81DC-C444AD33C4D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8087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9CF0D-42F6-48B2-F234-9CF29AF386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BFBE89-BC91-13BA-9AFF-C98465B499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DE05CF-29D4-04B9-8812-5E3861D0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7FE5-754B-84B0-5FC5-257E665DE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7CFCE-BFD8-A8FF-5447-A4F05A063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2046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A578-0228-4D9F-B218-0FA46AE93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0DDAD-ABB1-98DA-3A0F-A0832B879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954D7-4443-8744-521B-5787F6B3E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E6A9D-CECF-4919-9D93-D22421135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5D5BA-D189-7407-94E5-7565A8274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7049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A4E44-C2CD-5B74-72B9-161922A5A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9B8E1C-E088-DF5C-90D6-A4697DFFC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1140F-A588-1348-D0D4-B8FD2CF39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EDF8B-61A8-3BD4-6A44-57E743F49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6A4CD-AC8A-1D9F-5A0C-1F4E41DBD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468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5364B-915D-A417-CDAC-C0AAC4585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27C6C-3C4A-B09B-E179-AD70946964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F52568-66B6-8542-CE53-5FF50236D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35C3E1-57E9-D623-4544-401BAAD2B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6B174-F015-BB8C-8144-B271CAE7C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F871E1-C0A3-3224-2DAA-17426D2D9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712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DC884-51DA-2FFD-DD25-21BBE4335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854DD-4C65-99DE-B2C6-F480FE8C72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F61FF5-6A03-CE63-156C-3F9CB196C3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4CAA5-B264-6945-2A30-CAF6AE7E3F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02828-B5A8-6EB4-ACBF-A9B1B80039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FDAA1C-E018-4542-0C8E-FE06AC18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1ABA6B-EFA2-C112-C259-AA40A125A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162BCD-C59D-E2DE-28A9-590985CCE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931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E810-0D0C-64EE-A142-4EEE48AEC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E837DC-3945-CB45-DB23-CFACC66E8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0AA832-77B1-6B76-F3DB-38B3DA6A9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8FAAF2-94A9-3E1A-B38E-BBE91B4B0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11616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6B6701-6A9A-4125-4CD3-CBE0812A8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D1A879-C665-1BA7-A1AA-C444ACBD0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D5AC8-E5FF-E76F-F376-A25B55C53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8159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1A705-34B8-9837-FC8C-01F0A3EC4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0598CC-F977-51D6-9845-80340B20D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24C22A-255E-4283-735C-55DAC20255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FB15AB-BB57-688A-688F-BB117469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4BA932-DCB7-F9A6-4C1F-1FA2CB54B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80E846-57B3-DFAC-4340-B22096981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170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C7A89-4CFD-A387-DD82-C2D2CA067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A9B114-27A3-9D1A-7624-8842A6DE6D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C166AC-EEC9-6217-E115-79679ED074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F788FB-13E9-A386-0D11-DE4411ABB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3B24CA-2B5F-1A62-D57F-F163F23E8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87C2B-AC65-D24E-EADA-EE8200309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47505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2A766-00C9-9C6D-B590-67D5BBCD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792EF7-D7E8-F9EC-4498-F5B612A677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9E2D3-3EB0-F2B1-9851-E10A3689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32C88-759F-C3A6-65C2-B5E507017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D890F3-E00B-4394-B7DA-6DED1FE9E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1710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8B1112-8C64-0A1F-59E3-DD8815436A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D9F286-EA3A-2746-79B2-4B4AE174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A4736-837C-91EC-EA26-C4302FB40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903A7-3140-D24E-989B-F1F0755BA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3D674C-1333-F723-8550-7174FA438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1065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4C4187-4578-90C0-49ED-D714984C9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7C15DD-B3AC-707F-C995-CBDC83920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C512A-B96C-6654-DEC5-F628F726B6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DF2B4-40EF-4023-8789-1964B9F8EE2E}" type="datetimeFigureOut">
              <a:rPr lang="en-AU" smtClean="0"/>
              <a:t>5/08/2023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D313E-5EDF-80AE-9DE4-9D13CEC44C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0A6E3-F281-2B8E-8857-FE3D19C48E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B61C28-2ADC-43AB-8EE9-08BC706F37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6486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1" y="0"/>
            <a:ext cx="4167271" cy="6858000"/>
          </a:xfrm>
          <a:custGeom>
            <a:avLst/>
            <a:gdLst/>
            <a:ahLst/>
            <a:cxnLst/>
            <a:rect l="l" t="t" r="r" b="b"/>
            <a:pathLst>
              <a:path w="4167271" h="6858000" extrusionOk="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>
            <a:spLocks noGrp="1"/>
          </p:cNvSpPr>
          <p:nvPr>
            <p:ph type="ctrTitle"/>
          </p:nvPr>
        </p:nvSpPr>
        <p:spPr>
          <a:xfrm>
            <a:off x="558165" y="1153572"/>
            <a:ext cx="3694345" cy="4461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lang="en-AU" sz="41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Presentation 2</a:t>
            </a:r>
            <a:br>
              <a:rPr lang="en-AU" sz="41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AU" sz="280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Peer -Programming</a:t>
            </a:r>
            <a:endParaRPr dirty="0"/>
          </a:p>
        </p:txBody>
      </p:sp>
      <p:sp>
        <p:nvSpPr>
          <p:cNvPr id="87" name="Google Shape;87;p1"/>
          <p:cNvSpPr/>
          <p:nvPr/>
        </p:nvSpPr>
        <p:spPr>
          <a:xfrm rot="10800000" flipH="1">
            <a:off x="7550402" y="2455479"/>
            <a:ext cx="4083433" cy="4083433"/>
          </a:xfrm>
          <a:prstGeom prst="arc">
            <a:avLst>
              <a:gd name="adj1" fmla="val 16200000"/>
              <a:gd name="adj2" fmla="val 0"/>
            </a:avLst>
          </a:prstGeom>
          <a:noFill/>
          <a:ln w="127000" cap="rnd" cmpd="sng">
            <a:solidFill>
              <a:schemeClr val="accent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>
            <a:spLocks noGrp="1"/>
          </p:cNvSpPr>
          <p:nvPr>
            <p:ph type="subTitle" idx="1"/>
          </p:nvPr>
        </p:nvSpPr>
        <p:spPr>
          <a:xfrm>
            <a:off x="4447308" y="591344"/>
            <a:ext cx="6906491" cy="5585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057"/>
              </a:buClr>
              <a:buSzPts val="2400"/>
              <a:buNone/>
            </a:pP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COIT11241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057"/>
              </a:buClr>
              <a:buSzPts val="2400"/>
              <a:buNone/>
            </a:pP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JAMIE SHIELD</a:t>
            </a:r>
            <a:b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TERM 2 2023</a:t>
            </a: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152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1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057"/>
              </a:buClr>
              <a:buSzPts val="2400"/>
              <a:buFont typeface="Arial"/>
              <a:buChar char="•"/>
            </a:pPr>
            <a:r>
              <a:rPr lang="en-AU" b="1" i="0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CHELSEA AJISAKA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057"/>
              </a:buClr>
              <a:buSzPts val="2400"/>
              <a:buFont typeface="Arial"/>
              <a:buChar char="•"/>
            </a:pPr>
            <a:r>
              <a:rPr lang="en-AU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FRANCIS RENZAHO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3057"/>
              </a:buClr>
              <a:buSzPts val="2400"/>
              <a:buFont typeface="Arial"/>
              <a:buChar char="•"/>
            </a:pPr>
            <a:r>
              <a:rPr lang="en-AU" b="1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MATHEW GALLEHAWK</a:t>
            </a:r>
            <a:endParaRPr b="1" i="0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152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1" i="0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152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8">
            <a:extLst>
              <a:ext uri="{FF2B5EF4-FFF2-40B4-BE49-F238E27FC236}">
                <a16:creationId xmlns:a16="http://schemas.microsoft.com/office/drawing/2014/main" id="{428D436F-9ACD-4C92-AFC8-C934C527A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0538E0-A884-4E60-A6AB-77D830E2F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3478" y="0"/>
            <a:ext cx="465738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CE5470-5D3F-2E0F-D35B-AB21C4DF0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1162" y="3050434"/>
            <a:ext cx="3722933" cy="757130"/>
          </a:xfrm>
          <a:ln w="25400" cap="sq">
            <a:solidFill>
              <a:srgbClr val="FFFFFF"/>
            </a:solidFill>
            <a:miter lim="800000"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1500" b="0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Topic 2 Implement safeguard CIS 2.5 Allowlist Authorized Software </a:t>
            </a:r>
            <a:br>
              <a:rPr lang="en-US" sz="1500" b="0" i="0" u="none" strike="noStrike" kern="1200" baseline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15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0D7DD0-1C67-4D4C-9E06-678233DB8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53478" cy="6858000"/>
          </a:xfrm>
          <a:prstGeom prst="rect">
            <a:avLst/>
          </a:prstGeom>
          <a:solidFill>
            <a:srgbClr val="40404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29563-F99E-22DF-6F44-B059B6044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536" y="640080"/>
            <a:ext cx="5053066" cy="2546604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marL="0" indent="0">
              <a:buNone/>
            </a:pPr>
            <a:r>
              <a:rPr lang="en-US" sz="1600" b="1" i="0" u="none" strike="noStrike" baseline="0" dirty="0"/>
              <a:t>Background</a:t>
            </a:r>
          </a:p>
          <a:p>
            <a:r>
              <a:rPr lang="en-US" sz="1300" b="0" i="0" u="none" strike="noStrike" baseline="0" dirty="0"/>
              <a:t>Our client is </a:t>
            </a:r>
            <a:r>
              <a:rPr lang="en-US" sz="1300" dirty="0"/>
              <a:t>the Business Owner of</a:t>
            </a:r>
            <a:r>
              <a:rPr lang="en-US" sz="1300" b="0" i="0" u="none" strike="noStrike" baseline="0" dirty="0"/>
              <a:t> the “Monto Caravan and Cabin Park”. </a:t>
            </a:r>
          </a:p>
          <a:p>
            <a:r>
              <a:rPr lang="en-US" sz="1300" dirty="0"/>
              <a:t>The Business Owner</a:t>
            </a:r>
            <a:r>
              <a:rPr lang="en-US" sz="1300" b="0" i="0" u="none" strike="noStrike" baseline="0" dirty="0"/>
              <a:t> has </a:t>
            </a:r>
            <a:r>
              <a:rPr lang="en-US" sz="1300" dirty="0"/>
              <a:t>requested we</a:t>
            </a:r>
            <a:r>
              <a:rPr lang="en-US" sz="1300" b="0" i="0" u="none" strike="noStrike" baseline="0" dirty="0"/>
              <a:t> improve the cybersecurity of her workstation. </a:t>
            </a:r>
          </a:p>
          <a:p>
            <a:r>
              <a:rPr lang="en-US" sz="1300" dirty="0"/>
              <a:t>We must d</a:t>
            </a:r>
            <a:r>
              <a:rPr lang="en-US" sz="1300" b="0" i="0" u="none" strike="noStrike" baseline="0" dirty="0"/>
              <a:t>evelop a portfolio of evidence of the implementation and testing of a safeguard. </a:t>
            </a:r>
          </a:p>
          <a:p>
            <a:r>
              <a:rPr lang="en-US" sz="1300" dirty="0"/>
              <a:t>The end user utilizes </a:t>
            </a:r>
            <a:r>
              <a:rPr lang="en-US" sz="1300" b="0" i="0" u="none" strike="noStrike" baseline="0" dirty="0"/>
              <a:t> a windows 11 workstation.</a:t>
            </a:r>
          </a:p>
          <a:p>
            <a:r>
              <a:rPr lang="en-US" sz="1300" b="0" i="0" u="none" strike="noStrike" baseline="0" dirty="0"/>
              <a:t>The task is to implement a solution to increase the security of her </a:t>
            </a:r>
            <a:r>
              <a:rPr lang="en-US" sz="1300" dirty="0"/>
              <a:t>workstation</a:t>
            </a:r>
            <a:r>
              <a:rPr lang="en-US" sz="1300" b="0" i="0" u="none" strike="noStrike" baseline="0" dirty="0"/>
              <a:t>. </a:t>
            </a:r>
            <a:endParaRPr lang="en-US" sz="13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CDE4468-E7F1-DD59-CEF8-593A8FF6B423}"/>
              </a:ext>
            </a:extLst>
          </p:cNvPr>
          <p:cNvSpPr txBox="1">
            <a:spLocks/>
          </p:cNvSpPr>
          <p:nvPr/>
        </p:nvSpPr>
        <p:spPr>
          <a:xfrm>
            <a:off x="6570204" y="3671315"/>
            <a:ext cx="5057398" cy="2546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/>
              <a:t>Our Solution</a:t>
            </a:r>
          </a:p>
          <a:p>
            <a:r>
              <a:rPr lang="en-US" sz="1300" dirty="0"/>
              <a:t>Create a PowerShell script that implements an app allowlist using WDAC</a:t>
            </a:r>
          </a:p>
          <a:p>
            <a:r>
              <a:rPr lang="en-US" sz="1300" dirty="0"/>
              <a:t>Create 1 script called defend.ps1 with 4 functions:</a:t>
            </a:r>
          </a:p>
          <a:p>
            <a:pPr marL="800100" lvl="1"/>
            <a:r>
              <a:rPr lang="en-US" sz="1300" dirty="0" err="1"/>
              <a:t>testWDAC</a:t>
            </a:r>
            <a:r>
              <a:rPr lang="en-US" sz="1300" dirty="0"/>
              <a:t>() – opens an untrusted app, and logs success or failure.</a:t>
            </a:r>
          </a:p>
          <a:p>
            <a:pPr marL="800100" lvl="1"/>
            <a:r>
              <a:rPr lang="en-US" sz="1300" dirty="0" err="1"/>
              <a:t>setupWDAC</a:t>
            </a:r>
            <a:r>
              <a:rPr lang="en-US" sz="1300" dirty="0"/>
              <a:t>() – compiles a block policy.</a:t>
            </a:r>
          </a:p>
          <a:p>
            <a:pPr marL="800100" lvl="1"/>
            <a:r>
              <a:rPr lang="en-US" sz="1300" dirty="0" err="1"/>
              <a:t>enableWDAC</a:t>
            </a:r>
            <a:r>
              <a:rPr lang="en-US" sz="1300" dirty="0"/>
              <a:t>() –applies block policy.</a:t>
            </a:r>
          </a:p>
          <a:p>
            <a:pPr marL="800100" lvl="1"/>
            <a:r>
              <a:rPr lang="en-US" sz="1300" dirty="0" err="1"/>
              <a:t>resetWDAC</a:t>
            </a:r>
            <a:r>
              <a:rPr lang="en-US" sz="1300" dirty="0"/>
              <a:t>() – removed the block policy.</a:t>
            </a:r>
          </a:p>
          <a:p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703360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7AB293-D75B-1497-7511-F7386AD77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r>
              <a:rPr lang="en-US"/>
              <a:t>Communication &amp; Team Management 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9FFD46-C2E6-11AF-E771-BA251C1041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Git-Hub </a:t>
            </a:r>
          </a:p>
          <a:p>
            <a:r>
              <a:rPr lang="en-US" sz="1500" dirty="0"/>
              <a:t>We utilized Git-Hub to work on the same project at different times.</a:t>
            </a:r>
          </a:p>
          <a:p>
            <a:r>
              <a:rPr lang="en-US" sz="1500" dirty="0"/>
              <a:t>Comments and notes in the commits help to understand and review change.</a:t>
            </a:r>
          </a:p>
          <a:p>
            <a:r>
              <a:rPr lang="en-US" sz="1500" dirty="0"/>
              <a:t>Able to keep everyone working on the same project.</a:t>
            </a:r>
          </a:p>
          <a:p>
            <a:pPr marL="0" indent="0">
              <a:buNone/>
            </a:pPr>
            <a:r>
              <a:rPr lang="en-US" sz="1500" dirty="0"/>
              <a:t>Projects</a:t>
            </a:r>
          </a:p>
          <a:p>
            <a:r>
              <a:rPr lang="en-US" sz="1500" dirty="0"/>
              <a:t>We </a:t>
            </a:r>
            <a:r>
              <a:rPr lang="en-US" sz="1500" dirty="0" err="1"/>
              <a:t>utilised</a:t>
            </a:r>
            <a:r>
              <a:rPr lang="en-US" sz="1500" dirty="0"/>
              <a:t> projects within Git Hub to manage what need to be done and who is responsible.</a:t>
            </a:r>
          </a:p>
          <a:p>
            <a:pPr marL="0" indent="0">
              <a:buNone/>
            </a:pPr>
            <a:r>
              <a:rPr lang="en-US" sz="1500" dirty="0"/>
              <a:t>Teams</a:t>
            </a:r>
          </a:p>
          <a:p>
            <a:r>
              <a:rPr lang="en-US" sz="1500" dirty="0"/>
              <a:t>Microsoft Teams was our talk about channel, as well as our meeting platform.</a:t>
            </a:r>
          </a:p>
          <a:p>
            <a:pPr marL="0" indent="0">
              <a:buNone/>
            </a:pPr>
            <a:r>
              <a:rPr lang="en-US" sz="1500" dirty="0"/>
              <a:t>Team Viewer</a:t>
            </a:r>
          </a:p>
          <a:p>
            <a:r>
              <a:rPr lang="en-US" sz="1500" dirty="0"/>
              <a:t>Team viewer granted us the ability to share access to a VM for integration testing.</a:t>
            </a:r>
            <a:endParaRPr lang="en-AU" sz="150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F4BE3BC9-9E56-7469-364B-7ED85A56B4D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6185" r="-2" b="6324"/>
          <a:stretch/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17" name="Arc 16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8C88DA3-E094-7086-D565-566689DBAA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23" r="30707" b="-2"/>
          <a:stretch/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38088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253</Words>
  <Application>Microsoft Office PowerPoint</Application>
  <PresentationFormat>Widescreen</PresentationFormat>
  <Paragraphs>32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Presentation 2 Peer -Programming</vt:lpstr>
      <vt:lpstr>Topic 2 Implement safeguard CIS 2.5 Allowlist Authorized Software  </vt:lpstr>
      <vt:lpstr>Communication &amp; Team Management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2 Peer -Programming</dc:title>
  <dc:creator>Mat Gallehawk</dc:creator>
  <cp:lastModifiedBy>Mat Gallehawk</cp:lastModifiedBy>
  <cp:revision>6</cp:revision>
  <dcterms:created xsi:type="dcterms:W3CDTF">2023-08-03T08:48:22Z</dcterms:created>
  <dcterms:modified xsi:type="dcterms:W3CDTF">2023-08-05T11:05:17Z</dcterms:modified>
</cp:coreProperties>
</file>