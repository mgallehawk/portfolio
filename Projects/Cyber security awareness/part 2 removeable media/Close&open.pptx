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2" r:id="rId4"/>
  </p:sldMasterIdLst>
  <p:notesMasterIdLst>
    <p:notesMasterId r:id="rId9"/>
  </p:notesMasterIdLst>
  <p:sldIdLst>
    <p:sldId id="287" r:id="rId5"/>
    <p:sldId id="297" r:id="rId6"/>
    <p:sldId id="298" r:id="rId7"/>
    <p:sldId id="296" r:id="rId8"/>
  </p:sldIdLst>
  <p:sldSz cx="9144000" cy="6858000" type="screen4x3"/>
  <p:notesSz cx="6796088" cy="9928225"/>
  <p:defaultTextStyle>
    <a:defPPr>
      <a:defRPr lang="en-GB"/>
    </a:defPPr>
    <a:lvl1pPr algn="l" defTabSz="449263" rtl="0" fontAlgn="base">
      <a:spcBef>
        <a:spcPct val="0"/>
      </a:spcBef>
      <a:spcAft>
        <a:spcPct val="0"/>
      </a:spcAft>
      <a:buClr>
        <a:srgbClr val="000000"/>
      </a:buClr>
      <a:buSzPct val="100000"/>
      <a:buFont typeface="Times New Roman" pitchFamily="16" charset="0"/>
      <a:defRPr kern="1200">
        <a:solidFill>
          <a:schemeClr val="bg1"/>
        </a:solidFill>
        <a:latin typeface="Calibri" pitchFamily="32" charset="0"/>
        <a:ea typeface="Microsoft YaHei" charset="-122"/>
        <a:cs typeface="Arial" charset="0"/>
      </a:defRPr>
    </a:lvl1pPr>
    <a:lvl2pPr marL="742950" indent="-285750" algn="l" defTabSz="449263" rtl="0" fontAlgn="base">
      <a:spcBef>
        <a:spcPct val="0"/>
      </a:spcBef>
      <a:spcAft>
        <a:spcPct val="0"/>
      </a:spcAft>
      <a:buClr>
        <a:srgbClr val="000000"/>
      </a:buClr>
      <a:buSzPct val="100000"/>
      <a:buFont typeface="Times New Roman" pitchFamily="16" charset="0"/>
      <a:defRPr kern="1200">
        <a:solidFill>
          <a:schemeClr val="bg1"/>
        </a:solidFill>
        <a:latin typeface="Calibri" pitchFamily="32" charset="0"/>
        <a:ea typeface="Microsoft YaHei" charset="-122"/>
        <a:cs typeface="Arial" charset="0"/>
      </a:defRPr>
    </a:lvl2pPr>
    <a:lvl3pPr marL="11430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Calibri" pitchFamily="32" charset="0"/>
        <a:ea typeface="Microsoft YaHei" charset="-122"/>
        <a:cs typeface="Arial" charset="0"/>
      </a:defRPr>
    </a:lvl3pPr>
    <a:lvl4pPr marL="16002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Calibri" pitchFamily="32" charset="0"/>
        <a:ea typeface="Microsoft YaHei" charset="-122"/>
        <a:cs typeface="Arial" charset="0"/>
      </a:defRPr>
    </a:lvl4pPr>
    <a:lvl5pPr marL="20574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Calibri" pitchFamily="32" charset="0"/>
        <a:ea typeface="Microsoft YaHei" charset="-122"/>
        <a:cs typeface="Arial" charset="0"/>
      </a:defRPr>
    </a:lvl5pPr>
    <a:lvl6pPr marL="2286000" algn="l" defTabSz="914400" rtl="0" eaLnBrk="1" latinLnBrk="0" hangingPunct="1">
      <a:defRPr kern="1200">
        <a:solidFill>
          <a:schemeClr val="bg1"/>
        </a:solidFill>
        <a:latin typeface="Calibri" pitchFamily="32" charset="0"/>
        <a:ea typeface="Microsoft YaHei" charset="-122"/>
        <a:cs typeface="Arial" charset="0"/>
      </a:defRPr>
    </a:lvl6pPr>
    <a:lvl7pPr marL="2743200" algn="l" defTabSz="914400" rtl="0" eaLnBrk="1" latinLnBrk="0" hangingPunct="1">
      <a:defRPr kern="1200">
        <a:solidFill>
          <a:schemeClr val="bg1"/>
        </a:solidFill>
        <a:latin typeface="Calibri" pitchFamily="32" charset="0"/>
        <a:ea typeface="Microsoft YaHei" charset="-122"/>
        <a:cs typeface="Arial" charset="0"/>
      </a:defRPr>
    </a:lvl7pPr>
    <a:lvl8pPr marL="3200400" algn="l" defTabSz="914400" rtl="0" eaLnBrk="1" latinLnBrk="0" hangingPunct="1">
      <a:defRPr kern="1200">
        <a:solidFill>
          <a:schemeClr val="bg1"/>
        </a:solidFill>
        <a:latin typeface="Calibri" pitchFamily="32" charset="0"/>
        <a:ea typeface="Microsoft YaHei" charset="-122"/>
        <a:cs typeface="Arial" charset="0"/>
      </a:defRPr>
    </a:lvl8pPr>
    <a:lvl9pPr marL="3657600" algn="l" defTabSz="914400" rtl="0" eaLnBrk="1" latinLnBrk="0" hangingPunct="1">
      <a:defRPr kern="1200">
        <a:solidFill>
          <a:schemeClr val="bg1"/>
        </a:solidFill>
        <a:latin typeface="Calibri" pitchFamily="32" charset="0"/>
        <a:ea typeface="Microsoft YaHei" charset="-122"/>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6FFFF"/>
    <a:srgbClr val="74D2E7"/>
    <a:srgbClr val="00BBDC"/>
    <a:srgbClr val="CCFFFF"/>
    <a:srgbClr val="C9C9C9"/>
    <a:srgbClr val="D5D5D5"/>
    <a:srgbClr val="C4C4C4"/>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ADDBB3-A9B0-4913-A3AC-37C0B690FDE8}" v="76" dt="2023-04-24T04:09:09.7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p:cViewPr varScale="1">
        <p:scale>
          <a:sx n="82" d="100"/>
          <a:sy n="82" d="100"/>
        </p:scale>
        <p:origin x="1411" y="72"/>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 Gallehawk" userId="93dd6677-ad92-4f4d-8ebe-555150310a93" providerId="ADAL" clId="{00ADDBB3-A9B0-4913-A3AC-37C0B690FDE8}"/>
    <pc:docChg chg="undo redo custSel addSld delSld modSld">
      <pc:chgData name="Mat Gallehawk" userId="93dd6677-ad92-4f4d-8ebe-555150310a93" providerId="ADAL" clId="{00ADDBB3-A9B0-4913-A3AC-37C0B690FDE8}" dt="2023-04-24T04:11:26.473" v="3307" actId="2696"/>
      <pc:docMkLst>
        <pc:docMk/>
      </pc:docMkLst>
      <pc:sldChg chg="modSp del mod">
        <pc:chgData name="Mat Gallehawk" userId="93dd6677-ad92-4f4d-8ebe-555150310a93" providerId="ADAL" clId="{00ADDBB3-A9B0-4913-A3AC-37C0B690FDE8}" dt="2023-04-24T02:02:31.831" v="100" actId="47"/>
        <pc:sldMkLst>
          <pc:docMk/>
          <pc:sldMk cId="0" sldId="288"/>
        </pc:sldMkLst>
        <pc:spChg chg="mod">
          <ac:chgData name="Mat Gallehawk" userId="93dd6677-ad92-4f4d-8ebe-555150310a93" providerId="ADAL" clId="{00ADDBB3-A9B0-4913-A3AC-37C0B690FDE8}" dt="2023-04-24T01:46:23.642" v="27" actId="20577"/>
          <ac:spMkLst>
            <pc:docMk/>
            <pc:sldMk cId="0" sldId="288"/>
            <ac:spMk id="2" creationId="{00000000-0000-0000-0000-000000000000}"/>
          </ac:spMkLst>
        </pc:spChg>
      </pc:sldChg>
      <pc:sldChg chg="modSp mod">
        <pc:chgData name="Mat Gallehawk" userId="93dd6677-ad92-4f4d-8ebe-555150310a93" providerId="ADAL" clId="{00ADDBB3-A9B0-4913-A3AC-37C0B690FDE8}" dt="2023-04-24T02:26:04.069" v="1393" actId="14100"/>
        <pc:sldMkLst>
          <pc:docMk/>
          <pc:sldMk cId="498560464" sldId="297"/>
        </pc:sldMkLst>
        <pc:spChg chg="mod">
          <ac:chgData name="Mat Gallehawk" userId="93dd6677-ad92-4f4d-8ebe-555150310a93" providerId="ADAL" clId="{00ADDBB3-A9B0-4913-A3AC-37C0B690FDE8}" dt="2023-04-24T02:03:09.143" v="120" actId="20577"/>
          <ac:spMkLst>
            <pc:docMk/>
            <pc:sldMk cId="498560464" sldId="297"/>
            <ac:spMk id="2" creationId="{00000000-0000-0000-0000-000000000000}"/>
          </ac:spMkLst>
        </pc:spChg>
        <pc:spChg chg="mod">
          <ac:chgData name="Mat Gallehawk" userId="93dd6677-ad92-4f4d-8ebe-555150310a93" providerId="ADAL" clId="{00ADDBB3-A9B0-4913-A3AC-37C0B690FDE8}" dt="2023-04-24T02:26:04.069" v="1393" actId="14100"/>
          <ac:spMkLst>
            <pc:docMk/>
            <pc:sldMk cId="498560464" sldId="297"/>
            <ac:spMk id="3" creationId="{00000000-0000-0000-0000-000000000000}"/>
          </ac:spMkLst>
        </pc:spChg>
      </pc:sldChg>
      <pc:sldChg chg="addSp modSp mod">
        <pc:chgData name="Mat Gallehawk" userId="93dd6677-ad92-4f4d-8ebe-555150310a93" providerId="ADAL" clId="{00ADDBB3-A9B0-4913-A3AC-37C0B690FDE8}" dt="2023-04-24T02:59:41.305" v="2545" actId="20577"/>
        <pc:sldMkLst>
          <pc:docMk/>
          <pc:sldMk cId="3065177915" sldId="298"/>
        </pc:sldMkLst>
        <pc:spChg chg="mod">
          <ac:chgData name="Mat Gallehawk" userId="93dd6677-ad92-4f4d-8ebe-555150310a93" providerId="ADAL" clId="{00ADDBB3-A9B0-4913-A3AC-37C0B690FDE8}" dt="2023-04-24T02:26:40.227" v="1402" actId="20577"/>
          <ac:spMkLst>
            <pc:docMk/>
            <pc:sldMk cId="3065177915" sldId="298"/>
            <ac:spMk id="2" creationId="{00000000-0000-0000-0000-000000000000}"/>
          </ac:spMkLst>
        </pc:spChg>
        <pc:spChg chg="mod">
          <ac:chgData name="Mat Gallehawk" userId="93dd6677-ad92-4f4d-8ebe-555150310a93" providerId="ADAL" clId="{00ADDBB3-A9B0-4913-A3AC-37C0B690FDE8}" dt="2023-04-24T02:38:30.514" v="1995" actId="20577"/>
          <ac:spMkLst>
            <pc:docMk/>
            <pc:sldMk cId="3065177915" sldId="298"/>
            <ac:spMk id="3" creationId="{00000000-0000-0000-0000-000000000000}"/>
          </ac:spMkLst>
        </pc:spChg>
        <pc:spChg chg="add mod">
          <ac:chgData name="Mat Gallehawk" userId="93dd6677-ad92-4f4d-8ebe-555150310a93" providerId="ADAL" clId="{00ADDBB3-A9B0-4913-A3AC-37C0B690FDE8}" dt="2023-04-24T02:55:56.937" v="2057" actId="20577"/>
          <ac:spMkLst>
            <pc:docMk/>
            <pc:sldMk cId="3065177915" sldId="298"/>
            <ac:spMk id="4" creationId="{496A69FA-C154-F5E6-A823-C68102A61F00}"/>
          </ac:spMkLst>
        </pc:spChg>
        <pc:spChg chg="add mod">
          <ac:chgData name="Mat Gallehawk" userId="93dd6677-ad92-4f4d-8ebe-555150310a93" providerId="ADAL" clId="{00ADDBB3-A9B0-4913-A3AC-37C0B690FDE8}" dt="2023-04-24T02:59:41.305" v="2545" actId="20577"/>
          <ac:spMkLst>
            <pc:docMk/>
            <pc:sldMk cId="3065177915" sldId="298"/>
            <ac:spMk id="5" creationId="{DF5D6DCE-4100-A6FD-A47A-19A625161480}"/>
          </ac:spMkLst>
        </pc:spChg>
      </pc:sldChg>
      <pc:sldChg chg="addSp modSp add del mod">
        <pc:chgData name="Mat Gallehawk" userId="93dd6677-ad92-4f4d-8ebe-555150310a93" providerId="ADAL" clId="{00ADDBB3-A9B0-4913-A3AC-37C0B690FDE8}" dt="2023-04-24T04:11:26.473" v="3307" actId="2696"/>
        <pc:sldMkLst>
          <pc:docMk/>
          <pc:sldMk cId="4117962994" sldId="402"/>
        </pc:sldMkLst>
        <pc:spChg chg="mod">
          <ac:chgData name="Mat Gallehawk" userId="93dd6677-ad92-4f4d-8ebe-555150310a93" providerId="ADAL" clId="{00ADDBB3-A9B0-4913-A3AC-37C0B690FDE8}" dt="2023-04-24T03:52:11.169" v="2614" actId="14100"/>
          <ac:spMkLst>
            <pc:docMk/>
            <pc:sldMk cId="4117962994" sldId="402"/>
            <ac:spMk id="2" creationId="{EDA2E692-5C52-BA4C-6EFB-5D332C2EC70E}"/>
          </ac:spMkLst>
        </pc:spChg>
        <pc:spChg chg="mod">
          <ac:chgData name="Mat Gallehawk" userId="93dd6677-ad92-4f4d-8ebe-555150310a93" providerId="ADAL" clId="{00ADDBB3-A9B0-4913-A3AC-37C0B690FDE8}" dt="2023-04-24T03:52:25.436" v="2616" actId="1076"/>
          <ac:spMkLst>
            <pc:docMk/>
            <pc:sldMk cId="4117962994" sldId="402"/>
            <ac:spMk id="3" creationId="{EC76785E-9109-A876-BDF3-D22761F6BE80}"/>
          </ac:spMkLst>
        </pc:spChg>
        <pc:spChg chg="mod">
          <ac:chgData name="Mat Gallehawk" userId="93dd6677-ad92-4f4d-8ebe-555150310a93" providerId="ADAL" clId="{00ADDBB3-A9B0-4913-A3AC-37C0B690FDE8}" dt="2023-04-24T03:52:21.062" v="2615" actId="1076"/>
          <ac:spMkLst>
            <pc:docMk/>
            <pc:sldMk cId="4117962994" sldId="402"/>
            <ac:spMk id="4" creationId="{5A955C97-6999-6BD9-2B31-27E4F7877E7E}"/>
          </ac:spMkLst>
        </pc:spChg>
        <pc:spChg chg="mod">
          <ac:chgData name="Mat Gallehawk" userId="93dd6677-ad92-4f4d-8ebe-555150310a93" providerId="ADAL" clId="{00ADDBB3-A9B0-4913-A3AC-37C0B690FDE8}" dt="2023-04-24T03:52:31.321" v="2617" actId="1076"/>
          <ac:spMkLst>
            <pc:docMk/>
            <pc:sldMk cId="4117962994" sldId="402"/>
            <ac:spMk id="5" creationId="{04086BAB-3CAD-ACB5-D528-0C2DDC5829D0}"/>
          </ac:spMkLst>
        </pc:spChg>
        <pc:spChg chg="add mod">
          <ac:chgData name="Mat Gallehawk" userId="93dd6677-ad92-4f4d-8ebe-555150310a93" providerId="ADAL" clId="{00ADDBB3-A9B0-4913-A3AC-37C0B690FDE8}" dt="2023-04-24T03:54:55.820" v="2676" actId="313"/>
          <ac:spMkLst>
            <pc:docMk/>
            <pc:sldMk cId="4117962994" sldId="402"/>
            <ac:spMk id="6" creationId="{46323D92-CCC7-43FF-9D06-39C87CB2200C}"/>
          </ac:spMkLst>
        </pc:spChg>
      </pc:sldChg>
      <pc:sldChg chg="addSp modSp add del mod">
        <pc:chgData name="Mat Gallehawk" userId="93dd6677-ad92-4f4d-8ebe-555150310a93" providerId="ADAL" clId="{00ADDBB3-A9B0-4913-A3AC-37C0B690FDE8}" dt="2023-04-24T04:11:26.473" v="3307" actId="2696"/>
        <pc:sldMkLst>
          <pc:docMk/>
          <pc:sldMk cId="4271745098" sldId="403"/>
        </pc:sldMkLst>
        <pc:spChg chg="mod">
          <ac:chgData name="Mat Gallehawk" userId="93dd6677-ad92-4f4d-8ebe-555150310a93" providerId="ADAL" clId="{00ADDBB3-A9B0-4913-A3AC-37C0B690FDE8}" dt="2023-04-24T04:00:52.669" v="2834" actId="14100"/>
          <ac:spMkLst>
            <pc:docMk/>
            <pc:sldMk cId="4271745098" sldId="403"/>
            <ac:spMk id="2" creationId="{EDA2E692-5C52-BA4C-6EFB-5D332C2EC70E}"/>
          </ac:spMkLst>
        </pc:spChg>
        <pc:spChg chg="mod">
          <ac:chgData name="Mat Gallehawk" userId="93dd6677-ad92-4f4d-8ebe-555150310a93" providerId="ADAL" clId="{00ADDBB3-A9B0-4913-A3AC-37C0B690FDE8}" dt="2023-04-24T04:06:27.613" v="2996" actId="20577"/>
          <ac:spMkLst>
            <pc:docMk/>
            <pc:sldMk cId="4271745098" sldId="403"/>
            <ac:spMk id="3" creationId="{EC76785E-9109-A876-BDF3-D22761F6BE80}"/>
          </ac:spMkLst>
        </pc:spChg>
        <pc:spChg chg="mod">
          <ac:chgData name="Mat Gallehawk" userId="93dd6677-ad92-4f4d-8ebe-555150310a93" providerId="ADAL" clId="{00ADDBB3-A9B0-4913-A3AC-37C0B690FDE8}" dt="2023-04-24T03:59:41.497" v="2820" actId="14100"/>
          <ac:spMkLst>
            <pc:docMk/>
            <pc:sldMk cId="4271745098" sldId="403"/>
            <ac:spMk id="4" creationId="{5A955C97-6999-6BD9-2B31-27E4F7877E7E}"/>
          </ac:spMkLst>
        </pc:spChg>
        <pc:spChg chg="mod">
          <ac:chgData name="Mat Gallehawk" userId="93dd6677-ad92-4f4d-8ebe-555150310a93" providerId="ADAL" clId="{00ADDBB3-A9B0-4913-A3AC-37C0B690FDE8}" dt="2023-04-24T04:07:52.553" v="3105" actId="6549"/>
          <ac:spMkLst>
            <pc:docMk/>
            <pc:sldMk cId="4271745098" sldId="403"/>
            <ac:spMk id="5" creationId="{04086BAB-3CAD-ACB5-D528-0C2DDC5829D0}"/>
          </ac:spMkLst>
        </pc:spChg>
        <pc:spChg chg="mod">
          <ac:chgData name="Mat Gallehawk" userId="93dd6677-ad92-4f4d-8ebe-555150310a93" providerId="ADAL" clId="{00ADDBB3-A9B0-4913-A3AC-37C0B690FDE8}" dt="2023-04-24T03:55:18.256" v="2703" actId="20577"/>
          <ac:spMkLst>
            <pc:docMk/>
            <pc:sldMk cId="4271745098" sldId="403"/>
            <ac:spMk id="6" creationId="{46323D92-CCC7-43FF-9D06-39C87CB2200C}"/>
          </ac:spMkLst>
        </pc:spChg>
        <pc:spChg chg="add mod">
          <ac:chgData name="Mat Gallehawk" userId="93dd6677-ad92-4f4d-8ebe-555150310a93" providerId="ADAL" clId="{00ADDBB3-A9B0-4913-A3AC-37C0B690FDE8}" dt="2023-04-24T04:01:15.719" v="2838" actId="1076"/>
          <ac:spMkLst>
            <pc:docMk/>
            <pc:sldMk cId="4271745098" sldId="403"/>
            <ac:spMk id="7" creationId="{692326E8-65E0-7CE4-2284-DB39F082BC4E}"/>
          </ac:spMkLst>
        </pc:spChg>
        <pc:spChg chg="add mod">
          <ac:chgData name="Mat Gallehawk" userId="93dd6677-ad92-4f4d-8ebe-555150310a93" providerId="ADAL" clId="{00ADDBB3-A9B0-4913-A3AC-37C0B690FDE8}" dt="2023-04-24T04:09:08.074" v="3112" actId="404"/>
          <ac:spMkLst>
            <pc:docMk/>
            <pc:sldMk cId="4271745098" sldId="403"/>
            <ac:spMk id="8" creationId="{51C8D3ED-78CB-D36A-24C2-ED55F7E79389}"/>
          </ac:spMkLst>
        </pc:spChg>
        <pc:spChg chg="add mod">
          <ac:chgData name="Mat Gallehawk" userId="93dd6677-ad92-4f4d-8ebe-555150310a93" providerId="ADAL" clId="{00ADDBB3-A9B0-4913-A3AC-37C0B690FDE8}" dt="2023-04-24T04:00:26.557" v="2829" actId="14100"/>
          <ac:spMkLst>
            <pc:docMk/>
            <pc:sldMk cId="4271745098" sldId="403"/>
            <ac:spMk id="9" creationId="{C187DE30-ECC5-994A-0D7F-40B4F4DEC1A3}"/>
          </ac:spMkLst>
        </pc:spChg>
        <pc:spChg chg="add mod">
          <ac:chgData name="Mat Gallehawk" userId="93dd6677-ad92-4f4d-8ebe-555150310a93" providerId="ADAL" clId="{00ADDBB3-A9B0-4913-A3AC-37C0B690FDE8}" dt="2023-04-24T04:10:46.073" v="3306" actId="5793"/>
          <ac:spMkLst>
            <pc:docMk/>
            <pc:sldMk cId="4271745098" sldId="403"/>
            <ac:spMk id="10" creationId="{2D00B811-4ECE-0A02-0B69-5FF99A08918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AutoShape 1"/>
          <p:cNvSpPr>
            <a:spLocks noChangeArrowheads="1"/>
          </p:cNvSpPr>
          <p:nvPr/>
        </p:nvSpPr>
        <p:spPr bwMode="auto">
          <a:xfrm>
            <a:off x="0" y="0"/>
            <a:ext cx="6796088" cy="9928225"/>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AU"/>
          </a:p>
        </p:txBody>
      </p:sp>
      <p:sp>
        <p:nvSpPr>
          <p:cNvPr id="39939" name="Text Box 2"/>
          <p:cNvSpPr txBox="1">
            <a:spLocks noChangeArrowheads="1"/>
          </p:cNvSpPr>
          <p:nvPr/>
        </p:nvSpPr>
        <p:spPr bwMode="auto">
          <a:xfrm>
            <a:off x="0" y="0"/>
            <a:ext cx="2946400"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AU"/>
          </a:p>
        </p:txBody>
      </p:sp>
      <p:sp>
        <p:nvSpPr>
          <p:cNvPr id="3075" name="Rectangle 3"/>
          <p:cNvSpPr>
            <a:spLocks noGrp="1" noChangeArrowheads="1"/>
          </p:cNvSpPr>
          <p:nvPr>
            <p:ph type="dt"/>
          </p:nvPr>
        </p:nvSpPr>
        <p:spPr bwMode="auto">
          <a:xfrm>
            <a:off x="3849688" y="0"/>
            <a:ext cx="2944812"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lgn="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ea typeface="+mn-ea"/>
                <a:cs typeface="Arial" charset="0"/>
              </a:defRPr>
            </a:lvl1pPr>
          </a:lstStyle>
          <a:p>
            <a:pPr>
              <a:defRPr/>
            </a:pPr>
            <a:endParaRPr lang="en-AU"/>
          </a:p>
        </p:txBody>
      </p:sp>
      <p:sp>
        <p:nvSpPr>
          <p:cNvPr id="39941" name="Rectangle 4"/>
          <p:cNvSpPr>
            <a:spLocks noGrp="1" noRot="1" noChangeAspect="1" noChangeArrowheads="1"/>
          </p:cNvSpPr>
          <p:nvPr>
            <p:ph type="sldImg"/>
          </p:nvPr>
        </p:nvSpPr>
        <p:spPr bwMode="auto">
          <a:xfrm>
            <a:off x="917575" y="744538"/>
            <a:ext cx="4960938" cy="3721100"/>
          </a:xfrm>
          <a:prstGeom prst="rect">
            <a:avLst/>
          </a:prstGeom>
          <a:noFill/>
          <a:ln w="1260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p:cNvSpPr>
            <a:spLocks noGrp="1" noChangeArrowheads="1"/>
          </p:cNvSpPr>
          <p:nvPr>
            <p:ph type="body"/>
          </p:nvPr>
        </p:nvSpPr>
        <p:spPr bwMode="auto">
          <a:xfrm>
            <a:off x="679450" y="4716463"/>
            <a:ext cx="5437188" cy="4465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endParaRPr lang="en-US" noProof="0"/>
          </a:p>
        </p:txBody>
      </p:sp>
      <p:sp>
        <p:nvSpPr>
          <p:cNvPr id="39943" name="Text Box 6"/>
          <p:cNvSpPr txBox="1">
            <a:spLocks noChangeArrowheads="1"/>
          </p:cNvSpPr>
          <p:nvPr/>
        </p:nvSpPr>
        <p:spPr bwMode="auto">
          <a:xfrm>
            <a:off x="0" y="9429750"/>
            <a:ext cx="2946400"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AU"/>
          </a:p>
        </p:txBody>
      </p:sp>
      <p:sp>
        <p:nvSpPr>
          <p:cNvPr id="3079" name="Rectangle 7"/>
          <p:cNvSpPr>
            <a:spLocks noGrp="1" noChangeArrowheads="1"/>
          </p:cNvSpPr>
          <p:nvPr>
            <p:ph type="sldNum"/>
          </p:nvPr>
        </p:nvSpPr>
        <p:spPr bwMode="auto">
          <a:xfrm>
            <a:off x="3849688" y="9429750"/>
            <a:ext cx="2944812"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lgn="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ea typeface="+mn-ea"/>
                <a:cs typeface="Arial" charset="0"/>
              </a:defRPr>
            </a:lvl1pPr>
          </a:lstStyle>
          <a:p>
            <a:pPr>
              <a:defRPr/>
            </a:pPr>
            <a:fld id="{B2648A16-E134-4B8A-8E0B-E67E8027D834}" type="slidenum">
              <a:rPr lang="en-AU"/>
              <a:pPr>
                <a:defRPr/>
              </a:pPr>
              <a:t>‹#›</a:t>
            </a:fld>
            <a:endParaRPr lang="en-AU"/>
          </a:p>
        </p:txBody>
      </p:sp>
    </p:spTree>
    <p:extLst>
      <p:ext uri="{BB962C8B-B14F-4D97-AF65-F5344CB8AC3E}">
        <p14:creationId xmlns:p14="http://schemas.microsoft.com/office/powerpoint/2010/main" val="3746781252"/>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Waiting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0506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64600" y="3702378"/>
            <a:ext cx="6858000" cy="610422"/>
          </a:xfrm>
        </p:spPr>
        <p:txBody>
          <a:bodyPr anchor="b">
            <a:normAutofit/>
          </a:bodyPr>
          <a:lstStyle>
            <a:lvl1pPr algn="l">
              <a:defRPr sz="4000"/>
            </a:lvl1pPr>
          </a:lstStyle>
          <a:p>
            <a:r>
              <a:rPr lang="en-US"/>
              <a:t>Click to edit Master title style</a:t>
            </a:r>
            <a:endParaRPr lang="en-US" dirty="0"/>
          </a:p>
        </p:txBody>
      </p:sp>
      <p:sp>
        <p:nvSpPr>
          <p:cNvPr id="3" name="Subtitle 2"/>
          <p:cNvSpPr>
            <a:spLocks noGrp="1"/>
          </p:cNvSpPr>
          <p:nvPr>
            <p:ph type="subTitle" idx="1"/>
          </p:nvPr>
        </p:nvSpPr>
        <p:spPr>
          <a:xfrm>
            <a:off x="1164600" y="5424835"/>
            <a:ext cx="6858000" cy="39876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defTabSz="449263">
              <a:buClr>
                <a:srgbClr val="000000"/>
              </a:buClr>
              <a:buSzPct val="100000"/>
              <a:buFont typeface="Times New Roman" pitchFamily="16" charset="0"/>
              <a:buNone/>
              <a:defRPr/>
            </a:lvl1pPr>
          </a:lstStyle>
          <a:p>
            <a:pPr>
              <a:defRPr/>
            </a:pPr>
            <a:fld id="{90D6ED98-98A9-431F-A354-964E57644AAB}" type="datetimeFigureOut">
              <a:rPr lang="en-AU"/>
              <a:pPr>
                <a:defRPr/>
              </a:pPr>
              <a:t>24/04/2023</a:t>
            </a:fld>
            <a:endParaRPr lang="en-AU" dirty="0"/>
          </a:p>
        </p:txBody>
      </p:sp>
    </p:spTree>
    <p:extLst>
      <p:ext uri="{BB962C8B-B14F-4D97-AF65-F5344CB8AC3E}">
        <p14:creationId xmlns:p14="http://schemas.microsoft.com/office/powerpoint/2010/main" val="2100971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471587"/>
          </a:xfrm>
        </p:spPr>
        <p:txBody>
          <a:bodyPr/>
          <a:lstStyle>
            <a:lvl1pPr>
              <a:defRPr sz="2400" b="1">
                <a:latin typeface="+mj-lt"/>
                <a:cs typeface="DINOT-Bold" panose="020B0804020101020102"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628650" y="980728"/>
            <a:ext cx="7886700" cy="5196235"/>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024438" y="6542088"/>
            <a:ext cx="1449387" cy="160337"/>
          </a:xfrm>
        </p:spPr>
        <p:txBody>
          <a:bodyPr/>
          <a:lstStyle>
            <a:lvl1pPr defTabSz="449263">
              <a:buClr>
                <a:srgbClr val="000000"/>
              </a:buClr>
              <a:buSzPct val="100000"/>
              <a:buFont typeface="Times New Roman" pitchFamily="16" charset="0"/>
              <a:buNone/>
              <a:defRPr/>
            </a:lvl1pPr>
          </a:lstStyle>
          <a:p>
            <a:pPr>
              <a:defRPr/>
            </a:pPr>
            <a:fld id="{7D784D61-7083-48BD-845D-71EFBFC88A37}" type="datetimeFigureOut">
              <a:rPr lang="en-AU"/>
              <a:pPr>
                <a:defRPr/>
              </a:pPr>
              <a:t>24/04/2023</a:t>
            </a:fld>
            <a:endParaRPr lang="en-AU" dirty="0"/>
          </a:p>
        </p:txBody>
      </p:sp>
      <p:sp>
        <p:nvSpPr>
          <p:cNvPr id="5" name="Slide Number Placeholder 5"/>
          <p:cNvSpPr>
            <a:spLocks noGrp="1"/>
          </p:cNvSpPr>
          <p:nvPr>
            <p:ph type="sldNum" sz="quarter" idx="11"/>
          </p:nvPr>
        </p:nvSpPr>
        <p:spPr>
          <a:xfrm>
            <a:off x="6592888" y="6542088"/>
            <a:ext cx="922337" cy="160337"/>
          </a:xfrm>
        </p:spPr>
        <p:txBody>
          <a:bodyPr/>
          <a:lstStyle>
            <a:lvl1pPr defTabSz="449263">
              <a:buClr>
                <a:srgbClr val="000000"/>
              </a:buClr>
              <a:buSzPct val="100000"/>
              <a:buFont typeface="Times New Roman" pitchFamily="16" charset="0"/>
              <a:buNone/>
              <a:defRPr/>
            </a:lvl1pPr>
          </a:lstStyle>
          <a:p>
            <a:pPr>
              <a:defRPr/>
            </a:pPr>
            <a:r>
              <a:rPr lang="en-AU" dirty="0"/>
              <a:t>Slide </a:t>
            </a:r>
            <a:fld id="{C855FA6A-73C9-40CD-8885-046E95F4DBEE}" type="slidenum">
              <a:rPr lang="en-AU"/>
              <a:pPr>
                <a:defRPr/>
              </a:pPr>
              <a:t>‹#›</a:t>
            </a:fld>
            <a:endParaRPr lang="en-AU" dirty="0"/>
          </a:p>
        </p:txBody>
      </p:sp>
    </p:spTree>
    <p:extLst>
      <p:ext uri="{BB962C8B-B14F-4D97-AF65-F5344CB8AC3E}">
        <p14:creationId xmlns:p14="http://schemas.microsoft.com/office/powerpoint/2010/main" val="3237863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hank You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1447800" y="3892550"/>
            <a:ext cx="24987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DINOT" pitchFamily="34" charset="0"/>
              </a:defRPr>
            </a:lvl1pPr>
            <a:lvl2pPr marL="742950" indent="-285750">
              <a:defRPr>
                <a:solidFill>
                  <a:schemeClr val="tx1"/>
                </a:solidFill>
                <a:latin typeface="DINOT" pitchFamily="34" charset="0"/>
              </a:defRPr>
            </a:lvl2pPr>
            <a:lvl3pPr marL="1143000" indent="-228600">
              <a:defRPr>
                <a:solidFill>
                  <a:schemeClr val="tx1"/>
                </a:solidFill>
                <a:latin typeface="DINOT" pitchFamily="34" charset="0"/>
              </a:defRPr>
            </a:lvl3pPr>
            <a:lvl4pPr marL="1600200" indent="-228600">
              <a:defRPr>
                <a:solidFill>
                  <a:schemeClr val="tx1"/>
                </a:solidFill>
                <a:latin typeface="DINOT" pitchFamily="34" charset="0"/>
              </a:defRPr>
            </a:lvl4pPr>
            <a:lvl5pPr marL="2057400" indent="-228600">
              <a:defRPr>
                <a:solidFill>
                  <a:schemeClr val="tx1"/>
                </a:solidFill>
                <a:latin typeface="DINOT" pitchFamily="34" charset="0"/>
              </a:defRPr>
            </a:lvl5pPr>
            <a:lvl6pPr marL="2514600" indent="-228600" fontAlgn="base">
              <a:spcBef>
                <a:spcPct val="0"/>
              </a:spcBef>
              <a:spcAft>
                <a:spcPct val="0"/>
              </a:spcAft>
              <a:defRPr>
                <a:solidFill>
                  <a:schemeClr val="tx1"/>
                </a:solidFill>
                <a:latin typeface="DINOT" pitchFamily="34" charset="0"/>
              </a:defRPr>
            </a:lvl6pPr>
            <a:lvl7pPr marL="2971800" indent="-228600" fontAlgn="base">
              <a:spcBef>
                <a:spcPct val="0"/>
              </a:spcBef>
              <a:spcAft>
                <a:spcPct val="0"/>
              </a:spcAft>
              <a:defRPr>
                <a:solidFill>
                  <a:schemeClr val="tx1"/>
                </a:solidFill>
                <a:latin typeface="DINOT" pitchFamily="34" charset="0"/>
              </a:defRPr>
            </a:lvl7pPr>
            <a:lvl8pPr marL="3429000" indent="-228600" fontAlgn="base">
              <a:spcBef>
                <a:spcPct val="0"/>
              </a:spcBef>
              <a:spcAft>
                <a:spcPct val="0"/>
              </a:spcAft>
              <a:defRPr>
                <a:solidFill>
                  <a:schemeClr val="tx1"/>
                </a:solidFill>
                <a:latin typeface="DINOT" pitchFamily="34" charset="0"/>
              </a:defRPr>
            </a:lvl8pPr>
            <a:lvl9pPr marL="3886200" indent="-228600" fontAlgn="base">
              <a:spcBef>
                <a:spcPct val="0"/>
              </a:spcBef>
              <a:spcAft>
                <a:spcPct val="0"/>
              </a:spcAft>
              <a:defRPr>
                <a:solidFill>
                  <a:schemeClr val="tx1"/>
                </a:solidFill>
                <a:latin typeface="DINOT" pitchFamily="34" charset="0"/>
              </a:defRPr>
            </a:lvl9pPr>
          </a:lstStyle>
          <a:p>
            <a:pPr defTabSz="914400">
              <a:buClrTx/>
              <a:buSzTx/>
              <a:buFontTx/>
              <a:buNone/>
              <a:defRPr/>
            </a:pPr>
            <a:r>
              <a:rPr lang="en-US" sz="4000" dirty="0">
                <a:solidFill>
                  <a:prstClr val="black"/>
                </a:solidFill>
                <a:latin typeface="+mj-lt"/>
                <a:ea typeface="+mn-ea"/>
                <a:cs typeface="Arial" pitchFamily="34" charset="0"/>
              </a:rPr>
              <a:t>Thank You</a:t>
            </a:r>
            <a:endParaRPr lang="en-AU" sz="4000" dirty="0">
              <a:solidFill>
                <a:prstClr val="black"/>
              </a:solidFill>
              <a:latin typeface="+mj-lt"/>
              <a:ea typeface="+mn-ea"/>
              <a:cs typeface="Arial" pitchFamily="34" charset="0"/>
            </a:endParaRPr>
          </a:p>
        </p:txBody>
      </p:sp>
    </p:spTree>
    <p:extLst>
      <p:ext uri="{BB962C8B-B14F-4D97-AF65-F5344CB8AC3E}">
        <p14:creationId xmlns:p14="http://schemas.microsoft.com/office/powerpoint/2010/main" val="11622573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defTabSz="914400" fontAlgn="auto">
              <a:spcBef>
                <a:spcPts val="0"/>
              </a:spcBef>
              <a:spcAft>
                <a:spcPts val="0"/>
              </a:spcAft>
              <a:buClrTx/>
              <a:buSzTx/>
              <a:buFontTx/>
              <a:buNone/>
              <a:defRPr sz="1200">
                <a:solidFill>
                  <a:prstClr val="black">
                    <a:tint val="75000"/>
                  </a:prstClr>
                </a:solidFill>
                <a:latin typeface="+mn-lt"/>
                <a:ea typeface="+mn-ea"/>
                <a:cs typeface="+mn-cs"/>
              </a:defRPr>
            </a:lvl1pPr>
          </a:lstStyle>
          <a:p>
            <a:pPr>
              <a:defRPr/>
            </a:pPr>
            <a:fld id="{6AC8ABA3-2CFE-4914-BD55-C3414EA44363}" type="datetimeFigureOut">
              <a:rPr lang="en-AU"/>
              <a:pPr>
                <a:defRPr/>
              </a:pPr>
              <a:t>24/04/2023</a:t>
            </a:fld>
            <a:endParaRPr lang="en-AU"/>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defTabSz="914400" fontAlgn="auto">
              <a:spcBef>
                <a:spcPts val="0"/>
              </a:spcBef>
              <a:spcAft>
                <a:spcPts val="0"/>
              </a:spcAft>
              <a:buClrTx/>
              <a:buSzTx/>
              <a:buFontTx/>
              <a:buNone/>
              <a:defRPr sz="1200">
                <a:solidFill>
                  <a:prstClr val="black">
                    <a:tint val="75000"/>
                  </a:prstClr>
                </a:solidFill>
                <a:latin typeface="+mn-lt"/>
                <a:ea typeface="+mn-ea"/>
                <a:cs typeface="+mn-cs"/>
              </a:defRPr>
            </a:lvl1pPr>
          </a:lstStyle>
          <a:p>
            <a:pPr>
              <a:defRPr/>
            </a:pPr>
            <a:endParaRPr lang="en-AU"/>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defTabSz="914400" fontAlgn="auto">
              <a:spcBef>
                <a:spcPts val="0"/>
              </a:spcBef>
              <a:spcAft>
                <a:spcPts val="0"/>
              </a:spcAft>
              <a:buClrTx/>
              <a:buSzTx/>
              <a:buFontTx/>
              <a:buNone/>
              <a:defRPr sz="1200">
                <a:solidFill>
                  <a:prstClr val="black">
                    <a:tint val="75000"/>
                  </a:prstClr>
                </a:solidFill>
                <a:latin typeface="+mn-lt"/>
                <a:ea typeface="+mn-ea"/>
                <a:cs typeface="+mn-cs"/>
              </a:defRPr>
            </a:lvl1pPr>
          </a:lstStyle>
          <a:p>
            <a:pPr>
              <a:defRPr/>
            </a:pPr>
            <a:fld id="{BEA4CD63-EB59-409A-A92C-0520842419CE}" type="slidenum">
              <a:rPr lang="en-AU"/>
              <a:pPr>
                <a:defRPr/>
              </a:pPr>
              <a:t>‹#›</a:t>
            </a:fld>
            <a:endParaRPr lang="en-AU"/>
          </a:p>
        </p:txBody>
      </p:sp>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Lst>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DINOT" pitchFamily="34" charset="0"/>
        </a:defRPr>
      </a:lvl2pPr>
      <a:lvl3pPr algn="l" rtl="0" eaLnBrk="1" fontAlgn="base" hangingPunct="1">
        <a:lnSpc>
          <a:spcPct val="90000"/>
        </a:lnSpc>
        <a:spcBef>
          <a:spcPct val="0"/>
        </a:spcBef>
        <a:spcAft>
          <a:spcPct val="0"/>
        </a:spcAft>
        <a:defRPr sz="4400">
          <a:solidFill>
            <a:schemeClr val="tx1"/>
          </a:solidFill>
          <a:latin typeface="DINOT" pitchFamily="34" charset="0"/>
        </a:defRPr>
      </a:lvl3pPr>
      <a:lvl4pPr algn="l" rtl="0" eaLnBrk="1" fontAlgn="base" hangingPunct="1">
        <a:lnSpc>
          <a:spcPct val="90000"/>
        </a:lnSpc>
        <a:spcBef>
          <a:spcPct val="0"/>
        </a:spcBef>
        <a:spcAft>
          <a:spcPct val="0"/>
        </a:spcAft>
        <a:defRPr sz="4400">
          <a:solidFill>
            <a:schemeClr val="tx1"/>
          </a:solidFill>
          <a:latin typeface="DINOT" pitchFamily="34" charset="0"/>
        </a:defRPr>
      </a:lvl4pPr>
      <a:lvl5pPr algn="l" rtl="0" eaLnBrk="1" fontAlgn="base" hangingPunct="1">
        <a:lnSpc>
          <a:spcPct val="90000"/>
        </a:lnSpc>
        <a:spcBef>
          <a:spcPct val="0"/>
        </a:spcBef>
        <a:spcAft>
          <a:spcPct val="0"/>
        </a:spcAft>
        <a:defRPr sz="4400">
          <a:solidFill>
            <a:schemeClr val="tx1"/>
          </a:solidFill>
          <a:latin typeface="DINOT" pitchFamily="34" charset="0"/>
        </a:defRPr>
      </a:lvl5pPr>
      <a:lvl6pPr marL="457200" algn="l" rtl="0" eaLnBrk="1" fontAlgn="base" hangingPunct="1">
        <a:lnSpc>
          <a:spcPct val="90000"/>
        </a:lnSpc>
        <a:spcBef>
          <a:spcPct val="0"/>
        </a:spcBef>
        <a:spcAft>
          <a:spcPct val="0"/>
        </a:spcAft>
        <a:defRPr sz="4400">
          <a:solidFill>
            <a:schemeClr val="tx1"/>
          </a:solidFill>
          <a:latin typeface="DINOT" pitchFamily="34" charset="0"/>
        </a:defRPr>
      </a:lvl6pPr>
      <a:lvl7pPr marL="914400" algn="l" rtl="0" eaLnBrk="1" fontAlgn="base" hangingPunct="1">
        <a:lnSpc>
          <a:spcPct val="90000"/>
        </a:lnSpc>
        <a:spcBef>
          <a:spcPct val="0"/>
        </a:spcBef>
        <a:spcAft>
          <a:spcPct val="0"/>
        </a:spcAft>
        <a:defRPr sz="4400">
          <a:solidFill>
            <a:schemeClr val="tx1"/>
          </a:solidFill>
          <a:latin typeface="DINOT" pitchFamily="34" charset="0"/>
        </a:defRPr>
      </a:lvl7pPr>
      <a:lvl8pPr marL="1371600" algn="l" rtl="0" eaLnBrk="1" fontAlgn="base" hangingPunct="1">
        <a:lnSpc>
          <a:spcPct val="90000"/>
        </a:lnSpc>
        <a:spcBef>
          <a:spcPct val="0"/>
        </a:spcBef>
        <a:spcAft>
          <a:spcPct val="0"/>
        </a:spcAft>
        <a:defRPr sz="4400">
          <a:solidFill>
            <a:schemeClr val="tx1"/>
          </a:solidFill>
          <a:latin typeface="DINOT" pitchFamily="34" charset="0"/>
        </a:defRPr>
      </a:lvl8pPr>
      <a:lvl9pPr marL="1828800" algn="l" rtl="0" eaLnBrk="1" fontAlgn="base" hangingPunct="1">
        <a:lnSpc>
          <a:spcPct val="90000"/>
        </a:lnSpc>
        <a:spcBef>
          <a:spcPct val="0"/>
        </a:spcBef>
        <a:spcAft>
          <a:spcPct val="0"/>
        </a:spcAft>
        <a:defRPr sz="4400">
          <a:solidFill>
            <a:schemeClr val="tx1"/>
          </a:solidFill>
          <a:latin typeface="DINOT" pitchFamily="34" charset="0"/>
        </a:defRPr>
      </a:lvl9pPr>
    </p:titleStyle>
    <p:body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latin typeface="+mj-lt"/>
              </a:rPr>
              <a:t>Physical Security </a:t>
            </a:r>
          </a:p>
        </p:txBody>
      </p:sp>
      <p:sp>
        <p:nvSpPr>
          <p:cNvPr id="3" name="Content Placeholder 2"/>
          <p:cNvSpPr>
            <a:spLocks noGrp="1"/>
          </p:cNvSpPr>
          <p:nvPr>
            <p:ph idx="1"/>
          </p:nvPr>
        </p:nvSpPr>
        <p:spPr>
          <a:xfrm>
            <a:off x="628650" y="980729"/>
            <a:ext cx="7886700" cy="4176464"/>
          </a:xfrm>
        </p:spPr>
        <p:txBody>
          <a:bodyPr/>
          <a:lstStyle/>
          <a:p>
            <a:r>
              <a:rPr lang="en-AU" dirty="0"/>
              <a:t>Physical security relates to who is in the environment, people should not be entering areas they are not authorized to be in or entering an area they have no business entering. </a:t>
            </a:r>
          </a:p>
          <a:p>
            <a:r>
              <a:rPr lang="en-AU" dirty="0"/>
              <a:t>Physical security is a known Safety concern when it comes to people in the worksites, we have heavy machinery and vehicles that have the potential for catastrophic damage to a person who is not acting in compliance with company policy and procedures. </a:t>
            </a:r>
          </a:p>
          <a:p>
            <a:r>
              <a:rPr lang="en-AU" dirty="0"/>
              <a:t>Physical security also poses a risk to our IT infrastructure, users not authorized to use IT systems may corrupt data, disrupt production, or cripple networks depending on what they accessed and how.</a:t>
            </a:r>
          </a:p>
          <a:p>
            <a:r>
              <a:rPr lang="en-AU" dirty="0"/>
              <a:t>People most likely to commit these acts intentionally are disgruntled employees past or present. However, the possibility of a threat actor from a rival company or user who is incompetent or confused is also present.</a:t>
            </a:r>
          </a:p>
        </p:txBody>
      </p:sp>
    </p:spTree>
    <p:extLst>
      <p:ext uri="{BB962C8B-B14F-4D97-AF65-F5344CB8AC3E}">
        <p14:creationId xmlns:p14="http://schemas.microsoft.com/office/powerpoint/2010/main" val="498560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Solutions</a:t>
            </a:r>
          </a:p>
        </p:txBody>
      </p:sp>
      <p:sp>
        <p:nvSpPr>
          <p:cNvPr id="3" name="Content Placeholder 2"/>
          <p:cNvSpPr>
            <a:spLocks noGrp="1"/>
          </p:cNvSpPr>
          <p:nvPr>
            <p:ph idx="1"/>
          </p:nvPr>
        </p:nvSpPr>
        <p:spPr>
          <a:xfrm>
            <a:off x="628650" y="980729"/>
            <a:ext cx="7886700" cy="1872208"/>
          </a:xfrm>
        </p:spPr>
        <p:txBody>
          <a:bodyPr/>
          <a:lstStyle/>
          <a:p>
            <a:r>
              <a:rPr lang="en-AU" dirty="0"/>
              <a:t>Encourage employees to approach and question people they do not know, and ascertain the reason that they are in that area.</a:t>
            </a:r>
          </a:p>
          <a:p>
            <a:r>
              <a:rPr lang="en-AU" dirty="0"/>
              <a:t>Teach employees to look for G.James PPE and uniforms.</a:t>
            </a:r>
          </a:p>
          <a:p>
            <a:r>
              <a:rPr lang="en-AU" dirty="0"/>
              <a:t>Request employees observe people’s behaviour and question the rationality and adherence to policy.</a:t>
            </a:r>
          </a:p>
        </p:txBody>
      </p:sp>
      <p:sp>
        <p:nvSpPr>
          <p:cNvPr id="4" name="Title 1">
            <a:extLst>
              <a:ext uri="{FF2B5EF4-FFF2-40B4-BE49-F238E27FC236}">
                <a16:creationId xmlns:a16="http://schemas.microsoft.com/office/drawing/2014/main" id="{496A69FA-C154-F5E6-A823-C68102A61F00}"/>
              </a:ext>
            </a:extLst>
          </p:cNvPr>
          <p:cNvSpPr txBox="1">
            <a:spLocks/>
          </p:cNvSpPr>
          <p:nvPr/>
        </p:nvSpPr>
        <p:spPr bwMode="auto">
          <a:xfrm>
            <a:off x="628650" y="2852937"/>
            <a:ext cx="7886700" cy="47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lnSpc>
                <a:spcPct val="90000"/>
              </a:lnSpc>
              <a:spcBef>
                <a:spcPct val="0"/>
              </a:spcBef>
              <a:spcAft>
                <a:spcPct val="0"/>
              </a:spcAft>
              <a:defRPr sz="2400" b="1" kern="1200">
                <a:solidFill>
                  <a:schemeClr val="tx1"/>
                </a:solidFill>
                <a:latin typeface="+mj-lt"/>
                <a:ea typeface="+mj-ea"/>
                <a:cs typeface="DINOT-Bold" panose="020B0804020101020102" pitchFamily="34" charset="0"/>
              </a:defRPr>
            </a:lvl1pPr>
            <a:lvl2pPr algn="l" rtl="0" eaLnBrk="1" fontAlgn="base" hangingPunct="1">
              <a:lnSpc>
                <a:spcPct val="90000"/>
              </a:lnSpc>
              <a:spcBef>
                <a:spcPct val="0"/>
              </a:spcBef>
              <a:spcAft>
                <a:spcPct val="0"/>
              </a:spcAft>
              <a:defRPr sz="4400">
                <a:solidFill>
                  <a:schemeClr val="tx1"/>
                </a:solidFill>
                <a:latin typeface="DINOT" pitchFamily="34" charset="0"/>
              </a:defRPr>
            </a:lvl2pPr>
            <a:lvl3pPr algn="l" rtl="0" eaLnBrk="1" fontAlgn="base" hangingPunct="1">
              <a:lnSpc>
                <a:spcPct val="90000"/>
              </a:lnSpc>
              <a:spcBef>
                <a:spcPct val="0"/>
              </a:spcBef>
              <a:spcAft>
                <a:spcPct val="0"/>
              </a:spcAft>
              <a:defRPr sz="4400">
                <a:solidFill>
                  <a:schemeClr val="tx1"/>
                </a:solidFill>
                <a:latin typeface="DINOT" pitchFamily="34" charset="0"/>
              </a:defRPr>
            </a:lvl3pPr>
            <a:lvl4pPr algn="l" rtl="0" eaLnBrk="1" fontAlgn="base" hangingPunct="1">
              <a:lnSpc>
                <a:spcPct val="90000"/>
              </a:lnSpc>
              <a:spcBef>
                <a:spcPct val="0"/>
              </a:spcBef>
              <a:spcAft>
                <a:spcPct val="0"/>
              </a:spcAft>
              <a:defRPr sz="4400">
                <a:solidFill>
                  <a:schemeClr val="tx1"/>
                </a:solidFill>
                <a:latin typeface="DINOT" pitchFamily="34" charset="0"/>
              </a:defRPr>
            </a:lvl4pPr>
            <a:lvl5pPr algn="l" rtl="0" eaLnBrk="1" fontAlgn="base" hangingPunct="1">
              <a:lnSpc>
                <a:spcPct val="90000"/>
              </a:lnSpc>
              <a:spcBef>
                <a:spcPct val="0"/>
              </a:spcBef>
              <a:spcAft>
                <a:spcPct val="0"/>
              </a:spcAft>
              <a:defRPr sz="4400">
                <a:solidFill>
                  <a:schemeClr val="tx1"/>
                </a:solidFill>
                <a:latin typeface="DINOT" pitchFamily="34" charset="0"/>
              </a:defRPr>
            </a:lvl5pPr>
            <a:lvl6pPr marL="457200" algn="l" rtl="0" eaLnBrk="1" fontAlgn="base" hangingPunct="1">
              <a:lnSpc>
                <a:spcPct val="90000"/>
              </a:lnSpc>
              <a:spcBef>
                <a:spcPct val="0"/>
              </a:spcBef>
              <a:spcAft>
                <a:spcPct val="0"/>
              </a:spcAft>
              <a:defRPr sz="4400">
                <a:solidFill>
                  <a:schemeClr val="tx1"/>
                </a:solidFill>
                <a:latin typeface="DINOT" pitchFamily="34" charset="0"/>
              </a:defRPr>
            </a:lvl6pPr>
            <a:lvl7pPr marL="914400" algn="l" rtl="0" eaLnBrk="1" fontAlgn="base" hangingPunct="1">
              <a:lnSpc>
                <a:spcPct val="90000"/>
              </a:lnSpc>
              <a:spcBef>
                <a:spcPct val="0"/>
              </a:spcBef>
              <a:spcAft>
                <a:spcPct val="0"/>
              </a:spcAft>
              <a:defRPr sz="4400">
                <a:solidFill>
                  <a:schemeClr val="tx1"/>
                </a:solidFill>
                <a:latin typeface="DINOT" pitchFamily="34" charset="0"/>
              </a:defRPr>
            </a:lvl7pPr>
            <a:lvl8pPr marL="1371600" algn="l" rtl="0" eaLnBrk="1" fontAlgn="base" hangingPunct="1">
              <a:lnSpc>
                <a:spcPct val="90000"/>
              </a:lnSpc>
              <a:spcBef>
                <a:spcPct val="0"/>
              </a:spcBef>
              <a:spcAft>
                <a:spcPct val="0"/>
              </a:spcAft>
              <a:defRPr sz="4400">
                <a:solidFill>
                  <a:schemeClr val="tx1"/>
                </a:solidFill>
                <a:latin typeface="DINOT" pitchFamily="34" charset="0"/>
              </a:defRPr>
            </a:lvl8pPr>
            <a:lvl9pPr marL="1828800" algn="l" rtl="0" eaLnBrk="1" fontAlgn="base" hangingPunct="1">
              <a:lnSpc>
                <a:spcPct val="90000"/>
              </a:lnSpc>
              <a:spcBef>
                <a:spcPct val="0"/>
              </a:spcBef>
              <a:spcAft>
                <a:spcPct val="0"/>
              </a:spcAft>
              <a:defRPr sz="4400">
                <a:solidFill>
                  <a:schemeClr val="tx1"/>
                </a:solidFill>
                <a:latin typeface="DINOT" pitchFamily="34" charset="0"/>
              </a:defRPr>
            </a:lvl9pPr>
          </a:lstStyle>
          <a:p>
            <a:pPr defTabSz="914400">
              <a:buClrTx/>
              <a:buSzTx/>
              <a:buFontTx/>
            </a:pPr>
            <a:r>
              <a:rPr lang="en-AU" dirty="0"/>
              <a:t>Implementation Recommendation, and Testing</a:t>
            </a:r>
          </a:p>
        </p:txBody>
      </p:sp>
      <p:sp>
        <p:nvSpPr>
          <p:cNvPr id="5" name="Content Placeholder 2">
            <a:extLst>
              <a:ext uri="{FF2B5EF4-FFF2-40B4-BE49-F238E27FC236}">
                <a16:creationId xmlns:a16="http://schemas.microsoft.com/office/drawing/2014/main" id="{DF5D6DCE-4100-A6FD-A47A-19A625161480}"/>
              </a:ext>
            </a:extLst>
          </p:cNvPr>
          <p:cNvSpPr txBox="1">
            <a:spLocks/>
          </p:cNvSpPr>
          <p:nvPr/>
        </p:nvSpPr>
        <p:spPr bwMode="auto">
          <a:xfrm>
            <a:off x="628650" y="3443401"/>
            <a:ext cx="7886700"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buClrTx/>
              <a:buSzTx/>
            </a:pPr>
            <a:r>
              <a:rPr lang="en-AU" dirty="0"/>
              <a:t>Create Toolbox talks with a focus on identifying people who do not belong in that area or are acting suspiciously. While illustrating the safety concerns from both a human and IT perspective.</a:t>
            </a:r>
          </a:p>
          <a:p>
            <a:pPr defTabSz="914400">
              <a:buClrTx/>
              <a:buSzTx/>
            </a:pPr>
            <a:r>
              <a:rPr lang="en-AU" dirty="0"/>
              <a:t>Test training efficacy by sending an unknown employee into different areas in plain clothes and time how long it takes to get pulled up by a staff member.</a:t>
            </a:r>
            <a:br>
              <a:rPr lang="en-AU" dirty="0"/>
            </a:br>
            <a:endParaRPr lang="en-AU" dirty="0"/>
          </a:p>
          <a:p>
            <a:pPr defTabSz="914400">
              <a:buClrTx/>
              <a:buSzTx/>
            </a:pPr>
            <a:endParaRPr lang="en-AU" dirty="0"/>
          </a:p>
        </p:txBody>
      </p:sp>
    </p:spTree>
    <p:extLst>
      <p:ext uri="{BB962C8B-B14F-4D97-AF65-F5344CB8AC3E}">
        <p14:creationId xmlns:p14="http://schemas.microsoft.com/office/powerpoint/2010/main" val="3065177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James">
      <a:majorFont>
        <a:latin typeface="Roboto Condensed"/>
        <a:ea typeface=""/>
        <a:cs typeface=""/>
      </a:majorFont>
      <a:minorFont>
        <a:latin typeface="Roboto Condensed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James_Presentation_Template.potx" id="{B5008CB7-2FAB-47BA-A618-D2D83E25F1CE}" vid="{6859003B-2A43-4950-AF3E-B73EDCEAD68B}"/>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F4EA6FF5D9B274F9B14E2D5A664A837" ma:contentTypeVersion="16" ma:contentTypeDescription="Create a new document." ma:contentTypeScope="" ma:versionID="eea24480f4a880a39205568098e93603">
  <xsd:schema xmlns:xsd="http://www.w3.org/2001/XMLSchema" xmlns:xs="http://www.w3.org/2001/XMLSchema" xmlns:p="http://schemas.microsoft.com/office/2006/metadata/properties" xmlns:ns2="3924b71c-c110-48ea-bc51-2f03443883fd" xmlns:ns3="a7130040-a85f-40f6-8ab2-b11de916c767" targetNamespace="http://schemas.microsoft.com/office/2006/metadata/properties" ma:root="true" ma:fieldsID="4c7cd77b949086b1279d6a5eeabc8d95" ns2:_="" ns3:_="">
    <xsd:import namespace="3924b71c-c110-48ea-bc51-2f03443883fd"/>
    <xsd:import namespace="a7130040-a85f-40f6-8ab2-b11de916c76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LengthInSeconds" minOccurs="0"/>
                <xsd:element ref="ns2:MediaServiceLocation" minOccurs="0"/>
                <xsd:element ref="ns2:MediaServiceOCR"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24b71c-c110-48ea-bc51-2f03443883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a4b4f5b-7e7f-40ab-b7ea-a5809ffe5225"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7130040-a85f-40f6-8ab2-b11de916c767"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23888e1-35fc-4571-b63e-221b2e37f53b}" ma:internalName="TaxCatchAll" ma:showField="CatchAllData" ma:web="a7130040-a85f-40f6-8ab2-b11de916c76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924b71c-c110-48ea-bc51-2f03443883fd">
      <Terms xmlns="http://schemas.microsoft.com/office/infopath/2007/PartnerControls"/>
    </lcf76f155ced4ddcb4097134ff3c332f>
    <TaxCatchAll xmlns="a7130040-a85f-40f6-8ab2-b11de916c76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ECEDA79-1112-4CF1-8626-C38A72F02B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24b71c-c110-48ea-bc51-2f03443883fd"/>
    <ds:schemaRef ds:uri="a7130040-a85f-40f6-8ab2-b11de916c7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48BE15B-9D74-49AE-9B2E-0D3484EF2445}">
  <ds:schemaRefs>
    <ds:schemaRef ds:uri="http://schemas.microsoft.com/office/2006/metadata/properties"/>
    <ds:schemaRef ds:uri="http://schemas.microsoft.com/office/infopath/2007/PartnerControls"/>
    <ds:schemaRef ds:uri="3924b71c-c110-48ea-bc51-2f03443883fd"/>
    <ds:schemaRef ds:uri="a7130040-a85f-40f6-8ab2-b11de916c767"/>
  </ds:schemaRefs>
</ds:datastoreItem>
</file>

<file path=customXml/itemProps3.xml><?xml version="1.0" encoding="utf-8"?>
<ds:datastoreItem xmlns:ds="http://schemas.openxmlformats.org/officeDocument/2006/customXml" ds:itemID="{0E294E65-7184-4E55-AFD9-88914109FA8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97</TotalTime>
  <Words>272</Words>
  <Application>Microsoft Office PowerPoint</Application>
  <PresentationFormat>On-screen Show (4:3)</PresentationFormat>
  <Paragraphs>12</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Calibri</vt:lpstr>
      <vt:lpstr>DINOT</vt:lpstr>
      <vt:lpstr>Roboto Condensed</vt:lpstr>
      <vt:lpstr>Roboto Condensed Light</vt:lpstr>
      <vt:lpstr>Times New Roman</vt:lpstr>
      <vt:lpstr>1_Office Theme</vt:lpstr>
      <vt:lpstr>PowerPoint Presentation</vt:lpstr>
      <vt:lpstr>Physical Security </vt:lpstr>
      <vt:lpstr>Solutions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 Gallehawk</dc:creator>
  <cp:lastModifiedBy>Mat Gallehawk</cp:lastModifiedBy>
  <cp:revision>1</cp:revision>
  <cp:lastPrinted>2015-02-02T00:57:34Z</cp:lastPrinted>
  <dcterms:created xsi:type="dcterms:W3CDTF">2023-04-24T01:44:39Z</dcterms:created>
  <dcterms:modified xsi:type="dcterms:W3CDTF">2023-04-24T04:11:35Z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0x010100EF4EA6FF5D9B274F9B14E2D5A664A837</vt:lpwstr>
  </property>
  <property fmtid="{D5CDD505-2E9C-101B-9397-08002B2CF9AE}" pid="3" name="MediaServiceImageTags">
    <vt:lpwstr/>
  </property>
</Properties>
</file>