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7"/>
  </p:notesMasterIdLst>
  <p:sldIdLst>
    <p:sldId id="402" r:id="rId5"/>
    <p:sldId id="403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8E14E42-1D42-486A-8956-E3439DD91325}" v="2" dt="2023-05-29T04:15:56.94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1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t Gallehawk" userId="93dd6677-ad92-4f4d-8ebe-555150310a93" providerId="ADAL" clId="{18E14E42-1D42-486A-8956-E3439DD91325}"/>
    <pc:docChg chg="undo custSel modSld">
      <pc:chgData name="Mat Gallehawk" userId="93dd6677-ad92-4f4d-8ebe-555150310a93" providerId="ADAL" clId="{18E14E42-1D42-486A-8956-E3439DD91325}" dt="2023-05-29T04:17:50.325" v="191" actId="20577"/>
      <pc:docMkLst>
        <pc:docMk/>
      </pc:docMkLst>
      <pc:sldChg chg="modSp mod">
        <pc:chgData name="Mat Gallehawk" userId="93dd6677-ad92-4f4d-8ebe-555150310a93" providerId="ADAL" clId="{18E14E42-1D42-486A-8956-E3439DD91325}" dt="2023-05-29T04:17:50.325" v="191" actId="20577"/>
        <pc:sldMkLst>
          <pc:docMk/>
          <pc:sldMk cId="4271745098" sldId="403"/>
        </pc:sldMkLst>
        <pc:spChg chg="mod">
          <ac:chgData name="Mat Gallehawk" userId="93dd6677-ad92-4f4d-8ebe-555150310a93" providerId="ADAL" clId="{18E14E42-1D42-486A-8956-E3439DD91325}" dt="2023-05-29T04:17:50.325" v="191" actId="20577"/>
          <ac:spMkLst>
            <pc:docMk/>
            <pc:sldMk cId="4271745098" sldId="403"/>
            <ac:spMk id="6" creationId="{46323D92-CCC7-43FF-9D06-39C87CB2200C}"/>
          </ac:spMkLst>
        </pc:spChg>
        <pc:spChg chg="mod">
          <ac:chgData name="Mat Gallehawk" userId="93dd6677-ad92-4f4d-8ebe-555150310a93" providerId="ADAL" clId="{18E14E42-1D42-486A-8956-E3439DD91325}" dt="2023-05-29T04:15:56.943" v="40" actId="14100"/>
          <ac:spMkLst>
            <pc:docMk/>
            <pc:sldMk cId="4271745098" sldId="403"/>
            <ac:spMk id="8" creationId="{51C8D3ED-78CB-D36A-24C2-ED55F7E79389}"/>
          </ac:spMkLst>
        </pc:spChg>
        <pc:spChg chg="mod">
          <ac:chgData name="Mat Gallehawk" userId="93dd6677-ad92-4f4d-8ebe-555150310a93" providerId="ADAL" clId="{18E14E42-1D42-486A-8956-E3439DD91325}" dt="2023-05-29T04:17:06.770" v="183" actId="20577"/>
          <ac:spMkLst>
            <pc:docMk/>
            <pc:sldMk cId="4271745098" sldId="403"/>
            <ac:spMk id="10" creationId="{2D00B811-4ECE-0A02-0B69-5FF99A089182}"/>
          </ac:spMkLst>
        </pc:spChg>
      </pc:sldChg>
    </pc:docChg>
  </pc:docChgLst>
  <pc:docChgLst>
    <pc:chgData name="Mat Gallehawk" userId="93dd6677-ad92-4f4d-8ebe-555150310a93" providerId="ADAL" clId="{C867C228-5521-47DD-991E-1003FC596A23}"/>
    <pc:docChg chg="custSel modSld">
      <pc:chgData name="Mat Gallehawk" userId="93dd6677-ad92-4f4d-8ebe-555150310a93" providerId="ADAL" clId="{C867C228-5521-47DD-991E-1003FC596A23}" dt="2023-04-24T04:14:23.424" v="111" actId="20577"/>
      <pc:docMkLst>
        <pc:docMk/>
      </pc:docMkLst>
      <pc:sldChg chg="modSp mod">
        <pc:chgData name="Mat Gallehawk" userId="93dd6677-ad92-4f4d-8ebe-555150310a93" providerId="ADAL" clId="{C867C228-5521-47DD-991E-1003FC596A23}" dt="2023-04-24T04:13:11.335" v="102" actId="6549"/>
        <pc:sldMkLst>
          <pc:docMk/>
          <pc:sldMk cId="4117962994" sldId="402"/>
        </pc:sldMkLst>
        <pc:spChg chg="mod">
          <ac:chgData name="Mat Gallehawk" userId="93dd6677-ad92-4f4d-8ebe-555150310a93" providerId="ADAL" clId="{C867C228-5521-47DD-991E-1003FC596A23}" dt="2023-04-24T04:13:11.335" v="102" actId="6549"/>
          <ac:spMkLst>
            <pc:docMk/>
            <pc:sldMk cId="4117962994" sldId="402"/>
            <ac:spMk id="3" creationId="{EC76785E-9109-A876-BDF3-D22761F6BE80}"/>
          </ac:spMkLst>
        </pc:spChg>
      </pc:sldChg>
      <pc:sldChg chg="modSp mod">
        <pc:chgData name="Mat Gallehawk" userId="93dd6677-ad92-4f4d-8ebe-555150310a93" providerId="ADAL" clId="{C867C228-5521-47DD-991E-1003FC596A23}" dt="2023-04-24T04:14:23.424" v="111" actId="20577"/>
        <pc:sldMkLst>
          <pc:docMk/>
          <pc:sldMk cId="4271745098" sldId="403"/>
        </pc:sldMkLst>
        <pc:spChg chg="mod">
          <ac:chgData name="Mat Gallehawk" userId="93dd6677-ad92-4f4d-8ebe-555150310a93" providerId="ADAL" clId="{C867C228-5521-47DD-991E-1003FC596A23}" dt="2023-04-24T04:14:23.424" v="111" actId="20577"/>
          <ac:spMkLst>
            <pc:docMk/>
            <pc:sldMk cId="4271745098" sldId="403"/>
            <ac:spMk id="8" creationId="{51C8D3ED-78CB-D36A-24C2-ED55F7E79389}"/>
          </ac:spMkLst>
        </pc:spChg>
        <pc:spChg chg="mod">
          <ac:chgData name="Mat Gallehawk" userId="93dd6677-ad92-4f4d-8ebe-555150310a93" providerId="ADAL" clId="{C867C228-5521-47DD-991E-1003FC596A23}" dt="2023-04-24T04:14:06.033" v="106" actId="12"/>
          <ac:spMkLst>
            <pc:docMk/>
            <pc:sldMk cId="4271745098" sldId="403"/>
            <ac:spMk id="10" creationId="{2D00B811-4ECE-0A02-0B69-5FF99A089182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45AB78-30C8-4A56-BCA8-C3336F2ACB5E}" type="datetimeFigureOut">
              <a:rPr lang="en-AU" smtClean="0"/>
              <a:t>29/05/2023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0EF123-BF3E-4253-A6C4-7F2CDB400DF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70705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pPr>
              <a:defRPr/>
            </a:pPr>
            <a:fld id="{B2648A16-E134-4B8A-8E0B-E67E8027D834}" type="slidenum">
              <a:rPr lang="en-AU" smtClean="0"/>
              <a:pPr>
                <a:defRPr/>
              </a:pPr>
              <a:t>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391667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pPr>
              <a:defRPr/>
            </a:pPr>
            <a:fld id="{B2648A16-E134-4B8A-8E0B-E67E8027D834}" type="slidenum">
              <a:rPr lang="en-AU" smtClean="0"/>
              <a:pPr>
                <a:defRPr/>
              </a:pPr>
              <a:t>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647481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71587"/>
          </a:xfrm>
        </p:spPr>
        <p:txBody>
          <a:bodyPr/>
          <a:lstStyle>
            <a:lvl1pPr>
              <a:defRPr sz="2400" b="1">
                <a:latin typeface="+mj-lt"/>
                <a:cs typeface="DINOT-Bold" panose="020B0804020101020102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980729"/>
            <a:ext cx="10515600" cy="5196235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699251" y="6542089"/>
            <a:ext cx="1932516" cy="160337"/>
          </a:xfrm>
        </p:spPr>
        <p:txBody>
          <a:bodyPr/>
          <a:lstStyle>
            <a:lvl1pPr defTabSz="449263">
              <a:buClr>
                <a:srgbClr val="000000"/>
              </a:buClr>
              <a:buSzPct val="100000"/>
              <a:buFont typeface="Times New Roman" pitchFamily="16" charset="0"/>
              <a:buNone/>
              <a:defRPr/>
            </a:lvl1pPr>
          </a:lstStyle>
          <a:p>
            <a:pPr>
              <a:defRPr/>
            </a:pPr>
            <a:fld id="{7D784D61-7083-48BD-845D-71EFBFC88A37}" type="datetimeFigureOut">
              <a:rPr lang="en-AU"/>
              <a:pPr>
                <a:defRPr/>
              </a:pPr>
              <a:t>29/05/2023</a:t>
            </a:fld>
            <a:endParaRPr lang="en-AU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8790518" y="6542089"/>
            <a:ext cx="1229783" cy="160337"/>
          </a:xfrm>
        </p:spPr>
        <p:txBody>
          <a:bodyPr/>
          <a:lstStyle>
            <a:lvl1pPr defTabSz="449263">
              <a:buClr>
                <a:srgbClr val="000000"/>
              </a:buClr>
              <a:buSzPct val="100000"/>
              <a:buFont typeface="Times New Roman" pitchFamily="16" charset="0"/>
              <a:buNone/>
              <a:defRPr/>
            </a:lvl1pPr>
          </a:lstStyle>
          <a:p>
            <a:pPr>
              <a:defRPr/>
            </a:pPr>
            <a:r>
              <a:rPr lang="en-AU" dirty="0"/>
              <a:t>Slide </a:t>
            </a:r>
            <a:fld id="{C855FA6A-73C9-40CD-8885-046E95F4DBEE}" type="slidenum">
              <a:rPr lang="en-AU"/>
              <a:pPr>
                <a:defRPr/>
              </a:pPr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228546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41133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A2E692-5C52-BA4C-6EFB-5D332C2EC7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0488" y="1063529"/>
            <a:ext cx="3649488" cy="508645"/>
          </a:xfrm>
        </p:spPr>
        <p:txBody>
          <a:bodyPr/>
          <a:lstStyle/>
          <a:p>
            <a:pPr algn="ctr"/>
            <a:r>
              <a:rPr lang="en-AU" dirty="0"/>
              <a:t>Recap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76785E-9109-A876-BDF3-D22761F6BE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67812" y="1572173"/>
            <a:ext cx="3357096" cy="2981069"/>
          </a:xfrm>
        </p:spPr>
        <p:txBody>
          <a:bodyPr/>
          <a:lstStyle/>
          <a:p>
            <a:r>
              <a:rPr lang="en-AU" sz="1600" dirty="0"/>
              <a:t>In March we ran a campaign to raise awareness of the dangers of removable media.</a:t>
            </a:r>
          </a:p>
          <a:p>
            <a:r>
              <a:rPr lang="en-AU" sz="1600" dirty="0"/>
              <a:t>Toolboxes were crafted for this purpose and released to the business. </a:t>
            </a:r>
          </a:p>
          <a:p>
            <a:r>
              <a:rPr lang="en-AU" sz="1600" dirty="0"/>
              <a:t>A Simulation involving the USB’s with imitation malware was run to test the training. </a:t>
            </a:r>
            <a:endParaRPr lang="en-AU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A955C97-6999-6BD9-2B31-27E4F7877E7E}"/>
              </a:ext>
            </a:extLst>
          </p:cNvPr>
          <p:cNvSpPr txBox="1">
            <a:spLocks/>
          </p:cNvSpPr>
          <p:nvPr/>
        </p:nvSpPr>
        <p:spPr bwMode="auto">
          <a:xfrm>
            <a:off x="6070069" y="1063528"/>
            <a:ext cx="3858786" cy="5086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+mj-lt"/>
                <a:ea typeface="+mj-ea"/>
                <a:cs typeface="DINOT-Bold" panose="020B0804020101020102" pitchFamily="34" charset="0"/>
              </a:defRPr>
            </a:lvl1pPr>
            <a:lvl2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2pPr>
            <a:lvl3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3pPr>
            <a:lvl4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4pPr>
            <a:lvl5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5pPr>
            <a:lvl6pPr marL="4572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6pPr>
            <a:lvl7pPr marL="9144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7pPr>
            <a:lvl8pPr marL="13716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8pPr>
            <a:lvl9pPr marL="18288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9pPr>
          </a:lstStyle>
          <a:p>
            <a:pPr algn="ctr"/>
            <a:r>
              <a:rPr lang="en-AU" dirty="0"/>
              <a:t>Findings 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4086BAB-3CAD-ACB5-D528-0C2DDC5829D0}"/>
              </a:ext>
            </a:extLst>
          </p:cNvPr>
          <p:cNvSpPr txBox="1">
            <a:spLocks/>
          </p:cNvSpPr>
          <p:nvPr/>
        </p:nvSpPr>
        <p:spPr bwMode="auto">
          <a:xfrm>
            <a:off x="5807969" y="1572375"/>
            <a:ext cx="3892285" cy="30594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1" fontAlgn="base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sz="1600" dirty="0"/>
              <a:t>Test group: Head Office Approximately 60 Employees.</a:t>
            </a:r>
          </a:p>
          <a:p>
            <a:r>
              <a:rPr lang="en-AU" sz="1600" dirty="0"/>
              <a:t>Results based on a range of three days (13/3 – 16/3)</a:t>
            </a:r>
          </a:p>
          <a:p>
            <a:r>
              <a:rPr lang="en-AU" sz="1600" dirty="0"/>
              <a:t>The USBs’ used were inserted 14 times over the three days.</a:t>
            </a:r>
          </a:p>
          <a:p>
            <a:r>
              <a:rPr lang="en-AU" sz="1600" dirty="0"/>
              <a:t>Imitation Malware was run by users 3 times over the three days.</a:t>
            </a:r>
          </a:p>
          <a:p>
            <a:r>
              <a:rPr lang="en-AU" sz="1600" dirty="0"/>
              <a:t>One User returned a USB they found to the Service Desk and warned us of the threat.</a:t>
            </a:r>
          </a:p>
          <a:p>
            <a:endParaRPr lang="en-AU" sz="1600" dirty="0"/>
          </a:p>
          <a:p>
            <a:endParaRPr lang="en-AU" sz="1600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46323D92-CCC7-43FF-9D06-39C87CB2200C}"/>
              </a:ext>
            </a:extLst>
          </p:cNvPr>
          <p:cNvSpPr txBox="1">
            <a:spLocks/>
          </p:cNvSpPr>
          <p:nvPr/>
        </p:nvSpPr>
        <p:spPr bwMode="auto">
          <a:xfrm>
            <a:off x="2167812" y="453106"/>
            <a:ext cx="7816620" cy="6104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 fontScale="97500"/>
          </a:bodyPr>
          <a:lstStyle>
            <a:lvl1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+mj-lt"/>
                <a:ea typeface="+mj-ea"/>
                <a:cs typeface="DINOT-Bold" panose="020B0804020101020102" pitchFamily="34" charset="0"/>
              </a:defRPr>
            </a:lvl1pPr>
            <a:lvl2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2pPr>
            <a:lvl3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3pPr>
            <a:lvl4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4pPr>
            <a:lvl5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5pPr>
            <a:lvl6pPr marL="4572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6pPr>
            <a:lvl7pPr marL="9144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7pPr>
            <a:lvl8pPr marL="13716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8pPr>
            <a:lvl9pPr marL="18288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9pPr>
          </a:lstStyle>
          <a:p>
            <a:pPr algn="ctr">
              <a:defRPr/>
            </a:pPr>
            <a:r>
              <a:rPr lang="en-AU" dirty="0"/>
              <a:t>March ‘Removable Media’</a:t>
            </a:r>
          </a:p>
        </p:txBody>
      </p:sp>
    </p:spTree>
    <p:extLst>
      <p:ext uri="{BB962C8B-B14F-4D97-AF65-F5344CB8AC3E}">
        <p14:creationId xmlns:p14="http://schemas.microsoft.com/office/powerpoint/2010/main" val="41179629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A2E692-5C52-BA4C-6EFB-5D332C2EC7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7810" y="1063529"/>
            <a:ext cx="3577482" cy="508645"/>
          </a:xfrm>
        </p:spPr>
        <p:txBody>
          <a:bodyPr/>
          <a:lstStyle/>
          <a:p>
            <a:pPr algn="ctr"/>
            <a:r>
              <a:rPr lang="en-AU" dirty="0"/>
              <a:t>Define the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76785E-9109-A876-BDF3-D22761F6BE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67811" y="1572173"/>
            <a:ext cx="3577483" cy="1784820"/>
          </a:xfrm>
        </p:spPr>
        <p:txBody>
          <a:bodyPr/>
          <a:lstStyle/>
          <a:p>
            <a:r>
              <a:rPr lang="en-AU" sz="1600" dirty="0"/>
              <a:t>Physical security relates to who is in the environment, and why.</a:t>
            </a:r>
          </a:p>
          <a:p>
            <a:r>
              <a:rPr lang="en-AU" sz="1600" dirty="0"/>
              <a:t>Unauthorised or inappropriate access to IT systems could cause damage resulting in downtime.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A955C97-6999-6BD9-2B31-27E4F7877E7E}"/>
              </a:ext>
            </a:extLst>
          </p:cNvPr>
          <p:cNvSpPr txBox="1">
            <a:spLocks/>
          </p:cNvSpPr>
          <p:nvPr/>
        </p:nvSpPr>
        <p:spPr bwMode="auto">
          <a:xfrm>
            <a:off x="5853405" y="1063528"/>
            <a:ext cx="4075451" cy="5086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+mj-lt"/>
                <a:ea typeface="+mj-ea"/>
                <a:cs typeface="DINOT-Bold" panose="020B0804020101020102" pitchFamily="34" charset="0"/>
              </a:defRPr>
            </a:lvl1pPr>
            <a:lvl2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2pPr>
            <a:lvl3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3pPr>
            <a:lvl4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4pPr>
            <a:lvl5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5pPr>
            <a:lvl6pPr marL="4572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6pPr>
            <a:lvl7pPr marL="9144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7pPr>
            <a:lvl8pPr marL="13716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8pPr>
            <a:lvl9pPr marL="18288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9pPr>
          </a:lstStyle>
          <a:p>
            <a:pPr algn="ctr"/>
            <a:r>
              <a:rPr lang="en-AU" dirty="0"/>
              <a:t>Identify the Risk  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4086BAB-3CAD-ACB5-D528-0C2DDC5829D0}"/>
              </a:ext>
            </a:extLst>
          </p:cNvPr>
          <p:cNvSpPr txBox="1">
            <a:spLocks/>
          </p:cNvSpPr>
          <p:nvPr/>
        </p:nvSpPr>
        <p:spPr bwMode="auto">
          <a:xfrm>
            <a:off x="6096000" y="1572376"/>
            <a:ext cx="3832853" cy="1856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1" fontAlgn="base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AU" sz="1600" dirty="0"/>
              <a:t>People most likely to commit these acts:</a:t>
            </a:r>
          </a:p>
          <a:p>
            <a:r>
              <a:rPr lang="en-AU" sz="1600" dirty="0"/>
              <a:t> Disgruntled employees past or present.</a:t>
            </a:r>
          </a:p>
          <a:p>
            <a:r>
              <a:rPr lang="en-AU" sz="1600" dirty="0"/>
              <a:t>Threat actor from a rival company.</a:t>
            </a:r>
          </a:p>
          <a:p>
            <a:r>
              <a:rPr lang="en-AU" sz="1600" dirty="0"/>
              <a:t>User who is not trained, incompetent or confused.</a:t>
            </a:r>
          </a:p>
          <a:p>
            <a:pPr marL="0" indent="0">
              <a:buNone/>
            </a:pPr>
            <a:endParaRPr lang="en-AU" sz="1600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46323D92-CCC7-43FF-9D06-39C87CB2200C}"/>
              </a:ext>
            </a:extLst>
          </p:cNvPr>
          <p:cNvSpPr txBox="1">
            <a:spLocks/>
          </p:cNvSpPr>
          <p:nvPr/>
        </p:nvSpPr>
        <p:spPr bwMode="auto">
          <a:xfrm>
            <a:off x="2167812" y="453106"/>
            <a:ext cx="7816620" cy="6104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 fontScale="97500"/>
          </a:bodyPr>
          <a:lstStyle>
            <a:lvl1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+mj-lt"/>
                <a:ea typeface="+mj-ea"/>
                <a:cs typeface="DINOT-Bold" panose="020B0804020101020102" pitchFamily="34" charset="0"/>
              </a:defRPr>
            </a:lvl1pPr>
            <a:lvl2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2pPr>
            <a:lvl3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3pPr>
            <a:lvl4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4pPr>
            <a:lvl5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5pPr>
            <a:lvl6pPr marL="4572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6pPr>
            <a:lvl7pPr marL="9144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7pPr>
            <a:lvl8pPr marL="13716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8pPr>
            <a:lvl9pPr marL="18288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9pPr>
          </a:lstStyle>
          <a:p>
            <a:pPr algn="ctr">
              <a:defRPr/>
            </a:pPr>
            <a:r>
              <a:rPr lang="en-AU" dirty="0"/>
              <a:t>June ‘Physical Security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692326E8-65E0-7CE4-2284-DB39F082BC4E}"/>
              </a:ext>
            </a:extLst>
          </p:cNvPr>
          <p:cNvSpPr txBox="1">
            <a:spLocks/>
          </p:cNvSpPr>
          <p:nvPr/>
        </p:nvSpPr>
        <p:spPr bwMode="auto">
          <a:xfrm>
            <a:off x="2167811" y="3429000"/>
            <a:ext cx="3577483" cy="5086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+mj-lt"/>
                <a:ea typeface="+mj-ea"/>
                <a:cs typeface="DINOT-Bold" panose="020B0804020101020102" pitchFamily="34" charset="0"/>
              </a:defRPr>
            </a:lvl1pPr>
            <a:lvl2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2pPr>
            <a:lvl3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3pPr>
            <a:lvl4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4pPr>
            <a:lvl5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5pPr>
            <a:lvl6pPr marL="4572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6pPr>
            <a:lvl7pPr marL="9144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7pPr>
            <a:lvl8pPr marL="13716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8pPr>
            <a:lvl9pPr marL="18288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9pPr>
          </a:lstStyle>
          <a:p>
            <a:pPr algn="ctr"/>
            <a:r>
              <a:rPr lang="en-AU" dirty="0"/>
              <a:t>Implement the Change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1C8D3ED-78CB-D36A-24C2-ED55F7E79389}"/>
              </a:ext>
            </a:extLst>
          </p:cNvPr>
          <p:cNvSpPr txBox="1">
            <a:spLocks/>
          </p:cNvSpPr>
          <p:nvPr/>
        </p:nvSpPr>
        <p:spPr bwMode="auto">
          <a:xfrm>
            <a:off x="2167810" y="4009650"/>
            <a:ext cx="3695736" cy="22835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1" fontAlgn="base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sz="1600" dirty="0"/>
              <a:t>Create Toolbox talks with a focus on identifying people who do not belong in the area or are acting suspiciously.</a:t>
            </a:r>
          </a:p>
          <a:p>
            <a:r>
              <a:rPr lang="en-AU" sz="1600" dirty="0"/>
              <a:t>Encourage employees to approach and question people they do not know or seem out of place.</a:t>
            </a:r>
          </a:p>
          <a:p>
            <a:r>
              <a:rPr lang="en-AU" sz="1600" dirty="0"/>
              <a:t>Teach employees to look for G.James PPE and uniforms.</a:t>
            </a:r>
          </a:p>
          <a:p>
            <a:pPr marL="0" indent="0">
              <a:buNone/>
            </a:pPr>
            <a:endParaRPr lang="en-AU" sz="1600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C187DE30-ECC5-994A-0D7F-40B4F4DEC1A3}"/>
              </a:ext>
            </a:extLst>
          </p:cNvPr>
          <p:cNvSpPr txBox="1">
            <a:spLocks/>
          </p:cNvSpPr>
          <p:nvPr/>
        </p:nvSpPr>
        <p:spPr bwMode="auto">
          <a:xfrm>
            <a:off x="6096000" y="3429001"/>
            <a:ext cx="3832853" cy="5086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+mj-lt"/>
                <a:ea typeface="+mj-ea"/>
                <a:cs typeface="DINOT-Bold" panose="020B0804020101020102" pitchFamily="34" charset="0"/>
              </a:defRPr>
            </a:lvl1pPr>
            <a:lvl2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2pPr>
            <a:lvl3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3pPr>
            <a:lvl4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4pPr>
            <a:lvl5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5pPr>
            <a:lvl6pPr marL="4572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6pPr>
            <a:lvl7pPr marL="9144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7pPr>
            <a:lvl8pPr marL="13716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8pPr>
            <a:lvl9pPr marL="18288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9pPr>
          </a:lstStyle>
          <a:p>
            <a:pPr algn="ctr"/>
            <a:r>
              <a:rPr lang="en-AU" dirty="0"/>
              <a:t>Test the Change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2D00B811-4ECE-0A02-0B69-5FF99A089182}"/>
              </a:ext>
            </a:extLst>
          </p:cNvPr>
          <p:cNvSpPr txBox="1">
            <a:spLocks/>
          </p:cNvSpPr>
          <p:nvPr/>
        </p:nvSpPr>
        <p:spPr bwMode="auto">
          <a:xfrm>
            <a:off x="6116486" y="4009650"/>
            <a:ext cx="3832854" cy="18951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1" fontAlgn="base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sz="1600" dirty="0"/>
              <a:t>Test training by sending an unknown employee into different areas in plain clothes and time how long it takes to get pulled up by a staff member.</a:t>
            </a:r>
          </a:p>
          <a:p>
            <a:r>
              <a:rPr lang="en-AU" sz="1600" dirty="0"/>
              <a:t>Consideration and planning to be taken to do this safely without defeating the purpose of the exercise. </a:t>
            </a:r>
          </a:p>
          <a:p>
            <a:pPr marL="0" indent="0">
              <a:buNone/>
            </a:pPr>
            <a:endParaRPr lang="en-AU" sz="1400" dirty="0"/>
          </a:p>
        </p:txBody>
      </p:sp>
    </p:spTree>
    <p:extLst>
      <p:ext uri="{BB962C8B-B14F-4D97-AF65-F5344CB8AC3E}">
        <p14:creationId xmlns:p14="http://schemas.microsoft.com/office/powerpoint/2010/main" val="42717450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F4EA6FF5D9B274F9B14E2D5A664A837" ma:contentTypeVersion="16" ma:contentTypeDescription="Create a new document." ma:contentTypeScope="" ma:versionID="eea24480f4a880a39205568098e93603">
  <xsd:schema xmlns:xsd="http://www.w3.org/2001/XMLSchema" xmlns:xs="http://www.w3.org/2001/XMLSchema" xmlns:p="http://schemas.microsoft.com/office/2006/metadata/properties" xmlns:ns2="3924b71c-c110-48ea-bc51-2f03443883fd" xmlns:ns3="a7130040-a85f-40f6-8ab2-b11de916c767" targetNamespace="http://schemas.microsoft.com/office/2006/metadata/properties" ma:root="true" ma:fieldsID="4c7cd77b949086b1279d6a5eeabc8d95" ns2:_="" ns3:_="">
    <xsd:import namespace="3924b71c-c110-48ea-bc51-2f03443883fd"/>
    <xsd:import namespace="a7130040-a85f-40f6-8ab2-b11de916c76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MediaServiceLocation" minOccurs="0"/>
                <xsd:element ref="ns2:MediaServiceOCR" minOccurs="0"/>
                <xsd:element ref="ns2:lcf76f155ced4ddcb4097134ff3c332f" minOccurs="0"/>
                <xsd:element ref="ns3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924b71c-c110-48ea-bc51-2f03443883f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8" nillable="true" ma:displayName="Length (seconds)" ma:internalName="MediaLengthInSeconds" ma:readOnly="true">
      <xsd:simpleType>
        <xsd:restriction base="dms:Unknown"/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aa4b4f5b-7e7f-40ab-b7ea-a5809ffe522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7130040-a85f-40f6-8ab2-b11de916c767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c23888e1-35fc-4571-b63e-221b2e37f53b}" ma:internalName="TaxCatchAll" ma:showField="CatchAllData" ma:web="a7130040-a85f-40f6-8ab2-b11de916c76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3924b71c-c110-48ea-bc51-2f03443883fd">
      <Terms xmlns="http://schemas.microsoft.com/office/infopath/2007/PartnerControls"/>
    </lcf76f155ced4ddcb4097134ff3c332f>
    <TaxCatchAll xmlns="a7130040-a85f-40f6-8ab2-b11de916c767" xsi:nil="true"/>
  </documentManagement>
</p:properties>
</file>

<file path=customXml/itemProps1.xml><?xml version="1.0" encoding="utf-8"?>
<ds:datastoreItem xmlns:ds="http://schemas.openxmlformats.org/officeDocument/2006/customXml" ds:itemID="{8442B5E1-DC74-4E3E-8B50-9FE490F28F5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924b71c-c110-48ea-bc51-2f03443883fd"/>
    <ds:schemaRef ds:uri="a7130040-a85f-40f6-8ab2-b11de916c76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D12C1237-4CB2-4A64-85C7-ACE88A6747E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33F483C-BFDD-4599-A588-190B99476D9A}">
  <ds:schemaRefs>
    <ds:schemaRef ds:uri="http://schemas.microsoft.com/office/2006/metadata/properties"/>
    <ds:schemaRef ds:uri="http://schemas.microsoft.com/office/infopath/2007/PartnerControls"/>
    <ds:schemaRef ds:uri="3924b71c-c110-48ea-bc51-2f03443883fd"/>
    <ds:schemaRef ds:uri="a7130040-a85f-40f6-8ab2-b11de916c767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289</Words>
  <Application>Microsoft Office PowerPoint</Application>
  <PresentationFormat>Widescreen</PresentationFormat>
  <Paragraphs>29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Times New Roman</vt:lpstr>
      <vt:lpstr>Office Theme</vt:lpstr>
      <vt:lpstr>Recap </vt:lpstr>
      <vt:lpstr>Define the problem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Recap </dc:title>
  <dc:creator>Mat Gallehawk</dc:creator>
  <cp:lastModifiedBy>Mat Gallehawk</cp:lastModifiedBy>
  <cp:revision>1</cp:revision>
  <dcterms:created xsi:type="dcterms:W3CDTF">2023-04-24T04:11:13Z</dcterms:created>
  <dcterms:modified xsi:type="dcterms:W3CDTF">2023-05-29T04:17:56Z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0x010100EF4EA6FF5D9B274F9B14E2D5A664A837</vt:lpwstr>
  </property>
  <property fmtid="{D5CDD505-2E9C-101B-9397-08002B2CF9AE}" pid="3" name="MediaServiceImageTags">
    <vt:lpwstr/>
  </property>
</Properties>
</file>