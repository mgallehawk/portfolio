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9"/>
  </p:notesMasterIdLst>
  <p:sldIdLst>
    <p:sldId id="287" r:id="rId2"/>
    <p:sldId id="288" r:id="rId3"/>
    <p:sldId id="297" r:id="rId4"/>
    <p:sldId id="298" r:id="rId5"/>
    <p:sldId id="300" r:id="rId6"/>
    <p:sldId id="302" r:id="rId7"/>
    <p:sldId id="301" r:id="rId8"/>
  </p:sldIdLst>
  <p:sldSz cx="9144000" cy="6858000" type="screen4x3"/>
  <p:notesSz cx="6799263" cy="99298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8B6DA-FC17-4F98-9658-8106C1F48A6C}" v="16" dt="2022-11-22T03:49:27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76" d="100"/>
          <a:sy n="76" d="100"/>
        </p:scale>
        <p:origin x="1440" y="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29A8B6DA-FC17-4F98-9658-8106C1F48A6C}"/>
    <pc:docChg chg="undo redo custSel addSld delSld modSld modNotesMaster">
      <pc:chgData name="Mat Gallehawk" userId="93dd6677-ad92-4f4d-8ebe-555150310a93" providerId="ADAL" clId="{29A8B6DA-FC17-4F98-9658-8106C1F48A6C}" dt="2022-11-22T03:55:57.114" v="2574"/>
      <pc:docMkLst>
        <pc:docMk/>
      </pc:docMkLst>
      <pc:sldChg chg="modSp mod">
        <pc:chgData name="Mat Gallehawk" userId="93dd6677-ad92-4f4d-8ebe-555150310a93" providerId="ADAL" clId="{29A8B6DA-FC17-4F98-9658-8106C1F48A6C}" dt="2022-11-22T01:23:58.934" v="78" actId="14100"/>
        <pc:sldMkLst>
          <pc:docMk/>
          <pc:sldMk cId="0" sldId="288"/>
        </pc:sldMkLst>
        <pc:spChg chg="mod">
          <ac:chgData name="Mat Gallehawk" userId="93dd6677-ad92-4f4d-8ebe-555150310a93" providerId="ADAL" clId="{29A8B6DA-FC17-4F98-9658-8106C1F48A6C}" dt="2022-11-22T01:23:58.934" v="78" actId="14100"/>
          <ac:spMkLst>
            <pc:docMk/>
            <pc:sldMk cId="0" sldId="288"/>
            <ac:spMk id="2" creationId="{00000000-0000-0000-0000-000000000000}"/>
          </ac:spMkLst>
        </pc:spChg>
      </pc:sldChg>
      <pc:sldChg chg="del">
        <pc:chgData name="Mat Gallehawk" userId="93dd6677-ad92-4f4d-8ebe-555150310a93" providerId="ADAL" clId="{29A8B6DA-FC17-4F98-9658-8106C1F48A6C}" dt="2022-11-22T03:33:12.640" v="1815" actId="47"/>
        <pc:sldMkLst>
          <pc:docMk/>
          <pc:sldMk cId="0" sldId="296"/>
        </pc:sldMkLst>
      </pc:sldChg>
      <pc:sldChg chg="modSp mod">
        <pc:chgData name="Mat Gallehawk" userId="93dd6677-ad92-4f4d-8ebe-555150310a93" providerId="ADAL" clId="{29A8B6DA-FC17-4F98-9658-8106C1F48A6C}" dt="2022-11-22T03:54:44.280" v="2573" actId="6549"/>
        <pc:sldMkLst>
          <pc:docMk/>
          <pc:sldMk cId="498560464" sldId="297"/>
        </pc:sldMkLst>
        <pc:spChg chg="mod">
          <ac:chgData name="Mat Gallehawk" userId="93dd6677-ad92-4f4d-8ebe-555150310a93" providerId="ADAL" clId="{29A8B6DA-FC17-4F98-9658-8106C1F48A6C}" dt="2022-11-22T02:54:14.355" v="543" actId="20577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Mat Gallehawk" userId="93dd6677-ad92-4f4d-8ebe-555150310a93" providerId="ADAL" clId="{29A8B6DA-FC17-4F98-9658-8106C1F48A6C}" dt="2022-11-22T03:54:44.280" v="2573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addSp modSp mod">
        <pc:chgData name="Mat Gallehawk" userId="93dd6677-ad92-4f4d-8ebe-555150310a93" providerId="ADAL" clId="{29A8B6DA-FC17-4F98-9658-8106C1F48A6C}" dt="2022-11-22T03:55:57.114" v="2574"/>
        <pc:sldMkLst>
          <pc:docMk/>
          <pc:sldMk cId="3065177915" sldId="298"/>
        </pc:sldMkLst>
        <pc:spChg chg="mod">
          <ac:chgData name="Mat Gallehawk" userId="93dd6677-ad92-4f4d-8ebe-555150310a93" providerId="ADAL" clId="{29A8B6DA-FC17-4F98-9658-8106C1F48A6C}" dt="2022-11-22T02:26:37.718" v="204" actId="14100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29A8B6DA-FC17-4F98-9658-8106C1F48A6C}" dt="2022-11-22T02:35:16.740" v="533" actId="20577"/>
          <ac:spMkLst>
            <pc:docMk/>
            <pc:sldMk cId="3065177915" sldId="298"/>
            <ac:spMk id="3" creationId="{00000000-0000-0000-0000-000000000000}"/>
          </ac:spMkLst>
        </pc:spChg>
        <pc:spChg chg="add mod">
          <ac:chgData name="Mat Gallehawk" userId="93dd6677-ad92-4f4d-8ebe-555150310a93" providerId="ADAL" clId="{29A8B6DA-FC17-4F98-9658-8106C1F48A6C}" dt="2022-11-22T02:26:51.892" v="213" actId="20577"/>
          <ac:spMkLst>
            <pc:docMk/>
            <pc:sldMk cId="3065177915" sldId="298"/>
            <ac:spMk id="6" creationId="{B170F36E-DB20-4D2A-B0CF-169F74C3A395}"/>
          </ac:spMkLst>
        </pc:spChg>
        <pc:spChg chg="add mod">
          <ac:chgData name="Mat Gallehawk" userId="93dd6677-ad92-4f4d-8ebe-555150310a93" providerId="ADAL" clId="{29A8B6DA-FC17-4F98-9658-8106C1F48A6C}" dt="2022-11-22T03:55:57.114" v="2574"/>
          <ac:spMkLst>
            <pc:docMk/>
            <pc:sldMk cId="3065177915" sldId="298"/>
            <ac:spMk id="7" creationId="{13CAC7D4-9C30-4180-A5D2-4DF80E1BF1EF}"/>
          </ac:spMkLst>
        </pc:spChg>
      </pc:sldChg>
      <pc:sldChg chg="modSp new del mod">
        <pc:chgData name="Mat Gallehawk" userId="93dd6677-ad92-4f4d-8ebe-555150310a93" providerId="ADAL" clId="{29A8B6DA-FC17-4F98-9658-8106C1F48A6C}" dt="2022-11-22T02:26:32.443" v="203" actId="2696"/>
        <pc:sldMkLst>
          <pc:docMk/>
          <pc:sldMk cId="1671606683" sldId="299"/>
        </pc:sldMkLst>
        <pc:spChg chg="mod">
          <ac:chgData name="Mat Gallehawk" userId="93dd6677-ad92-4f4d-8ebe-555150310a93" providerId="ADAL" clId="{29A8B6DA-FC17-4F98-9658-8106C1F48A6C}" dt="2022-11-22T02:15:44.459" v="114" actId="20577"/>
          <ac:spMkLst>
            <pc:docMk/>
            <pc:sldMk cId="1671606683" sldId="299"/>
            <ac:spMk id="2" creationId="{7C7F08FE-7BB5-4505-873B-13CC49DFEB9E}"/>
          </ac:spMkLst>
        </pc:spChg>
      </pc:sldChg>
      <pc:sldChg chg="addSp modSp new mod">
        <pc:chgData name="Mat Gallehawk" userId="93dd6677-ad92-4f4d-8ebe-555150310a93" providerId="ADAL" clId="{29A8B6DA-FC17-4F98-9658-8106C1F48A6C}" dt="2022-11-22T03:25:59.726" v="1812" actId="1076"/>
        <pc:sldMkLst>
          <pc:docMk/>
          <pc:sldMk cId="3633703778" sldId="300"/>
        </pc:sldMkLst>
        <pc:spChg chg="mod">
          <ac:chgData name="Mat Gallehawk" userId="93dd6677-ad92-4f4d-8ebe-555150310a93" providerId="ADAL" clId="{29A8B6DA-FC17-4F98-9658-8106C1F48A6C}" dt="2022-11-22T02:16:06.337" v="157" actId="20577"/>
          <ac:spMkLst>
            <pc:docMk/>
            <pc:sldMk cId="3633703778" sldId="300"/>
            <ac:spMk id="2" creationId="{C7127450-78E9-4F43-A09A-9D44BF1574A9}"/>
          </ac:spMkLst>
        </pc:spChg>
        <pc:spChg chg="mod">
          <ac:chgData name="Mat Gallehawk" userId="93dd6677-ad92-4f4d-8ebe-555150310a93" providerId="ADAL" clId="{29A8B6DA-FC17-4F98-9658-8106C1F48A6C}" dt="2022-11-22T03:25:41.621" v="1809" actId="20577"/>
          <ac:spMkLst>
            <pc:docMk/>
            <pc:sldMk cId="3633703778" sldId="300"/>
            <ac:spMk id="3" creationId="{175167E9-8D1D-4705-91A7-EE6387D3F939}"/>
          </ac:spMkLst>
        </pc:spChg>
        <pc:picChg chg="add mod">
          <ac:chgData name="Mat Gallehawk" userId="93dd6677-ad92-4f4d-8ebe-555150310a93" providerId="ADAL" clId="{29A8B6DA-FC17-4F98-9658-8106C1F48A6C}" dt="2022-11-22T03:25:59.726" v="1812" actId="1076"/>
          <ac:picMkLst>
            <pc:docMk/>
            <pc:sldMk cId="3633703778" sldId="300"/>
            <ac:picMk id="5" creationId="{D4E9F0D2-5F12-4B20-87A6-5FE6A10394D9}"/>
          </ac:picMkLst>
        </pc:picChg>
      </pc:sldChg>
      <pc:sldChg chg="modSp new del mod">
        <pc:chgData name="Mat Gallehawk" userId="93dd6677-ad92-4f4d-8ebe-555150310a93" providerId="ADAL" clId="{29A8B6DA-FC17-4F98-9658-8106C1F48A6C}" dt="2022-11-22T03:18:20.260" v="1562" actId="47"/>
        <pc:sldMkLst>
          <pc:docMk/>
          <pc:sldMk cId="769760166" sldId="301"/>
        </pc:sldMkLst>
        <pc:spChg chg="mod">
          <ac:chgData name="Mat Gallehawk" userId="93dd6677-ad92-4f4d-8ebe-555150310a93" providerId="ADAL" clId="{29A8B6DA-FC17-4F98-9658-8106C1F48A6C}" dt="2022-11-22T02:16:17.715" v="176" actId="20577"/>
          <ac:spMkLst>
            <pc:docMk/>
            <pc:sldMk cId="769760166" sldId="301"/>
            <ac:spMk id="2" creationId="{D2D1DC82-8863-4E5B-94EF-72760EB20B1E}"/>
          </ac:spMkLst>
        </pc:spChg>
      </pc:sldChg>
      <pc:sldChg chg="new">
        <pc:chgData name="Mat Gallehawk" userId="93dd6677-ad92-4f4d-8ebe-555150310a93" providerId="ADAL" clId="{29A8B6DA-FC17-4F98-9658-8106C1F48A6C}" dt="2022-11-22T03:33:10.432" v="1814" actId="680"/>
        <pc:sldMkLst>
          <pc:docMk/>
          <pc:sldMk cId="1136563135" sldId="301"/>
        </pc:sldMkLst>
      </pc:sldChg>
      <pc:sldChg chg="new del">
        <pc:chgData name="Mat Gallehawk" userId="93dd6677-ad92-4f4d-8ebe-555150310a93" providerId="ADAL" clId="{29A8B6DA-FC17-4F98-9658-8106C1F48A6C}" dt="2022-11-22T03:18:18.719" v="1561" actId="47"/>
        <pc:sldMkLst>
          <pc:docMk/>
          <pc:sldMk cId="158172793" sldId="302"/>
        </pc:sldMkLst>
      </pc:sldChg>
      <pc:sldChg chg="modSp new mod">
        <pc:chgData name="Mat Gallehawk" userId="93dd6677-ad92-4f4d-8ebe-555150310a93" providerId="ADAL" clId="{29A8B6DA-FC17-4F98-9658-8106C1F48A6C}" dt="2022-11-22T03:49:08.254" v="2490" actId="20577"/>
        <pc:sldMkLst>
          <pc:docMk/>
          <pc:sldMk cId="840917256" sldId="302"/>
        </pc:sldMkLst>
        <pc:spChg chg="mod">
          <ac:chgData name="Mat Gallehawk" userId="93dd6677-ad92-4f4d-8ebe-555150310a93" providerId="ADAL" clId="{29A8B6DA-FC17-4F98-9658-8106C1F48A6C}" dt="2022-11-22T03:33:28.231" v="1832" actId="20577"/>
          <ac:spMkLst>
            <pc:docMk/>
            <pc:sldMk cId="840917256" sldId="302"/>
            <ac:spMk id="2" creationId="{5E69017F-E0A2-4356-9DFE-2945E83A7C2B}"/>
          </ac:spMkLst>
        </pc:spChg>
        <pc:spChg chg="mod">
          <ac:chgData name="Mat Gallehawk" userId="93dd6677-ad92-4f4d-8ebe-555150310a93" providerId="ADAL" clId="{29A8B6DA-FC17-4F98-9658-8106C1F48A6C}" dt="2022-11-22T03:49:08.254" v="2490" actId="20577"/>
          <ac:spMkLst>
            <pc:docMk/>
            <pc:sldMk cId="840917256" sldId="302"/>
            <ac:spMk id="3" creationId="{04511323-BFD3-4FCB-9901-C8CE596FA4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1"/>
            <a:ext cx="6799263" cy="99298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51486" y="0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768" y="4717218"/>
            <a:ext cx="5439728" cy="446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31259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51486" y="9431258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22/11/2022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22/11/2022</a:t>
            </a:fld>
            <a:endParaRPr lang="en-AU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 dirty="0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 dirty="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22/11/2022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12387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dirty="0"/>
              <a:t>Email Safety Awareness Campaign</a:t>
            </a:r>
            <a:br>
              <a:rPr lang="en-AU" dirty="0"/>
            </a:br>
            <a:r>
              <a:rPr lang="en-AU" dirty="0"/>
              <a:t>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+mj-lt"/>
              </a:rP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Over the last month we have been conducting Toolbox talks and disseminating information on email safety to G.James employees.</a:t>
            </a:r>
          </a:p>
          <a:p>
            <a:r>
              <a:rPr lang="en-AU" dirty="0"/>
              <a:t>9</a:t>
            </a:r>
            <a:r>
              <a:rPr lang="en-AU" baseline="30000" dirty="0"/>
              <a:t>th</a:t>
            </a:r>
            <a:r>
              <a:rPr lang="en-AU" dirty="0"/>
              <a:t> on November we launched the ABOBE simulation, designed to test and educate users on Email Safety.</a:t>
            </a:r>
          </a:p>
          <a:p>
            <a:r>
              <a:rPr lang="en-AU" dirty="0"/>
              <a:t>We decided that the first run would be designed to be easy to detect, this was received well by those who called into service desk.</a:t>
            </a:r>
          </a:p>
          <a:p>
            <a:r>
              <a:rPr lang="en-AU" dirty="0"/>
              <a:t>The </a:t>
            </a:r>
            <a:r>
              <a:rPr lang="en-AU" dirty="0" err="1"/>
              <a:t>Abobe</a:t>
            </a:r>
            <a:r>
              <a:rPr lang="en-AU" dirty="0"/>
              <a:t> email was a parody of an Adobe email with many spelling mistakes and some very questionable sender information.</a:t>
            </a:r>
          </a:p>
          <a:p>
            <a:r>
              <a:rPr lang="en-AU" dirty="0"/>
              <a:t>On 18</a:t>
            </a:r>
            <a:r>
              <a:rPr lang="en-AU" baseline="30000" dirty="0"/>
              <a:t>th</a:t>
            </a:r>
            <a:r>
              <a:rPr lang="en-AU" dirty="0"/>
              <a:t> of November we launched the Netflix simulation, with similar inconsistencies than the </a:t>
            </a:r>
            <a:r>
              <a:rPr lang="en-AU" dirty="0" err="1"/>
              <a:t>Abobe</a:t>
            </a:r>
            <a:r>
              <a:rPr lang="en-AU" dirty="0"/>
              <a:t> simulation. The end user should have realised that Netflix would not be emailing their work email and that the email was generic and not addressed to the user.</a:t>
            </a:r>
          </a:p>
          <a:p>
            <a:r>
              <a:rPr lang="en-AU" dirty="0"/>
              <a:t>Those who clicked the bait hyperlink were taken to a login page. </a:t>
            </a:r>
          </a:p>
          <a:p>
            <a:r>
              <a:rPr lang="en-AU" dirty="0"/>
              <a:t>Those who did so where issued Microsoft training.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856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43350" cy="471587"/>
          </a:xfrm>
        </p:spPr>
        <p:txBody>
          <a:bodyPr/>
          <a:lstStyle/>
          <a:p>
            <a:r>
              <a:rPr lang="en-AU" dirty="0"/>
              <a:t>Results for ABOBE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52736"/>
            <a:ext cx="3943350" cy="5196235"/>
          </a:xfrm>
        </p:spPr>
        <p:txBody>
          <a:bodyPr/>
          <a:lstStyle/>
          <a:p>
            <a:r>
              <a:rPr lang="en-AU" dirty="0"/>
              <a:t>Emails sent 1767.</a:t>
            </a:r>
          </a:p>
          <a:p>
            <a:r>
              <a:rPr lang="en-AU" dirty="0"/>
              <a:t>Emails read 569.</a:t>
            </a:r>
          </a:p>
          <a:p>
            <a:r>
              <a:rPr lang="en-AU" dirty="0"/>
              <a:t>Emails deleted 634.</a:t>
            </a:r>
          </a:p>
          <a:p>
            <a:r>
              <a:rPr lang="en-AU" dirty="0"/>
              <a:t>6% of users that read the email clicked the link.</a:t>
            </a:r>
          </a:p>
          <a:p>
            <a:r>
              <a:rPr lang="en-AU" dirty="0"/>
              <a:t>3% of users that read the email also added their credentials. </a:t>
            </a:r>
          </a:p>
          <a:p>
            <a:r>
              <a:rPr lang="en-AU" dirty="0"/>
              <a:t>52 employees were issued training.</a:t>
            </a:r>
          </a:p>
          <a:p>
            <a:r>
              <a:rPr lang="en-AU" dirty="0"/>
              <a:t>73% have completed training.</a:t>
            </a:r>
          </a:p>
          <a:p>
            <a:r>
              <a:rPr lang="en-AU" dirty="0"/>
              <a:t>27% Have outstanding training.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70F36E-DB20-4D2A-B0CF-169F74C3A395}"/>
              </a:ext>
            </a:extLst>
          </p:cNvPr>
          <p:cNvSpPr txBox="1">
            <a:spLocks/>
          </p:cNvSpPr>
          <p:nvPr/>
        </p:nvSpPr>
        <p:spPr bwMode="auto">
          <a:xfrm>
            <a:off x="4572000" y="365124"/>
            <a:ext cx="3943350" cy="4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AU" dirty="0"/>
              <a:t>Results for Netflix Simulation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CAC7D4-9C30-4180-A5D2-4DF80E1BF1EF}"/>
              </a:ext>
            </a:extLst>
          </p:cNvPr>
          <p:cNvSpPr txBox="1">
            <a:spLocks/>
          </p:cNvSpPr>
          <p:nvPr/>
        </p:nvSpPr>
        <p:spPr bwMode="auto">
          <a:xfrm>
            <a:off x="4572000" y="1003300"/>
            <a:ext cx="3943350" cy="519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dirty="0"/>
              <a:t>Emails sent 1777.</a:t>
            </a:r>
          </a:p>
          <a:p>
            <a:pPr defTabSz="914400">
              <a:buClrTx/>
              <a:buSzTx/>
            </a:pPr>
            <a:r>
              <a:rPr lang="en-AU" dirty="0"/>
              <a:t>Emails read 419.</a:t>
            </a:r>
          </a:p>
          <a:p>
            <a:pPr defTabSz="914400">
              <a:buClrTx/>
              <a:buSzTx/>
            </a:pPr>
            <a:r>
              <a:rPr lang="en-AU" dirty="0"/>
              <a:t>Emails deleted 702.</a:t>
            </a:r>
          </a:p>
          <a:p>
            <a:pPr defTabSz="914400">
              <a:buClrTx/>
              <a:buSzTx/>
            </a:pPr>
            <a:r>
              <a:rPr lang="en-AU" dirty="0"/>
              <a:t>4% of users that read the email clicked the link.</a:t>
            </a:r>
          </a:p>
          <a:p>
            <a:pPr defTabSz="914400">
              <a:buClrTx/>
              <a:buSzTx/>
            </a:pPr>
            <a:r>
              <a:rPr lang="en-AU" dirty="0"/>
              <a:t>0.5% of users that read the email also added their credentials. </a:t>
            </a:r>
          </a:p>
          <a:p>
            <a:pPr defTabSz="914400">
              <a:buClrTx/>
              <a:buSzTx/>
            </a:pPr>
            <a:r>
              <a:rPr lang="en-AU" dirty="0"/>
              <a:t>16 employees were issued training.</a:t>
            </a:r>
          </a:p>
          <a:p>
            <a:pPr defTabSz="914400">
              <a:buClrTx/>
              <a:buSzTx/>
            </a:pPr>
            <a:r>
              <a:rPr lang="en-AU" dirty="0"/>
              <a:t>25% have completed training.</a:t>
            </a:r>
          </a:p>
          <a:p>
            <a:pPr defTabSz="914400">
              <a:buClrTx/>
              <a:buSzTx/>
            </a:pPr>
            <a:r>
              <a:rPr lang="en-AU" dirty="0"/>
              <a:t>75% Have outstanding training.</a:t>
            </a:r>
          </a:p>
          <a:p>
            <a:pPr defTabSz="914400">
              <a:buClrTx/>
              <a:buSzTx/>
            </a:pPr>
            <a:endParaRPr lang="en-AU" dirty="0"/>
          </a:p>
          <a:p>
            <a:pPr defTabSz="914400"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17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7450-78E9-4F43-A09A-9D44BF15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Cumulative results vs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167E9-8D1D-4705-91A7-EE6387D3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Microsoft predicted that the catch rate for these simulations would be approximately 44%, actual compromised rate was only 1%.</a:t>
            </a:r>
          </a:p>
          <a:p>
            <a:r>
              <a:rPr lang="en-AU" dirty="0"/>
              <a:t>These emails where designed to be easy, and many shared accounts where included in the distribution.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9F0D2-5F12-4B20-87A6-5FE6A103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2" y="2348880"/>
            <a:ext cx="7524328" cy="31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0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017F-E0A2-4356-9DFE-2945E83A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1323-BFD3-4FCB-9901-C8CE596F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 December we plan to release two emails with fictitious malware attachments.</a:t>
            </a:r>
          </a:p>
          <a:p>
            <a:r>
              <a:rPr lang="en-AU" dirty="0"/>
              <a:t>These emails should be harder to detect for the end user.</a:t>
            </a:r>
          </a:p>
          <a:p>
            <a:r>
              <a:rPr lang="en-AU" dirty="0"/>
              <a:t>End users should be able to use what has been covered in the first two and spot the inconsistencies.</a:t>
            </a:r>
          </a:p>
          <a:p>
            <a:r>
              <a:rPr lang="en-AU" dirty="0"/>
              <a:t>End users have been instructed in how to treat executables on emails, in the toolboxes that have been conducted.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091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5631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C7A3D4-E9B6-4491-9875-E061CB442850}"/>
</file>

<file path=customXml/itemProps2.xml><?xml version="1.0" encoding="utf-8"?>
<ds:datastoreItem xmlns:ds="http://schemas.openxmlformats.org/officeDocument/2006/customXml" ds:itemID="{518FF9C6-4A09-40BA-A138-2E5512283AEC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</TotalTime>
  <Words>394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Email Safety Awareness Campaign Results</vt:lpstr>
      <vt:lpstr>Recap</vt:lpstr>
      <vt:lpstr>Results for ABOBE Simulation</vt:lpstr>
      <vt:lpstr>Cumulative results vs Expected results</vt:lpstr>
      <vt:lpstr>Moving Forward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</cp:revision>
  <cp:lastPrinted>2022-11-22T03:49:30Z</cp:lastPrinted>
  <dcterms:created xsi:type="dcterms:W3CDTF">2022-11-22T01:22:41Z</dcterms:created>
  <dcterms:modified xsi:type="dcterms:W3CDTF">2022-11-22T03:56:05Z</dcterms:modified>
</cp:coreProperties>
</file>