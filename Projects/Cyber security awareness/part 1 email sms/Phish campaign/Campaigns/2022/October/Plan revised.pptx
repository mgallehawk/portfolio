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comments/modernComment_120_0.xml" ContentType="application/vnd.ms-powerpoint.comments+xml"/>
  <Override PartName="/ppt/comments/modernComment_139_BBEC0E71.xml" ContentType="application/vnd.ms-powerpoint.comments+xml"/>
  <Override PartName="/ppt/comments/modernComment_13D_B1E146F2.xml" ContentType="application/vnd.ms-powerpoint.comments+xml"/>
  <Override PartName="/ppt/changesInfos/changesInfo1.xml" ContentType="application/vnd.ms-powerpoint.changesinfo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>
  <p:sldMasterIdLst>
    <p:sldMasterId id="2147483672" r:id="rId4"/>
  </p:sldMasterIdLst>
  <p:notesMasterIdLst>
    <p:notesMasterId r:id="rId31"/>
  </p:notesMasterIdLst>
  <p:sldIdLst>
    <p:sldId id="287" r:id="rId5"/>
    <p:sldId id="381" r:id="rId6"/>
    <p:sldId id="395" r:id="rId7"/>
    <p:sldId id="387" r:id="rId8"/>
    <p:sldId id="393" r:id="rId9"/>
    <p:sldId id="388" r:id="rId10"/>
    <p:sldId id="389" r:id="rId11"/>
    <p:sldId id="391" r:id="rId12"/>
    <p:sldId id="288" r:id="rId13"/>
    <p:sldId id="297" r:id="rId14"/>
    <p:sldId id="298" r:id="rId15"/>
    <p:sldId id="299" r:id="rId16"/>
    <p:sldId id="307" r:id="rId17"/>
    <p:sldId id="310" r:id="rId18"/>
    <p:sldId id="397" r:id="rId19"/>
    <p:sldId id="396" r:id="rId20"/>
    <p:sldId id="311" r:id="rId21"/>
    <p:sldId id="312" r:id="rId22"/>
    <p:sldId id="313" r:id="rId23"/>
    <p:sldId id="318" r:id="rId24"/>
    <p:sldId id="315" r:id="rId25"/>
    <p:sldId id="316" r:id="rId26"/>
    <p:sldId id="317" r:id="rId27"/>
    <p:sldId id="319" r:id="rId28"/>
    <p:sldId id="394" r:id="rId29"/>
    <p:sldId id="306" r:id="rId30"/>
  </p:sldIdLst>
  <p:sldSz cx="9144000" cy="6858000" type="screen4x3"/>
  <p:notesSz cx="6796088" cy="9928225"/>
  <p:defaultTextStyle>
    <a:defPPr>
      <a:defRPr lang="en-GB"/>
    </a:defPPr>
    <a:lvl1pPr algn="l" defTabSz="449263" rtl="0" fontAlgn="base">
      <a:spcBef>
        <a:spcPct val="0"/>
      </a:spcBef>
      <a:spcAft>
        <a:spcPct val="0"/>
      </a:spcAft>
      <a:buClr>
        <a:srgbClr val="000000"/>
      </a:buClr>
      <a:buSzPct val="100000"/>
      <a:buFont typeface="Times New Roman" pitchFamily="16" charset="0"/>
      <a:defRPr kern="1200">
        <a:solidFill>
          <a:schemeClr val="bg1"/>
        </a:solidFill>
        <a:latin typeface="Calibri" pitchFamily="32" charset="0"/>
        <a:ea typeface="Microsoft YaHei" charset="-122"/>
        <a:cs typeface="Arial" charset="0"/>
      </a:defRPr>
    </a:lvl1pPr>
    <a:lvl2pPr marL="742950" indent="-285750" algn="l" defTabSz="449263" rtl="0" fontAlgn="base">
      <a:spcBef>
        <a:spcPct val="0"/>
      </a:spcBef>
      <a:spcAft>
        <a:spcPct val="0"/>
      </a:spcAft>
      <a:buClr>
        <a:srgbClr val="000000"/>
      </a:buClr>
      <a:buSzPct val="100000"/>
      <a:buFont typeface="Times New Roman" pitchFamily="16" charset="0"/>
      <a:defRPr kern="1200">
        <a:solidFill>
          <a:schemeClr val="bg1"/>
        </a:solidFill>
        <a:latin typeface="Calibri" pitchFamily="32" charset="0"/>
        <a:ea typeface="Microsoft YaHei" charset="-122"/>
        <a:cs typeface="Arial" charset="0"/>
      </a:defRPr>
    </a:lvl2pPr>
    <a:lvl3pPr marL="1143000" indent="-228600" algn="l" defTabSz="449263" rtl="0" fontAlgn="base">
      <a:spcBef>
        <a:spcPct val="0"/>
      </a:spcBef>
      <a:spcAft>
        <a:spcPct val="0"/>
      </a:spcAft>
      <a:buClr>
        <a:srgbClr val="000000"/>
      </a:buClr>
      <a:buSzPct val="100000"/>
      <a:buFont typeface="Times New Roman" pitchFamily="16" charset="0"/>
      <a:defRPr kern="1200">
        <a:solidFill>
          <a:schemeClr val="bg1"/>
        </a:solidFill>
        <a:latin typeface="Calibri" pitchFamily="32" charset="0"/>
        <a:ea typeface="Microsoft YaHei" charset="-122"/>
        <a:cs typeface="Arial" charset="0"/>
      </a:defRPr>
    </a:lvl3pPr>
    <a:lvl4pPr marL="1600200" indent="-228600" algn="l" defTabSz="449263" rtl="0" fontAlgn="base">
      <a:spcBef>
        <a:spcPct val="0"/>
      </a:spcBef>
      <a:spcAft>
        <a:spcPct val="0"/>
      </a:spcAft>
      <a:buClr>
        <a:srgbClr val="000000"/>
      </a:buClr>
      <a:buSzPct val="100000"/>
      <a:buFont typeface="Times New Roman" pitchFamily="16" charset="0"/>
      <a:defRPr kern="1200">
        <a:solidFill>
          <a:schemeClr val="bg1"/>
        </a:solidFill>
        <a:latin typeface="Calibri" pitchFamily="32" charset="0"/>
        <a:ea typeface="Microsoft YaHei" charset="-122"/>
        <a:cs typeface="Arial" charset="0"/>
      </a:defRPr>
    </a:lvl4pPr>
    <a:lvl5pPr marL="2057400" indent="-228600" algn="l" defTabSz="449263" rtl="0" fontAlgn="base">
      <a:spcBef>
        <a:spcPct val="0"/>
      </a:spcBef>
      <a:spcAft>
        <a:spcPct val="0"/>
      </a:spcAft>
      <a:buClr>
        <a:srgbClr val="000000"/>
      </a:buClr>
      <a:buSzPct val="100000"/>
      <a:buFont typeface="Times New Roman" pitchFamily="16" charset="0"/>
      <a:defRPr kern="1200">
        <a:solidFill>
          <a:schemeClr val="bg1"/>
        </a:solidFill>
        <a:latin typeface="Calibri" pitchFamily="32" charset="0"/>
        <a:ea typeface="Microsoft YaHei" charset="-122"/>
        <a:cs typeface="Arial" charset="0"/>
      </a:defRPr>
    </a:lvl5pPr>
    <a:lvl6pPr marL="2286000" algn="l" defTabSz="914400" rtl="0" eaLnBrk="1" latinLnBrk="0" hangingPunct="1">
      <a:defRPr kern="1200">
        <a:solidFill>
          <a:schemeClr val="bg1"/>
        </a:solidFill>
        <a:latin typeface="Calibri" pitchFamily="32" charset="0"/>
        <a:ea typeface="Microsoft YaHei" charset="-122"/>
        <a:cs typeface="Arial" charset="0"/>
      </a:defRPr>
    </a:lvl6pPr>
    <a:lvl7pPr marL="2743200" algn="l" defTabSz="914400" rtl="0" eaLnBrk="1" latinLnBrk="0" hangingPunct="1">
      <a:defRPr kern="1200">
        <a:solidFill>
          <a:schemeClr val="bg1"/>
        </a:solidFill>
        <a:latin typeface="Calibri" pitchFamily="32" charset="0"/>
        <a:ea typeface="Microsoft YaHei" charset="-122"/>
        <a:cs typeface="Arial" charset="0"/>
      </a:defRPr>
    </a:lvl7pPr>
    <a:lvl8pPr marL="3200400" algn="l" defTabSz="914400" rtl="0" eaLnBrk="1" latinLnBrk="0" hangingPunct="1">
      <a:defRPr kern="1200">
        <a:solidFill>
          <a:schemeClr val="bg1"/>
        </a:solidFill>
        <a:latin typeface="Calibri" pitchFamily="32" charset="0"/>
        <a:ea typeface="Microsoft YaHei" charset="-122"/>
        <a:cs typeface="Arial" charset="0"/>
      </a:defRPr>
    </a:lvl8pPr>
    <a:lvl9pPr marL="3657600" algn="l" defTabSz="914400" rtl="0" eaLnBrk="1" latinLnBrk="0" hangingPunct="1">
      <a:defRPr kern="1200">
        <a:solidFill>
          <a:schemeClr val="bg1"/>
        </a:solidFill>
        <a:latin typeface="Calibri" pitchFamily="32" charset="0"/>
        <a:ea typeface="Microsoft YaHei" charset="-122"/>
        <a:cs typeface="Arial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A5C4997-7FF8-9C08-50BF-F106406D0064}" name="Bruce Absolom" initials="BA" userId="S::bruce_absolom@gjames.com.au::808d7019-8e88-44db-97ed-d1a624fa3c95" providerId="AD"/>
  <p188:author id="{40A5DFDA-5CC7-2000-BFAB-7A132380A200}" name="Mat Gallehawk" initials="MG" userId="S::mathew_gallehawk@gjames.com.au::93dd6677-ad92-4f4d-8ebe-555150310a93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schemeClr val="tx1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0"/>
      </p:ext>
    </p:extLst>
  </p:showPr>
  <p:clrMru>
    <a:srgbClr val="66FFFF"/>
    <a:srgbClr val="74D2E7"/>
    <a:srgbClr val="00BBDC"/>
    <a:srgbClr val="CCFFFF"/>
    <a:srgbClr val="C9C9C9"/>
    <a:srgbClr val="D5D5D5"/>
    <a:srgbClr val="C4C4C4"/>
    <a:srgbClr val="B2B2B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D6AA0FCB-9F55-4EB8-98DC-64B60BDC1E94}" v="882" dt="2022-10-20T04:52:45.690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>
      <p:cViewPr varScale="1">
        <p:scale>
          <a:sx n="114" d="100"/>
          <a:sy n="114" d="100"/>
        </p:scale>
        <p:origin x="744" y="102"/>
      </p:cViewPr>
      <p:guideLst>
        <p:guide orient="horz" pos="2160"/>
        <p:guide pos="2880"/>
      </p:guideLst>
    </p:cSldViewPr>
  </p:slideViewPr>
  <p:outlineViewPr>
    <p:cViewPr varScale="1">
      <p:scale>
        <a:sx n="170" d="200"/>
        <a:sy n="170" d="200"/>
      </p:scale>
      <p:origin x="-780" y="-84"/>
    </p:cViewPr>
  </p:outlineViewPr>
  <p:notesTextViewPr>
    <p:cViewPr>
      <p:scale>
        <a:sx n="1" d="1"/>
        <a:sy n="1" d="1"/>
      </p:scale>
      <p:origin x="0" y="0"/>
    </p:cViewPr>
  </p:notesTextViewPr>
  <p:notesViewPr>
    <p:cSldViewPr>
      <p:cViewPr varScale="1">
        <p:scale>
          <a:sx n="59" d="100"/>
          <a:sy n="59" d="100"/>
        </p:scale>
        <p:origin x="-1752" y="-72"/>
      </p:cViewPr>
      <p:guideLst>
        <p:guide orient="horz" pos="2880"/>
        <p:guide pos="2160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21" Type="http://schemas.openxmlformats.org/officeDocument/2006/relationships/slide" Target="slides/slide17.xml"/><Relationship Id="rId34" Type="http://schemas.openxmlformats.org/officeDocument/2006/relationships/theme" Target="theme/theme1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viewProps" Target="viewProps.xml"/><Relationship Id="rId38" Type="http://schemas.microsoft.com/office/2018/10/relationships/authors" Target="author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slide" Target="slides/slide25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presProps" Target="presProps.xml"/><Relationship Id="rId37" Type="http://schemas.microsoft.com/office/2015/10/relationships/revisionInfo" Target="revisionInfo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microsoft.com/office/2016/11/relationships/changesInfo" Target="changesInfos/changesInfo1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notesMaster" Target="notesMasters/notesMaster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tableStyles" Target="tableStyles.xml"/><Relationship Id="rId8" Type="http://schemas.openxmlformats.org/officeDocument/2006/relationships/slide" Target="slides/slide4.xml"/><Relationship Id="rId3" Type="http://schemas.openxmlformats.org/officeDocument/2006/relationships/customXml" Target="../customXml/item3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at Gallehawk" userId="S::mathew_gallehawk@gjames.com.au::93dd6677-ad92-4f4d-8ebe-555150310a93" providerId="AD" clId="Web-{CC84C08B-674F-4180-96D9-BD7477808A31}"/>
    <pc:docChg chg="modSld">
      <pc:chgData name="Mat Gallehawk" userId="S::mathew_gallehawk@gjames.com.au::93dd6677-ad92-4f4d-8ebe-555150310a93" providerId="AD" clId="Web-{CC84C08B-674F-4180-96D9-BD7477808A31}" dt="2022-10-14T04:47:21.666" v="1" actId="20577"/>
      <pc:docMkLst>
        <pc:docMk/>
      </pc:docMkLst>
      <pc:sldChg chg="modSp">
        <pc:chgData name="Mat Gallehawk" userId="S::mathew_gallehawk@gjames.com.au::93dd6677-ad92-4f4d-8ebe-555150310a93" providerId="AD" clId="Web-{CC84C08B-674F-4180-96D9-BD7477808A31}" dt="2022-10-14T04:47:21.666" v="1" actId="20577"/>
        <pc:sldMkLst>
          <pc:docMk/>
          <pc:sldMk cId="3152809585" sldId="313"/>
        </pc:sldMkLst>
        <pc:spChg chg="mod">
          <ac:chgData name="Mat Gallehawk" userId="S::mathew_gallehawk@gjames.com.au::93dd6677-ad92-4f4d-8ebe-555150310a93" providerId="AD" clId="Web-{CC84C08B-674F-4180-96D9-BD7477808A31}" dt="2022-10-14T04:47:21.666" v="1" actId="20577"/>
          <ac:spMkLst>
            <pc:docMk/>
            <pc:sldMk cId="3152809585" sldId="313"/>
            <ac:spMk id="2" creationId="{2311DB63-4880-45EE-A96E-24E426039F8B}"/>
          </ac:spMkLst>
        </pc:spChg>
      </pc:sldChg>
      <pc:sldChg chg="modSp">
        <pc:chgData name="Mat Gallehawk" userId="S::mathew_gallehawk@gjames.com.au::93dd6677-ad92-4f4d-8ebe-555150310a93" providerId="AD" clId="Web-{CC84C08B-674F-4180-96D9-BD7477808A31}" dt="2022-10-14T04:47:11.728" v="0" actId="20577"/>
        <pc:sldMkLst>
          <pc:docMk/>
          <pc:sldMk cId="2984330994" sldId="317"/>
        </pc:sldMkLst>
        <pc:spChg chg="mod">
          <ac:chgData name="Mat Gallehawk" userId="S::mathew_gallehawk@gjames.com.au::93dd6677-ad92-4f4d-8ebe-555150310a93" providerId="AD" clId="Web-{CC84C08B-674F-4180-96D9-BD7477808A31}" dt="2022-10-14T04:47:11.728" v="0" actId="20577"/>
          <ac:spMkLst>
            <pc:docMk/>
            <pc:sldMk cId="2984330994" sldId="317"/>
            <ac:spMk id="2" creationId="{2311DB63-4880-45EE-A96E-24E426039F8B}"/>
          </ac:spMkLst>
        </pc:spChg>
      </pc:sldChg>
    </pc:docChg>
  </pc:docChgLst>
  <pc:docChgLst>
    <pc:chgData name="Mat Gallehawk" userId="S::mathew_gallehawk@gjames.com.au::93dd6677-ad92-4f4d-8ebe-555150310a93" providerId="AD" clId="Web-{9B92CCFE-6D6E-47D4-9201-010772EEB9B5}"/>
    <pc:docChg chg="modSld">
      <pc:chgData name="Mat Gallehawk" userId="S::mathew_gallehawk@gjames.com.au::93dd6677-ad92-4f4d-8ebe-555150310a93" providerId="AD" clId="Web-{9B92CCFE-6D6E-47D4-9201-010772EEB9B5}" dt="2022-10-12T04:00:28.284" v="117" actId="1076"/>
      <pc:docMkLst>
        <pc:docMk/>
      </pc:docMkLst>
      <pc:sldChg chg="modSp">
        <pc:chgData name="Mat Gallehawk" userId="S::mathew_gallehawk@gjames.com.au::93dd6677-ad92-4f4d-8ebe-555150310a93" providerId="AD" clId="Web-{9B92CCFE-6D6E-47D4-9201-010772EEB9B5}" dt="2022-10-12T03:52:12.395" v="0" actId="20577"/>
        <pc:sldMkLst>
          <pc:docMk/>
          <pc:sldMk cId="3065177915" sldId="298"/>
        </pc:sldMkLst>
        <pc:spChg chg="mod">
          <ac:chgData name="Mat Gallehawk" userId="S::mathew_gallehawk@gjames.com.au::93dd6677-ad92-4f4d-8ebe-555150310a93" providerId="AD" clId="Web-{9B92CCFE-6D6E-47D4-9201-010772EEB9B5}" dt="2022-10-12T03:52:12.395" v="0" actId="20577"/>
          <ac:spMkLst>
            <pc:docMk/>
            <pc:sldMk cId="3065177915" sldId="298"/>
            <ac:spMk id="2" creationId="{00000000-0000-0000-0000-000000000000}"/>
          </ac:spMkLst>
        </pc:spChg>
      </pc:sldChg>
      <pc:sldChg chg="modSp">
        <pc:chgData name="Mat Gallehawk" userId="S::mathew_gallehawk@gjames.com.au::93dd6677-ad92-4f4d-8ebe-555150310a93" providerId="AD" clId="Web-{9B92CCFE-6D6E-47D4-9201-010772EEB9B5}" dt="2022-10-12T03:52:34.271" v="1" actId="20577"/>
        <pc:sldMkLst>
          <pc:docMk/>
          <pc:sldMk cId="2714862628" sldId="311"/>
        </pc:sldMkLst>
        <pc:spChg chg="mod">
          <ac:chgData name="Mat Gallehawk" userId="S::mathew_gallehawk@gjames.com.au::93dd6677-ad92-4f4d-8ebe-555150310a93" providerId="AD" clId="Web-{9B92CCFE-6D6E-47D4-9201-010772EEB9B5}" dt="2022-10-12T03:52:34.271" v="1" actId="20577"/>
          <ac:spMkLst>
            <pc:docMk/>
            <pc:sldMk cId="2714862628" sldId="311"/>
            <ac:spMk id="2" creationId="{00000000-0000-0000-0000-000000000000}"/>
          </ac:spMkLst>
        </pc:spChg>
      </pc:sldChg>
      <pc:sldChg chg="modSp">
        <pc:chgData name="Mat Gallehawk" userId="S::mathew_gallehawk@gjames.com.au::93dd6677-ad92-4f4d-8ebe-555150310a93" providerId="AD" clId="Web-{9B92CCFE-6D6E-47D4-9201-010772EEB9B5}" dt="2022-10-12T03:53:24.975" v="16" actId="20577"/>
        <pc:sldMkLst>
          <pc:docMk/>
          <pc:sldMk cId="991768596" sldId="312"/>
        </pc:sldMkLst>
        <pc:spChg chg="mod">
          <ac:chgData name="Mat Gallehawk" userId="S::mathew_gallehawk@gjames.com.au::93dd6677-ad92-4f4d-8ebe-555150310a93" providerId="AD" clId="Web-{9B92CCFE-6D6E-47D4-9201-010772EEB9B5}" dt="2022-10-12T03:53:21.959" v="13" actId="20577"/>
          <ac:spMkLst>
            <pc:docMk/>
            <pc:sldMk cId="991768596" sldId="312"/>
            <ac:spMk id="10" creationId="{6CE97A6D-CF1F-44DC-BCBA-D68AE6F14879}"/>
          </ac:spMkLst>
        </pc:spChg>
        <pc:spChg chg="mod">
          <ac:chgData name="Mat Gallehawk" userId="S::mathew_gallehawk@gjames.com.au::93dd6677-ad92-4f4d-8ebe-555150310a93" providerId="AD" clId="Web-{9B92CCFE-6D6E-47D4-9201-010772EEB9B5}" dt="2022-10-12T03:53:24.975" v="16" actId="20577"/>
          <ac:spMkLst>
            <pc:docMk/>
            <pc:sldMk cId="991768596" sldId="312"/>
            <ac:spMk id="11" creationId="{37CF41D9-E981-486F-B61D-CCCD48CB5B04}"/>
          </ac:spMkLst>
        </pc:spChg>
      </pc:sldChg>
      <pc:sldChg chg="modSp">
        <pc:chgData name="Mat Gallehawk" userId="S::mathew_gallehawk@gjames.com.au::93dd6677-ad92-4f4d-8ebe-555150310a93" providerId="AD" clId="Web-{9B92CCFE-6D6E-47D4-9201-010772EEB9B5}" dt="2022-10-12T03:53:53.976" v="26" actId="20577"/>
        <pc:sldMkLst>
          <pc:docMk/>
          <pc:sldMk cId="3152809585" sldId="313"/>
        </pc:sldMkLst>
        <pc:spChg chg="mod">
          <ac:chgData name="Mat Gallehawk" userId="S::mathew_gallehawk@gjames.com.au::93dd6677-ad92-4f4d-8ebe-555150310a93" providerId="AD" clId="Web-{9B92CCFE-6D6E-47D4-9201-010772EEB9B5}" dt="2022-10-12T03:53:49.132" v="25" actId="20577"/>
          <ac:spMkLst>
            <pc:docMk/>
            <pc:sldMk cId="3152809585" sldId="313"/>
            <ac:spMk id="3" creationId="{D7B837D7-EA76-4DCE-A319-CA73C9382C6C}"/>
          </ac:spMkLst>
        </pc:spChg>
        <pc:spChg chg="mod">
          <ac:chgData name="Mat Gallehawk" userId="S::mathew_gallehawk@gjames.com.au::93dd6677-ad92-4f4d-8ebe-555150310a93" providerId="AD" clId="Web-{9B92CCFE-6D6E-47D4-9201-010772EEB9B5}" dt="2022-10-12T03:53:53.976" v="26" actId="20577"/>
          <ac:spMkLst>
            <pc:docMk/>
            <pc:sldMk cId="3152809585" sldId="313"/>
            <ac:spMk id="4" creationId="{B6641D24-1BCE-4977-9CF0-8EDE3255B9C8}"/>
          </ac:spMkLst>
        </pc:spChg>
      </pc:sldChg>
      <pc:sldChg chg="modSp">
        <pc:chgData name="Mat Gallehawk" userId="S::mathew_gallehawk@gjames.com.au::93dd6677-ad92-4f4d-8ebe-555150310a93" providerId="AD" clId="Web-{9B92CCFE-6D6E-47D4-9201-010772EEB9B5}" dt="2022-10-12T03:54:15.227" v="27" actId="20577"/>
        <pc:sldMkLst>
          <pc:docMk/>
          <pc:sldMk cId="864889402" sldId="315"/>
        </pc:sldMkLst>
        <pc:spChg chg="mod">
          <ac:chgData name="Mat Gallehawk" userId="S::mathew_gallehawk@gjames.com.au::93dd6677-ad92-4f4d-8ebe-555150310a93" providerId="AD" clId="Web-{9B92CCFE-6D6E-47D4-9201-010772EEB9B5}" dt="2022-10-12T03:54:15.227" v="27" actId="20577"/>
          <ac:spMkLst>
            <pc:docMk/>
            <pc:sldMk cId="864889402" sldId="315"/>
            <ac:spMk id="2" creationId="{00000000-0000-0000-0000-000000000000}"/>
          </ac:spMkLst>
        </pc:spChg>
      </pc:sldChg>
      <pc:sldChg chg="addSp delSp modSp">
        <pc:chgData name="Mat Gallehawk" userId="S::mathew_gallehawk@gjames.com.au::93dd6677-ad92-4f4d-8ebe-555150310a93" providerId="AD" clId="Web-{9B92CCFE-6D6E-47D4-9201-010772EEB9B5}" dt="2022-10-12T04:00:28.284" v="117" actId="1076"/>
        <pc:sldMkLst>
          <pc:docMk/>
          <pc:sldMk cId="1955995688" sldId="316"/>
        </pc:sldMkLst>
        <pc:spChg chg="add del mod">
          <ac:chgData name="Mat Gallehawk" userId="S::mathew_gallehawk@gjames.com.au::93dd6677-ad92-4f4d-8ebe-555150310a93" providerId="AD" clId="Web-{9B92CCFE-6D6E-47D4-9201-010772EEB9B5}" dt="2022-10-12T04:00:20.862" v="116"/>
          <ac:spMkLst>
            <pc:docMk/>
            <pc:sldMk cId="1955995688" sldId="316"/>
            <ac:spMk id="4" creationId="{458BDF6F-807B-5AB3-D3CD-E5065388311B}"/>
          </ac:spMkLst>
        </pc:spChg>
        <pc:spChg chg="mod">
          <ac:chgData name="Mat Gallehawk" userId="S::mathew_gallehawk@gjames.com.au::93dd6677-ad92-4f4d-8ebe-555150310a93" providerId="AD" clId="Web-{9B92CCFE-6D6E-47D4-9201-010772EEB9B5}" dt="2022-10-12T03:58:44.531" v="99" actId="14100"/>
          <ac:spMkLst>
            <pc:docMk/>
            <pc:sldMk cId="1955995688" sldId="316"/>
            <ac:spMk id="9" creationId="{79994491-6AC3-451F-A508-31DE0350372E}"/>
          </ac:spMkLst>
        </pc:spChg>
        <pc:spChg chg="mod">
          <ac:chgData name="Mat Gallehawk" userId="S::mathew_gallehawk@gjames.com.au::93dd6677-ad92-4f4d-8ebe-555150310a93" providerId="AD" clId="Web-{9B92CCFE-6D6E-47D4-9201-010772EEB9B5}" dt="2022-10-12T03:58:44.547" v="100" actId="14100"/>
          <ac:spMkLst>
            <pc:docMk/>
            <pc:sldMk cId="1955995688" sldId="316"/>
            <ac:spMk id="10" creationId="{6CE97A6D-CF1F-44DC-BCBA-D68AE6F14879}"/>
          </ac:spMkLst>
        </pc:spChg>
        <pc:spChg chg="mod">
          <ac:chgData name="Mat Gallehawk" userId="S::mathew_gallehawk@gjames.com.au::93dd6677-ad92-4f4d-8ebe-555150310a93" providerId="AD" clId="Web-{9B92CCFE-6D6E-47D4-9201-010772EEB9B5}" dt="2022-10-12T04:00:28.284" v="117" actId="1076"/>
          <ac:spMkLst>
            <pc:docMk/>
            <pc:sldMk cId="1955995688" sldId="316"/>
            <ac:spMk id="11" creationId="{37CF41D9-E981-486F-B61D-CCCD48CB5B04}"/>
          </ac:spMkLst>
        </pc:spChg>
        <pc:spChg chg="mod">
          <ac:chgData name="Mat Gallehawk" userId="S::mathew_gallehawk@gjames.com.au::93dd6677-ad92-4f4d-8ebe-555150310a93" providerId="AD" clId="Web-{9B92CCFE-6D6E-47D4-9201-010772EEB9B5}" dt="2022-10-12T03:58:44.562" v="101" actId="14100"/>
          <ac:spMkLst>
            <pc:docMk/>
            <pc:sldMk cId="1955995688" sldId="316"/>
            <ac:spMk id="12" creationId="{9B40E896-3979-404F-9805-0B2BF3CF4ED8}"/>
          </ac:spMkLst>
        </pc:spChg>
      </pc:sldChg>
    </pc:docChg>
  </pc:docChgLst>
  <pc:docChgLst>
    <pc:chgData name="Mat Gallehawk" userId="93dd6677-ad92-4f4d-8ebe-555150310a93" providerId="ADAL" clId="{3C06E882-3D25-4829-84C0-E601B1F868E2}"/>
    <pc:docChg chg="undo custSel delSld modSld">
      <pc:chgData name="Mat Gallehawk" userId="93dd6677-ad92-4f4d-8ebe-555150310a93" providerId="ADAL" clId="{3C06E882-3D25-4829-84C0-E601B1F868E2}" dt="2022-10-07T02:21:18.939" v="1246" actId="207"/>
      <pc:docMkLst>
        <pc:docMk/>
      </pc:docMkLst>
      <pc:sldChg chg="delSp modSp mod">
        <pc:chgData name="Mat Gallehawk" userId="93dd6677-ad92-4f4d-8ebe-555150310a93" providerId="ADAL" clId="{3C06E882-3D25-4829-84C0-E601B1F868E2}" dt="2022-10-07T02:21:18.939" v="1246" actId="207"/>
        <pc:sldMkLst>
          <pc:docMk/>
          <pc:sldMk cId="498560464" sldId="297"/>
        </pc:sldMkLst>
        <pc:spChg chg="mod">
          <ac:chgData name="Mat Gallehawk" userId="93dd6677-ad92-4f4d-8ebe-555150310a93" providerId="ADAL" clId="{3C06E882-3D25-4829-84C0-E601B1F868E2}" dt="2022-10-07T02:21:18.939" v="1246" actId="207"/>
          <ac:spMkLst>
            <pc:docMk/>
            <pc:sldMk cId="498560464" sldId="297"/>
            <ac:spMk id="3" creationId="{00000000-0000-0000-0000-000000000000}"/>
          </ac:spMkLst>
        </pc:spChg>
        <pc:picChg chg="del">
          <ac:chgData name="Mat Gallehawk" userId="93dd6677-ad92-4f4d-8ebe-555150310a93" providerId="ADAL" clId="{3C06E882-3D25-4829-84C0-E601B1F868E2}" dt="2022-10-07T01:29:12.741" v="0" actId="478"/>
          <ac:picMkLst>
            <pc:docMk/>
            <pc:sldMk cId="498560464" sldId="297"/>
            <ac:picMk id="7" creationId="{0F54F7FD-8BA1-45AE-B02C-6DE01F69482D}"/>
          </ac:picMkLst>
        </pc:picChg>
      </pc:sldChg>
      <pc:sldChg chg="addSp delSp modSp mod">
        <pc:chgData name="Mat Gallehawk" userId="93dd6677-ad92-4f4d-8ebe-555150310a93" providerId="ADAL" clId="{3C06E882-3D25-4829-84C0-E601B1F868E2}" dt="2022-10-07T01:38:29.093" v="277" actId="20577"/>
        <pc:sldMkLst>
          <pc:docMk/>
          <pc:sldMk cId="3065177915" sldId="298"/>
        </pc:sldMkLst>
        <pc:spChg chg="mod">
          <ac:chgData name="Mat Gallehawk" userId="93dd6677-ad92-4f4d-8ebe-555150310a93" providerId="ADAL" clId="{3C06E882-3D25-4829-84C0-E601B1F868E2}" dt="2022-10-07T01:33:19.997" v="165" actId="207"/>
          <ac:spMkLst>
            <pc:docMk/>
            <pc:sldMk cId="3065177915" sldId="298"/>
            <ac:spMk id="2" creationId="{00000000-0000-0000-0000-000000000000}"/>
          </ac:spMkLst>
        </pc:spChg>
        <pc:spChg chg="mod">
          <ac:chgData name="Mat Gallehawk" userId="93dd6677-ad92-4f4d-8ebe-555150310a93" providerId="ADAL" clId="{3C06E882-3D25-4829-84C0-E601B1F868E2}" dt="2022-10-07T01:37:00.559" v="231" actId="14100"/>
          <ac:spMkLst>
            <pc:docMk/>
            <pc:sldMk cId="3065177915" sldId="298"/>
            <ac:spMk id="3" creationId="{00000000-0000-0000-0000-000000000000}"/>
          </ac:spMkLst>
        </pc:spChg>
        <pc:spChg chg="mod">
          <ac:chgData name="Mat Gallehawk" userId="93dd6677-ad92-4f4d-8ebe-555150310a93" providerId="ADAL" clId="{3C06E882-3D25-4829-84C0-E601B1F868E2}" dt="2022-10-07T01:38:29.093" v="277" actId="20577"/>
          <ac:spMkLst>
            <pc:docMk/>
            <pc:sldMk cId="3065177915" sldId="298"/>
            <ac:spMk id="6" creationId="{BAD9F871-7840-45CF-8899-D82D1C6D3998}"/>
          </ac:spMkLst>
        </pc:spChg>
        <pc:spChg chg="add mod">
          <ac:chgData name="Mat Gallehawk" userId="93dd6677-ad92-4f4d-8ebe-555150310a93" providerId="ADAL" clId="{3C06E882-3D25-4829-84C0-E601B1F868E2}" dt="2022-10-07T01:36:44.312" v="228" actId="1076"/>
          <ac:spMkLst>
            <pc:docMk/>
            <pc:sldMk cId="3065177915" sldId="298"/>
            <ac:spMk id="7" creationId="{F296C6C4-5EE0-4A20-9F8A-B29C7088846C}"/>
          </ac:spMkLst>
        </pc:spChg>
        <pc:picChg chg="del">
          <ac:chgData name="Mat Gallehawk" userId="93dd6677-ad92-4f4d-8ebe-555150310a93" providerId="ADAL" clId="{3C06E882-3D25-4829-84C0-E601B1F868E2}" dt="2022-10-07T01:32:18.885" v="139" actId="478"/>
          <ac:picMkLst>
            <pc:docMk/>
            <pc:sldMk cId="3065177915" sldId="298"/>
            <ac:picMk id="5" creationId="{D31AABC4-9BDB-4868-9D9F-EAB73B2AC082}"/>
          </ac:picMkLst>
        </pc:picChg>
      </pc:sldChg>
      <pc:sldChg chg="addSp modSp mod">
        <pc:chgData name="Mat Gallehawk" userId="93dd6677-ad92-4f4d-8ebe-555150310a93" providerId="ADAL" clId="{3C06E882-3D25-4829-84C0-E601B1F868E2}" dt="2022-10-07T02:20:57.742" v="1218" actId="207"/>
        <pc:sldMkLst>
          <pc:docMk/>
          <pc:sldMk cId="2148006341" sldId="299"/>
        </pc:sldMkLst>
        <pc:spChg chg="mod">
          <ac:chgData name="Mat Gallehawk" userId="93dd6677-ad92-4f4d-8ebe-555150310a93" providerId="ADAL" clId="{3C06E882-3D25-4829-84C0-E601B1F868E2}" dt="2022-10-07T02:01:56.420" v="1212" actId="255"/>
          <ac:spMkLst>
            <pc:docMk/>
            <pc:sldMk cId="2148006341" sldId="299"/>
            <ac:spMk id="3" creationId="{E412A0F2-9C53-4B4C-9047-008D5D9FFC77}"/>
          </ac:spMkLst>
        </pc:spChg>
        <pc:spChg chg="add mod">
          <ac:chgData name="Mat Gallehawk" userId="93dd6677-ad92-4f4d-8ebe-555150310a93" providerId="ADAL" clId="{3C06E882-3D25-4829-84C0-E601B1F868E2}" dt="2022-10-07T02:20:57.742" v="1218" actId="207"/>
          <ac:spMkLst>
            <pc:docMk/>
            <pc:sldMk cId="2148006341" sldId="299"/>
            <ac:spMk id="6" creationId="{23C264E4-603C-46DA-B0AD-49DA18B96D2F}"/>
          </ac:spMkLst>
        </pc:spChg>
        <pc:spChg chg="mod">
          <ac:chgData name="Mat Gallehawk" userId="93dd6677-ad92-4f4d-8ebe-555150310a93" providerId="ADAL" clId="{3C06E882-3D25-4829-84C0-E601B1F868E2}" dt="2022-10-07T02:20:57.742" v="1218" actId="207"/>
          <ac:spMkLst>
            <pc:docMk/>
            <pc:sldMk cId="2148006341" sldId="299"/>
            <ac:spMk id="9" creationId="{79994491-6AC3-451F-A508-31DE0350372E}"/>
          </ac:spMkLst>
        </pc:spChg>
        <pc:spChg chg="mod">
          <ac:chgData name="Mat Gallehawk" userId="93dd6677-ad92-4f4d-8ebe-555150310a93" providerId="ADAL" clId="{3C06E882-3D25-4829-84C0-E601B1F868E2}" dt="2022-10-07T02:20:57.742" v="1218" actId="207"/>
          <ac:spMkLst>
            <pc:docMk/>
            <pc:sldMk cId="2148006341" sldId="299"/>
            <ac:spMk id="10" creationId="{6CE97A6D-CF1F-44DC-BCBA-D68AE6F14879}"/>
          </ac:spMkLst>
        </pc:spChg>
        <pc:spChg chg="mod">
          <ac:chgData name="Mat Gallehawk" userId="93dd6677-ad92-4f4d-8ebe-555150310a93" providerId="ADAL" clId="{3C06E882-3D25-4829-84C0-E601B1F868E2}" dt="2022-10-07T02:20:57.742" v="1218" actId="207"/>
          <ac:spMkLst>
            <pc:docMk/>
            <pc:sldMk cId="2148006341" sldId="299"/>
            <ac:spMk id="11" creationId="{37CF41D9-E981-486F-B61D-CCCD48CB5B04}"/>
          </ac:spMkLst>
        </pc:spChg>
        <pc:spChg chg="mod">
          <ac:chgData name="Mat Gallehawk" userId="93dd6677-ad92-4f4d-8ebe-555150310a93" providerId="ADAL" clId="{3C06E882-3D25-4829-84C0-E601B1F868E2}" dt="2022-10-07T02:20:57.742" v="1218" actId="207"/>
          <ac:spMkLst>
            <pc:docMk/>
            <pc:sldMk cId="2148006341" sldId="299"/>
            <ac:spMk id="12" creationId="{9B40E896-3979-404F-9805-0B2BF3CF4ED8}"/>
          </ac:spMkLst>
        </pc:spChg>
        <pc:spChg chg="add mod">
          <ac:chgData name="Mat Gallehawk" userId="93dd6677-ad92-4f4d-8ebe-555150310a93" providerId="ADAL" clId="{3C06E882-3D25-4829-84C0-E601B1F868E2}" dt="2022-10-07T02:20:57.742" v="1218" actId="207"/>
          <ac:spMkLst>
            <pc:docMk/>
            <pc:sldMk cId="2148006341" sldId="299"/>
            <ac:spMk id="13" creationId="{05743933-5A7A-4C82-8014-FBBE6728D0B1}"/>
          </ac:spMkLst>
        </pc:spChg>
        <pc:spChg chg="add mod">
          <ac:chgData name="Mat Gallehawk" userId="93dd6677-ad92-4f4d-8ebe-555150310a93" providerId="ADAL" clId="{3C06E882-3D25-4829-84C0-E601B1F868E2}" dt="2022-10-07T02:20:57.742" v="1218" actId="207"/>
          <ac:spMkLst>
            <pc:docMk/>
            <pc:sldMk cId="2148006341" sldId="299"/>
            <ac:spMk id="14" creationId="{50055C4A-D13C-4056-BD10-092430B1C213}"/>
          </ac:spMkLst>
        </pc:spChg>
        <pc:spChg chg="add mod">
          <ac:chgData name="Mat Gallehawk" userId="93dd6677-ad92-4f4d-8ebe-555150310a93" providerId="ADAL" clId="{3C06E882-3D25-4829-84C0-E601B1F868E2}" dt="2022-10-07T02:01:57.122" v="1213" actId="1076"/>
          <ac:spMkLst>
            <pc:docMk/>
            <pc:sldMk cId="2148006341" sldId="299"/>
            <ac:spMk id="15" creationId="{04C46337-4239-4616-927D-022E4784226F}"/>
          </ac:spMkLst>
        </pc:spChg>
        <pc:picChg chg="mod">
          <ac:chgData name="Mat Gallehawk" userId="93dd6677-ad92-4f4d-8ebe-555150310a93" providerId="ADAL" clId="{3C06E882-3D25-4829-84C0-E601B1F868E2}" dt="2022-10-07T01:39:39.977" v="288" actId="1076"/>
          <ac:picMkLst>
            <pc:docMk/>
            <pc:sldMk cId="2148006341" sldId="299"/>
            <ac:picMk id="4" creationId="{C0E3FADE-8BDA-4287-A55B-FDB5DF8873C5}"/>
          </ac:picMkLst>
        </pc:picChg>
        <pc:picChg chg="mod">
          <ac:chgData name="Mat Gallehawk" userId="93dd6677-ad92-4f4d-8ebe-555150310a93" providerId="ADAL" clId="{3C06E882-3D25-4829-84C0-E601B1F868E2}" dt="2022-10-07T01:39:17.938" v="281" actId="1076"/>
          <ac:picMkLst>
            <pc:docMk/>
            <pc:sldMk cId="2148006341" sldId="299"/>
            <ac:picMk id="5" creationId="{000A078B-9B70-4877-81A0-15DE31893403}"/>
          </ac:picMkLst>
        </pc:picChg>
      </pc:sldChg>
      <pc:sldChg chg="modSp mod">
        <pc:chgData name="Mat Gallehawk" userId="93dd6677-ad92-4f4d-8ebe-555150310a93" providerId="ADAL" clId="{3C06E882-3D25-4829-84C0-E601B1F868E2}" dt="2022-10-07T01:52:31.443" v="823" actId="20577"/>
        <pc:sldMkLst>
          <pc:docMk/>
          <pc:sldMk cId="3169463616" sldId="307"/>
        </pc:sldMkLst>
        <pc:spChg chg="mod">
          <ac:chgData name="Mat Gallehawk" userId="93dd6677-ad92-4f4d-8ebe-555150310a93" providerId="ADAL" clId="{3C06E882-3D25-4829-84C0-E601B1F868E2}" dt="2022-10-07T01:52:31.443" v="823" actId="20577"/>
          <ac:spMkLst>
            <pc:docMk/>
            <pc:sldMk cId="3169463616" sldId="307"/>
            <ac:spMk id="3" creationId="{D7B837D7-EA76-4DCE-A319-CA73C9382C6C}"/>
          </ac:spMkLst>
        </pc:spChg>
      </pc:sldChg>
      <pc:sldChg chg="addSp delSp modSp del">
        <pc:chgData name="Mat Gallehawk" userId="93dd6677-ad92-4f4d-8ebe-555150310a93" providerId="ADAL" clId="{3C06E882-3D25-4829-84C0-E601B1F868E2}" dt="2022-10-07T01:39:02.729" v="278" actId="47"/>
        <pc:sldMkLst>
          <pc:docMk/>
          <pc:sldMk cId="1961019628" sldId="308"/>
        </pc:sldMkLst>
        <pc:spChg chg="del mod">
          <ac:chgData name="Mat Gallehawk" userId="93dd6677-ad92-4f4d-8ebe-555150310a93" providerId="ADAL" clId="{3C06E882-3D25-4829-84C0-E601B1F868E2}" dt="2022-10-07T01:32:29.339" v="141" actId="21"/>
          <ac:spMkLst>
            <pc:docMk/>
            <pc:sldMk cId="1961019628" sldId="308"/>
            <ac:spMk id="3" creationId="{9AEE9F5E-327C-4350-98F3-30DC93253A13}"/>
          </ac:spMkLst>
        </pc:spChg>
        <pc:spChg chg="add mod">
          <ac:chgData name="Mat Gallehawk" userId="93dd6677-ad92-4f4d-8ebe-555150310a93" providerId="ADAL" clId="{3C06E882-3D25-4829-84C0-E601B1F868E2}" dt="2022-10-07T01:32:29.339" v="141" actId="21"/>
          <ac:spMkLst>
            <pc:docMk/>
            <pc:sldMk cId="1961019628" sldId="308"/>
            <ac:spMk id="4" creationId="{D3188E25-601B-4BBA-B2FE-1AE364B9005F}"/>
          </ac:spMkLst>
        </pc:spChg>
      </pc:sldChg>
    </pc:docChg>
  </pc:docChgLst>
  <pc:docChgLst>
    <pc:chgData name="Alison Johns" userId="cbbf47e4-4926-4b0b-ad54-2143c25d75f3" providerId="ADAL" clId="{2CA8ED1A-41C1-4FB0-833C-114F66C671BC}"/>
    <pc:docChg chg="custSel modSld">
      <pc:chgData name="Alison Johns" userId="cbbf47e4-4926-4b0b-ad54-2143c25d75f3" providerId="ADAL" clId="{2CA8ED1A-41C1-4FB0-833C-114F66C671BC}" dt="2022-10-17T23:35:07.674" v="24" actId="14100"/>
      <pc:docMkLst>
        <pc:docMk/>
      </pc:docMkLst>
      <pc:sldChg chg="addSp delSp modSp mod">
        <pc:chgData name="Alison Johns" userId="cbbf47e4-4926-4b0b-ad54-2143c25d75f3" providerId="ADAL" clId="{2CA8ED1A-41C1-4FB0-833C-114F66C671BC}" dt="2022-10-17T23:35:07.674" v="24" actId="14100"/>
        <pc:sldMkLst>
          <pc:docMk/>
          <pc:sldMk cId="241829404" sldId="391"/>
        </pc:sldMkLst>
        <pc:spChg chg="del mod">
          <ac:chgData name="Alison Johns" userId="cbbf47e4-4926-4b0b-ad54-2143c25d75f3" providerId="ADAL" clId="{2CA8ED1A-41C1-4FB0-833C-114F66C671BC}" dt="2022-10-17T23:34:04.360" v="10" actId="478"/>
          <ac:spMkLst>
            <pc:docMk/>
            <pc:sldMk cId="241829404" sldId="391"/>
            <ac:spMk id="6" creationId="{E484B957-72CD-4DDA-AC91-F311C6BC4A5F}"/>
          </ac:spMkLst>
        </pc:spChg>
        <pc:spChg chg="del">
          <ac:chgData name="Alison Johns" userId="cbbf47e4-4926-4b0b-ad54-2143c25d75f3" providerId="ADAL" clId="{2CA8ED1A-41C1-4FB0-833C-114F66C671BC}" dt="2022-10-17T23:34:31.704" v="17" actId="478"/>
          <ac:spMkLst>
            <pc:docMk/>
            <pc:sldMk cId="241829404" sldId="391"/>
            <ac:spMk id="8" creationId="{CD4F4411-7EE4-4C2B-A779-81802DAD5A27}"/>
          </ac:spMkLst>
        </pc:spChg>
        <pc:spChg chg="del mod">
          <ac:chgData name="Alison Johns" userId="cbbf47e4-4926-4b0b-ad54-2143c25d75f3" providerId="ADAL" clId="{2CA8ED1A-41C1-4FB0-833C-114F66C671BC}" dt="2022-10-17T23:33:15.845" v="1" actId="478"/>
          <ac:spMkLst>
            <pc:docMk/>
            <pc:sldMk cId="241829404" sldId="391"/>
            <ac:spMk id="10" creationId="{0C37A9F7-7E12-425F-81B5-2CD9B7561AA2}"/>
          </ac:spMkLst>
        </pc:spChg>
        <pc:spChg chg="del">
          <ac:chgData name="Alison Johns" userId="cbbf47e4-4926-4b0b-ad54-2143c25d75f3" providerId="ADAL" clId="{2CA8ED1A-41C1-4FB0-833C-114F66C671BC}" dt="2022-10-17T23:34:30.545" v="16" actId="478"/>
          <ac:spMkLst>
            <pc:docMk/>
            <pc:sldMk cId="241829404" sldId="391"/>
            <ac:spMk id="11" creationId="{47D8D91C-0CD0-47A1-8AC0-DCED1156BABE}"/>
          </ac:spMkLst>
        </pc:spChg>
        <pc:picChg chg="del">
          <ac:chgData name="Alison Johns" userId="cbbf47e4-4926-4b0b-ad54-2143c25d75f3" providerId="ADAL" clId="{2CA8ED1A-41C1-4FB0-833C-114F66C671BC}" dt="2022-10-17T23:34:06.373" v="11" actId="478"/>
          <ac:picMkLst>
            <pc:docMk/>
            <pc:sldMk cId="241829404" sldId="391"/>
            <ac:picMk id="5" creationId="{E59DF66E-8594-4720-8BD9-9A13AF6B2708}"/>
          </ac:picMkLst>
        </pc:picChg>
        <pc:picChg chg="del">
          <ac:chgData name="Alison Johns" userId="cbbf47e4-4926-4b0b-ad54-2143c25d75f3" providerId="ADAL" clId="{2CA8ED1A-41C1-4FB0-833C-114F66C671BC}" dt="2022-10-17T23:34:33.368" v="18" actId="478"/>
          <ac:picMkLst>
            <pc:docMk/>
            <pc:sldMk cId="241829404" sldId="391"/>
            <ac:picMk id="7" creationId="{511CA123-8F67-455C-AD2A-921BB62C01F5}"/>
          </ac:picMkLst>
        </pc:picChg>
        <pc:picChg chg="add mod">
          <ac:chgData name="Alison Johns" userId="cbbf47e4-4926-4b0b-ad54-2143c25d75f3" providerId="ADAL" clId="{2CA8ED1A-41C1-4FB0-833C-114F66C671BC}" dt="2022-10-17T23:34:58.686" v="22" actId="14100"/>
          <ac:picMkLst>
            <pc:docMk/>
            <pc:sldMk cId="241829404" sldId="391"/>
            <ac:picMk id="9" creationId="{0CB071F7-19B5-4BF8-B676-170619998A8C}"/>
          </ac:picMkLst>
        </pc:picChg>
        <pc:picChg chg="add mod">
          <ac:chgData name="Alison Johns" userId="cbbf47e4-4926-4b0b-ad54-2143c25d75f3" providerId="ADAL" clId="{2CA8ED1A-41C1-4FB0-833C-114F66C671BC}" dt="2022-10-17T23:35:07.674" v="24" actId="14100"/>
          <ac:picMkLst>
            <pc:docMk/>
            <pc:sldMk cId="241829404" sldId="391"/>
            <ac:picMk id="13" creationId="{ED645991-23BB-488C-B599-27AFAA634C08}"/>
          </ac:picMkLst>
        </pc:picChg>
      </pc:sldChg>
    </pc:docChg>
  </pc:docChgLst>
  <pc:docChgLst>
    <pc:chgData name="Mat Gallehawk" userId="S::mathew_gallehawk@gjames.com.au::93dd6677-ad92-4f4d-8ebe-555150310a93" providerId="AD" clId="Web-{A9F0D95F-0D1A-4B58-8992-7DE3C24F5C9E}"/>
    <pc:docChg chg="modSld">
      <pc:chgData name="Mat Gallehawk" userId="S::mathew_gallehawk@gjames.com.au::93dd6677-ad92-4f4d-8ebe-555150310a93" providerId="AD" clId="Web-{A9F0D95F-0D1A-4B58-8992-7DE3C24F5C9E}" dt="2022-10-11T06:02:06.271" v="135" actId="20577"/>
      <pc:docMkLst>
        <pc:docMk/>
      </pc:docMkLst>
      <pc:sldChg chg="modSp">
        <pc:chgData name="Mat Gallehawk" userId="S::mathew_gallehawk@gjames.com.au::93dd6677-ad92-4f4d-8ebe-555150310a93" providerId="AD" clId="Web-{A9F0D95F-0D1A-4B58-8992-7DE3C24F5C9E}" dt="2022-10-11T05:58:59.923" v="98" actId="20577"/>
        <pc:sldMkLst>
          <pc:docMk/>
          <pc:sldMk cId="498560464" sldId="297"/>
        </pc:sldMkLst>
        <pc:spChg chg="mod">
          <ac:chgData name="Mat Gallehawk" userId="S::mathew_gallehawk@gjames.com.au::93dd6677-ad92-4f4d-8ebe-555150310a93" providerId="AD" clId="Web-{A9F0D95F-0D1A-4B58-8992-7DE3C24F5C9E}" dt="2022-10-11T05:58:59.923" v="98" actId="20577"/>
          <ac:spMkLst>
            <pc:docMk/>
            <pc:sldMk cId="498560464" sldId="297"/>
            <ac:spMk id="3" creationId="{00000000-0000-0000-0000-000000000000}"/>
          </ac:spMkLst>
        </pc:spChg>
      </pc:sldChg>
      <pc:sldChg chg="modSp">
        <pc:chgData name="Mat Gallehawk" userId="S::mathew_gallehawk@gjames.com.au::93dd6677-ad92-4f4d-8ebe-555150310a93" providerId="AD" clId="Web-{A9F0D95F-0D1A-4B58-8992-7DE3C24F5C9E}" dt="2022-10-11T06:00:42.831" v="120" actId="20577"/>
        <pc:sldMkLst>
          <pc:docMk/>
          <pc:sldMk cId="3169463616" sldId="307"/>
        </pc:sldMkLst>
        <pc:spChg chg="mod">
          <ac:chgData name="Mat Gallehawk" userId="S::mathew_gallehawk@gjames.com.au::93dd6677-ad92-4f4d-8ebe-555150310a93" providerId="AD" clId="Web-{A9F0D95F-0D1A-4B58-8992-7DE3C24F5C9E}" dt="2022-10-11T06:00:42.831" v="120" actId="20577"/>
          <ac:spMkLst>
            <pc:docMk/>
            <pc:sldMk cId="3169463616" sldId="307"/>
            <ac:spMk id="3" creationId="{D7B837D7-EA76-4DCE-A319-CA73C9382C6C}"/>
          </ac:spMkLst>
        </pc:spChg>
      </pc:sldChg>
      <pc:sldChg chg="modSp">
        <pc:chgData name="Mat Gallehawk" userId="S::mathew_gallehawk@gjames.com.au::93dd6677-ad92-4f4d-8ebe-555150310a93" providerId="AD" clId="Web-{A9F0D95F-0D1A-4B58-8992-7DE3C24F5C9E}" dt="2022-10-11T06:02:06.271" v="135" actId="20577"/>
        <pc:sldMkLst>
          <pc:docMk/>
          <pc:sldMk cId="2714862628" sldId="311"/>
        </pc:sldMkLst>
        <pc:spChg chg="mod">
          <ac:chgData name="Mat Gallehawk" userId="S::mathew_gallehawk@gjames.com.au::93dd6677-ad92-4f4d-8ebe-555150310a93" providerId="AD" clId="Web-{A9F0D95F-0D1A-4B58-8992-7DE3C24F5C9E}" dt="2022-10-11T06:02:06.271" v="135" actId="20577"/>
          <ac:spMkLst>
            <pc:docMk/>
            <pc:sldMk cId="2714862628" sldId="311"/>
            <ac:spMk id="3" creationId="{00000000-0000-0000-0000-000000000000}"/>
          </ac:spMkLst>
        </pc:spChg>
      </pc:sldChg>
    </pc:docChg>
  </pc:docChgLst>
  <pc:docChgLst>
    <pc:chgData name="Mat Gallehawk" userId="S::mathew_gallehawk@gjames.com.au::93dd6677-ad92-4f4d-8ebe-555150310a93" providerId="AD" clId="Web-{BCCB1E65-A145-4883-B292-83F6661B5C59}"/>
    <pc:docChg chg="addSld delSld modSld sldOrd">
      <pc:chgData name="Mat Gallehawk" userId="S::mathew_gallehawk@gjames.com.au::93dd6677-ad92-4f4d-8ebe-555150310a93" providerId="AD" clId="Web-{BCCB1E65-A145-4883-B292-83F6661B5C59}" dt="2022-10-13T00:36:34.451" v="208" actId="20577"/>
      <pc:docMkLst>
        <pc:docMk/>
      </pc:docMkLst>
      <pc:sldChg chg="modSp">
        <pc:chgData name="Mat Gallehawk" userId="S::mathew_gallehawk@gjames.com.au::93dd6677-ad92-4f4d-8ebe-555150310a93" providerId="AD" clId="Web-{BCCB1E65-A145-4883-B292-83F6661B5C59}" dt="2022-10-13T00:33:50.353" v="170" actId="20577"/>
        <pc:sldMkLst>
          <pc:docMk/>
          <pc:sldMk cId="2148006341" sldId="299"/>
        </pc:sldMkLst>
        <pc:spChg chg="mod">
          <ac:chgData name="Mat Gallehawk" userId="S::mathew_gallehawk@gjames.com.au::93dd6677-ad92-4f4d-8ebe-555150310a93" providerId="AD" clId="Web-{BCCB1E65-A145-4883-B292-83F6661B5C59}" dt="2022-10-13T00:33:50.353" v="170" actId="20577"/>
          <ac:spMkLst>
            <pc:docMk/>
            <pc:sldMk cId="2148006341" sldId="299"/>
            <ac:spMk id="3" creationId="{E412A0F2-9C53-4B4C-9047-008D5D9FFC77}"/>
          </ac:spMkLst>
        </pc:spChg>
        <pc:spChg chg="mod">
          <ac:chgData name="Mat Gallehawk" userId="S::mathew_gallehawk@gjames.com.au::93dd6677-ad92-4f4d-8ebe-555150310a93" providerId="AD" clId="Web-{BCCB1E65-A145-4883-B292-83F6661B5C59}" dt="2022-10-13T00:33:45.134" v="169" actId="20577"/>
          <ac:spMkLst>
            <pc:docMk/>
            <pc:sldMk cId="2148006341" sldId="299"/>
            <ac:spMk id="15" creationId="{04C46337-4239-4616-927D-022E4784226F}"/>
          </ac:spMkLst>
        </pc:spChg>
      </pc:sldChg>
      <pc:sldChg chg="addSp modSp">
        <pc:chgData name="Mat Gallehawk" userId="S::mathew_gallehawk@gjames.com.au::93dd6677-ad92-4f4d-8ebe-555150310a93" providerId="AD" clId="Web-{BCCB1E65-A145-4883-B292-83F6661B5C59}" dt="2022-10-13T00:24:03.885" v="121" actId="20577"/>
        <pc:sldMkLst>
          <pc:docMk/>
          <pc:sldMk cId="3169463616" sldId="307"/>
        </pc:sldMkLst>
        <pc:spChg chg="mod">
          <ac:chgData name="Mat Gallehawk" userId="S::mathew_gallehawk@gjames.com.au::93dd6677-ad92-4f4d-8ebe-555150310a93" providerId="AD" clId="Web-{BCCB1E65-A145-4883-B292-83F6661B5C59}" dt="2022-10-13T00:23:48.072" v="115" actId="20577"/>
          <ac:spMkLst>
            <pc:docMk/>
            <pc:sldMk cId="3169463616" sldId="307"/>
            <ac:spMk id="3" creationId="{D7B837D7-EA76-4DCE-A319-CA73C9382C6C}"/>
          </ac:spMkLst>
        </pc:spChg>
        <pc:spChg chg="add mod">
          <ac:chgData name="Mat Gallehawk" userId="S::mathew_gallehawk@gjames.com.au::93dd6677-ad92-4f4d-8ebe-555150310a93" providerId="AD" clId="Web-{BCCB1E65-A145-4883-B292-83F6661B5C59}" dt="2022-10-13T00:24:03.885" v="121" actId="20577"/>
          <ac:spMkLst>
            <pc:docMk/>
            <pc:sldMk cId="3169463616" sldId="307"/>
            <ac:spMk id="4" creationId="{50F94588-C705-B491-BF78-59809F3C35DA}"/>
          </ac:spMkLst>
        </pc:spChg>
      </pc:sldChg>
      <pc:sldChg chg="modSp">
        <pc:chgData name="Mat Gallehawk" userId="S::mathew_gallehawk@gjames.com.au::93dd6677-ad92-4f4d-8ebe-555150310a93" providerId="AD" clId="Web-{BCCB1E65-A145-4883-B292-83F6661B5C59}" dt="2022-10-13T00:24:26.807" v="122" actId="20577"/>
        <pc:sldMkLst>
          <pc:docMk/>
          <pc:sldMk cId="1409120268" sldId="310"/>
        </pc:sldMkLst>
        <pc:spChg chg="mod">
          <ac:chgData name="Mat Gallehawk" userId="S::mathew_gallehawk@gjames.com.au::93dd6677-ad92-4f4d-8ebe-555150310a93" providerId="AD" clId="Web-{BCCB1E65-A145-4883-B292-83F6661B5C59}" dt="2022-10-13T00:24:26.807" v="122" actId="20577"/>
          <ac:spMkLst>
            <pc:docMk/>
            <pc:sldMk cId="1409120268" sldId="310"/>
            <ac:spMk id="3" creationId="{00000000-0000-0000-0000-000000000000}"/>
          </ac:spMkLst>
        </pc:spChg>
      </pc:sldChg>
      <pc:sldChg chg="modSp">
        <pc:chgData name="Mat Gallehawk" userId="S::mathew_gallehawk@gjames.com.au::93dd6677-ad92-4f4d-8ebe-555150310a93" providerId="AD" clId="Web-{BCCB1E65-A145-4883-B292-83F6661B5C59}" dt="2022-10-13T00:18:35.361" v="30" actId="20577"/>
        <pc:sldMkLst>
          <pc:docMk/>
          <pc:sldMk cId="2714862628" sldId="311"/>
        </pc:sldMkLst>
        <pc:spChg chg="mod">
          <ac:chgData name="Mat Gallehawk" userId="S::mathew_gallehawk@gjames.com.au::93dd6677-ad92-4f4d-8ebe-555150310a93" providerId="AD" clId="Web-{BCCB1E65-A145-4883-B292-83F6661B5C59}" dt="2022-10-13T00:18:35.361" v="30" actId="20577"/>
          <ac:spMkLst>
            <pc:docMk/>
            <pc:sldMk cId="2714862628" sldId="311"/>
            <ac:spMk id="3" creationId="{00000000-0000-0000-0000-000000000000}"/>
          </ac:spMkLst>
        </pc:spChg>
      </pc:sldChg>
      <pc:sldChg chg="addSp delSp modSp">
        <pc:chgData name="Mat Gallehawk" userId="S::mathew_gallehawk@gjames.com.au::93dd6677-ad92-4f4d-8ebe-555150310a93" providerId="AD" clId="Web-{BCCB1E65-A145-4883-B292-83F6661B5C59}" dt="2022-10-13T00:34:35.745" v="173"/>
        <pc:sldMkLst>
          <pc:docMk/>
          <pc:sldMk cId="991768596" sldId="312"/>
        </pc:sldMkLst>
        <pc:spChg chg="mod">
          <ac:chgData name="Mat Gallehawk" userId="S::mathew_gallehawk@gjames.com.au::93dd6677-ad92-4f4d-8ebe-555150310a93" providerId="AD" clId="Web-{BCCB1E65-A145-4883-B292-83F6661B5C59}" dt="2022-10-13T00:16:27.248" v="28" actId="20577"/>
          <ac:spMkLst>
            <pc:docMk/>
            <pc:sldMk cId="991768596" sldId="312"/>
            <ac:spMk id="2" creationId="{21B75AF1-D05B-4283-A256-C1D4A75B7FF6}"/>
          </ac:spMkLst>
        </pc:spChg>
        <pc:spChg chg="mod">
          <ac:chgData name="Mat Gallehawk" userId="S::mathew_gallehawk@gjames.com.au::93dd6677-ad92-4f4d-8ebe-555150310a93" providerId="AD" clId="Web-{BCCB1E65-A145-4883-B292-83F6661B5C59}" dt="2022-10-13T00:20:18.739" v="89" actId="20577"/>
          <ac:spMkLst>
            <pc:docMk/>
            <pc:sldMk cId="991768596" sldId="312"/>
            <ac:spMk id="3" creationId="{E412A0F2-9C53-4B4C-9047-008D5D9FFC77}"/>
          </ac:spMkLst>
        </pc:spChg>
        <pc:spChg chg="add">
          <ac:chgData name="Mat Gallehawk" userId="S::mathew_gallehawk@gjames.com.au::93dd6677-ad92-4f4d-8ebe-555150310a93" providerId="AD" clId="Web-{BCCB1E65-A145-4883-B292-83F6661B5C59}" dt="2022-10-13T00:19:54.379" v="73"/>
          <ac:spMkLst>
            <pc:docMk/>
            <pc:sldMk cId="991768596" sldId="312"/>
            <ac:spMk id="5" creationId="{CC057202-05D6-F46A-11DD-08F151CFA7E7}"/>
          </ac:spMkLst>
        </pc:spChg>
        <pc:spChg chg="del">
          <ac:chgData name="Mat Gallehawk" userId="S::mathew_gallehawk@gjames.com.au::93dd6677-ad92-4f4d-8ebe-555150310a93" providerId="AD" clId="Web-{BCCB1E65-A145-4883-B292-83F6661B5C59}" dt="2022-10-13T00:19:51.160" v="68"/>
          <ac:spMkLst>
            <pc:docMk/>
            <pc:sldMk cId="991768596" sldId="312"/>
            <ac:spMk id="6" creationId="{23C264E4-603C-46DA-B0AD-49DA18B96D2F}"/>
          </ac:spMkLst>
        </pc:spChg>
        <pc:spChg chg="add mod">
          <ac:chgData name="Mat Gallehawk" userId="S::mathew_gallehawk@gjames.com.au::93dd6677-ad92-4f4d-8ebe-555150310a93" providerId="AD" clId="Web-{BCCB1E65-A145-4883-B292-83F6661B5C59}" dt="2022-10-13T00:20:04.785" v="85" actId="20577"/>
          <ac:spMkLst>
            <pc:docMk/>
            <pc:sldMk cId="991768596" sldId="312"/>
            <ac:spMk id="8" creationId="{4E65BF4E-1663-830C-270E-3BB1CFB44D40}"/>
          </ac:spMkLst>
        </pc:spChg>
        <pc:spChg chg="del">
          <ac:chgData name="Mat Gallehawk" userId="S::mathew_gallehawk@gjames.com.au::93dd6677-ad92-4f4d-8ebe-555150310a93" providerId="AD" clId="Web-{BCCB1E65-A145-4883-B292-83F6661B5C59}" dt="2022-10-13T00:19:53.894" v="72"/>
          <ac:spMkLst>
            <pc:docMk/>
            <pc:sldMk cId="991768596" sldId="312"/>
            <ac:spMk id="9" creationId="{79994491-6AC3-451F-A508-31DE0350372E}"/>
          </ac:spMkLst>
        </pc:spChg>
        <pc:spChg chg="del">
          <ac:chgData name="Mat Gallehawk" userId="S::mathew_gallehawk@gjames.com.au::93dd6677-ad92-4f4d-8ebe-555150310a93" providerId="AD" clId="Web-{BCCB1E65-A145-4883-B292-83F6661B5C59}" dt="2022-10-13T00:19:51.160" v="71"/>
          <ac:spMkLst>
            <pc:docMk/>
            <pc:sldMk cId="991768596" sldId="312"/>
            <ac:spMk id="10" creationId="{6CE97A6D-CF1F-44DC-BCBA-D68AE6F14879}"/>
          </ac:spMkLst>
        </pc:spChg>
        <pc:spChg chg="del">
          <ac:chgData name="Mat Gallehawk" userId="S::mathew_gallehawk@gjames.com.au::93dd6677-ad92-4f4d-8ebe-555150310a93" providerId="AD" clId="Web-{BCCB1E65-A145-4883-B292-83F6661B5C59}" dt="2022-10-13T00:19:51.160" v="70"/>
          <ac:spMkLst>
            <pc:docMk/>
            <pc:sldMk cId="991768596" sldId="312"/>
            <ac:spMk id="11" creationId="{37CF41D9-E981-486F-B61D-CCCD48CB5B04}"/>
          </ac:spMkLst>
        </pc:spChg>
        <pc:spChg chg="del">
          <ac:chgData name="Mat Gallehawk" userId="S::mathew_gallehawk@gjames.com.au::93dd6677-ad92-4f4d-8ebe-555150310a93" providerId="AD" clId="Web-{BCCB1E65-A145-4883-B292-83F6661B5C59}" dt="2022-10-13T00:19:51.160" v="69"/>
          <ac:spMkLst>
            <pc:docMk/>
            <pc:sldMk cId="991768596" sldId="312"/>
            <ac:spMk id="12" creationId="{9B40E896-3979-404F-9805-0B2BF3CF4ED8}"/>
          </ac:spMkLst>
        </pc:spChg>
        <pc:spChg chg="del">
          <ac:chgData name="Mat Gallehawk" userId="S::mathew_gallehawk@gjames.com.au::93dd6677-ad92-4f4d-8ebe-555150310a93" providerId="AD" clId="Web-{BCCB1E65-A145-4883-B292-83F6661B5C59}" dt="2022-10-13T00:19:51.160" v="67"/>
          <ac:spMkLst>
            <pc:docMk/>
            <pc:sldMk cId="991768596" sldId="312"/>
            <ac:spMk id="13" creationId="{05743933-5A7A-4C82-8014-FBBE6728D0B1}"/>
          </ac:spMkLst>
        </pc:spChg>
        <pc:spChg chg="del">
          <ac:chgData name="Mat Gallehawk" userId="S::mathew_gallehawk@gjames.com.au::93dd6677-ad92-4f4d-8ebe-555150310a93" providerId="AD" clId="Web-{BCCB1E65-A145-4883-B292-83F6661B5C59}" dt="2022-10-13T00:19:51.144" v="66"/>
          <ac:spMkLst>
            <pc:docMk/>
            <pc:sldMk cId="991768596" sldId="312"/>
            <ac:spMk id="14" creationId="{50055C4A-D13C-4056-BD10-092430B1C213}"/>
          </ac:spMkLst>
        </pc:spChg>
        <pc:spChg chg="del mod">
          <ac:chgData name="Mat Gallehawk" userId="S::mathew_gallehawk@gjames.com.au::93dd6677-ad92-4f4d-8ebe-555150310a93" providerId="AD" clId="Web-{BCCB1E65-A145-4883-B292-83F6661B5C59}" dt="2022-10-13T00:34:34.979" v="172"/>
          <ac:spMkLst>
            <pc:docMk/>
            <pc:sldMk cId="991768596" sldId="312"/>
            <ac:spMk id="16" creationId="{EE4B02BA-D2F6-8C0B-3BA0-053135ABE2A6}"/>
          </ac:spMkLst>
        </pc:spChg>
        <pc:spChg chg="add mod">
          <ac:chgData name="Mat Gallehawk" userId="S::mathew_gallehawk@gjames.com.au::93dd6677-ad92-4f4d-8ebe-555150310a93" providerId="AD" clId="Web-{BCCB1E65-A145-4883-B292-83F6661B5C59}" dt="2022-10-13T00:20:14.410" v="88" actId="20577"/>
          <ac:spMkLst>
            <pc:docMk/>
            <pc:sldMk cId="991768596" sldId="312"/>
            <ac:spMk id="17" creationId="{E475DD2A-1FF5-5554-7622-F120D8867357}"/>
          </ac:spMkLst>
        </pc:spChg>
        <pc:spChg chg="add">
          <ac:chgData name="Mat Gallehawk" userId="S::mathew_gallehawk@gjames.com.au::93dd6677-ad92-4f4d-8ebe-555150310a93" providerId="AD" clId="Web-{BCCB1E65-A145-4883-B292-83F6661B5C59}" dt="2022-10-13T00:19:54.457" v="76"/>
          <ac:spMkLst>
            <pc:docMk/>
            <pc:sldMk cId="991768596" sldId="312"/>
            <ac:spMk id="19" creationId="{9836D14A-0693-1D42-611D-592243E5F96F}"/>
          </ac:spMkLst>
        </pc:spChg>
        <pc:spChg chg="add">
          <ac:chgData name="Mat Gallehawk" userId="S::mathew_gallehawk@gjames.com.au::93dd6677-ad92-4f4d-8ebe-555150310a93" providerId="AD" clId="Web-{BCCB1E65-A145-4883-B292-83F6661B5C59}" dt="2022-10-13T00:19:54.488" v="77"/>
          <ac:spMkLst>
            <pc:docMk/>
            <pc:sldMk cId="991768596" sldId="312"/>
            <ac:spMk id="21" creationId="{012C356A-333A-3C80-14CB-BA84C537FD8F}"/>
          </ac:spMkLst>
        </pc:spChg>
        <pc:spChg chg="add">
          <ac:chgData name="Mat Gallehawk" userId="S::mathew_gallehawk@gjames.com.au::93dd6677-ad92-4f4d-8ebe-555150310a93" providerId="AD" clId="Web-{BCCB1E65-A145-4883-B292-83F6661B5C59}" dt="2022-10-13T00:19:54.535" v="78"/>
          <ac:spMkLst>
            <pc:docMk/>
            <pc:sldMk cId="991768596" sldId="312"/>
            <ac:spMk id="23" creationId="{437B9E11-06AA-8182-07AC-E72544C9E773}"/>
          </ac:spMkLst>
        </pc:spChg>
        <pc:spChg chg="add">
          <ac:chgData name="Mat Gallehawk" userId="S::mathew_gallehawk@gjames.com.au::93dd6677-ad92-4f4d-8ebe-555150310a93" providerId="AD" clId="Web-{BCCB1E65-A145-4883-B292-83F6661B5C59}" dt="2022-10-13T00:19:54.551" v="79"/>
          <ac:spMkLst>
            <pc:docMk/>
            <pc:sldMk cId="991768596" sldId="312"/>
            <ac:spMk id="25" creationId="{8D3D4ECD-1151-E1C5-AD43-D7DFFD32986D}"/>
          </ac:spMkLst>
        </pc:spChg>
        <pc:spChg chg="add">
          <ac:chgData name="Mat Gallehawk" userId="S::mathew_gallehawk@gjames.com.au::93dd6677-ad92-4f4d-8ebe-555150310a93" providerId="AD" clId="Web-{BCCB1E65-A145-4883-B292-83F6661B5C59}" dt="2022-10-13T00:19:54.582" v="80"/>
          <ac:spMkLst>
            <pc:docMk/>
            <pc:sldMk cId="991768596" sldId="312"/>
            <ac:spMk id="27" creationId="{1C13A2AA-C697-5C0A-CFD7-9E2FA0A1C172}"/>
          </ac:spMkLst>
        </pc:spChg>
        <pc:spChg chg="add">
          <ac:chgData name="Mat Gallehawk" userId="S::mathew_gallehawk@gjames.com.au::93dd6677-ad92-4f4d-8ebe-555150310a93" providerId="AD" clId="Web-{BCCB1E65-A145-4883-B292-83F6661B5C59}" dt="2022-10-13T00:19:54.613" v="81"/>
          <ac:spMkLst>
            <pc:docMk/>
            <pc:sldMk cId="991768596" sldId="312"/>
            <ac:spMk id="29" creationId="{AE9ABB0E-DDE5-D68D-F991-07772455285C}"/>
          </ac:spMkLst>
        </pc:spChg>
        <pc:spChg chg="add">
          <ac:chgData name="Mat Gallehawk" userId="S::mathew_gallehawk@gjames.com.au::93dd6677-ad92-4f4d-8ebe-555150310a93" providerId="AD" clId="Web-{BCCB1E65-A145-4883-B292-83F6661B5C59}" dt="2022-10-13T00:19:54.660" v="82"/>
          <ac:spMkLst>
            <pc:docMk/>
            <pc:sldMk cId="991768596" sldId="312"/>
            <ac:spMk id="31" creationId="{61FB9DD4-9E26-4D11-7A66-A8984ED00910}"/>
          </ac:spMkLst>
        </pc:spChg>
        <pc:spChg chg="add">
          <ac:chgData name="Mat Gallehawk" userId="S::mathew_gallehawk@gjames.com.au::93dd6677-ad92-4f4d-8ebe-555150310a93" providerId="AD" clId="Web-{BCCB1E65-A145-4883-B292-83F6661B5C59}" dt="2022-10-13T00:19:54.691" v="83"/>
          <ac:spMkLst>
            <pc:docMk/>
            <pc:sldMk cId="991768596" sldId="312"/>
            <ac:spMk id="33" creationId="{DBCD009C-E307-3DF3-CF60-935138D368C7}"/>
          </ac:spMkLst>
        </pc:spChg>
        <pc:spChg chg="add">
          <ac:chgData name="Mat Gallehawk" userId="S::mathew_gallehawk@gjames.com.au::93dd6677-ad92-4f4d-8ebe-555150310a93" providerId="AD" clId="Web-{BCCB1E65-A145-4883-B292-83F6661B5C59}" dt="2022-10-13T00:34:35.745" v="173"/>
          <ac:spMkLst>
            <pc:docMk/>
            <pc:sldMk cId="991768596" sldId="312"/>
            <ac:spMk id="35" creationId="{8C84C605-D816-05F3-3697-7E339B199725}"/>
          </ac:spMkLst>
        </pc:spChg>
      </pc:sldChg>
      <pc:sldChg chg="addSp delSp modSp">
        <pc:chgData name="Mat Gallehawk" userId="S::mathew_gallehawk@gjames.com.au::93dd6677-ad92-4f4d-8ebe-555150310a93" providerId="AD" clId="Web-{BCCB1E65-A145-4883-B292-83F6661B5C59}" dt="2022-10-13T00:23:13.852" v="111" actId="20577"/>
        <pc:sldMkLst>
          <pc:docMk/>
          <pc:sldMk cId="3152809585" sldId="313"/>
        </pc:sldMkLst>
        <pc:spChg chg="mod">
          <ac:chgData name="Mat Gallehawk" userId="S::mathew_gallehawk@gjames.com.au::93dd6677-ad92-4f4d-8ebe-555150310a93" providerId="AD" clId="Web-{BCCB1E65-A145-4883-B292-83F6661B5C59}" dt="2022-10-13T00:21:57.647" v="105" actId="20577"/>
          <ac:spMkLst>
            <pc:docMk/>
            <pc:sldMk cId="3152809585" sldId="313"/>
            <ac:spMk id="3" creationId="{D7B837D7-EA76-4DCE-A319-CA73C9382C6C}"/>
          </ac:spMkLst>
        </pc:spChg>
        <pc:spChg chg="del">
          <ac:chgData name="Mat Gallehawk" userId="S::mathew_gallehawk@gjames.com.au::93dd6677-ad92-4f4d-8ebe-555150310a93" providerId="AD" clId="Web-{BCCB1E65-A145-4883-B292-83F6661B5C59}" dt="2022-10-13T00:23:02.008" v="106"/>
          <ac:spMkLst>
            <pc:docMk/>
            <pc:sldMk cId="3152809585" sldId="313"/>
            <ac:spMk id="4" creationId="{B6641D24-1BCE-4977-9CF0-8EDE3255B9C8}"/>
          </ac:spMkLst>
        </pc:spChg>
        <pc:spChg chg="add mod">
          <ac:chgData name="Mat Gallehawk" userId="S::mathew_gallehawk@gjames.com.au::93dd6677-ad92-4f4d-8ebe-555150310a93" providerId="AD" clId="Web-{BCCB1E65-A145-4883-B292-83F6661B5C59}" dt="2022-10-13T00:23:13.852" v="111" actId="20577"/>
          <ac:spMkLst>
            <pc:docMk/>
            <pc:sldMk cId="3152809585" sldId="313"/>
            <ac:spMk id="5" creationId="{50F94588-C705-B491-BF78-59809F3C35DA}"/>
          </ac:spMkLst>
        </pc:spChg>
      </pc:sldChg>
      <pc:sldChg chg="modSp">
        <pc:chgData name="Mat Gallehawk" userId="S::mathew_gallehawk@gjames.com.au::93dd6677-ad92-4f4d-8ebe-555150310a93" providerId="AD" clId="Web-{BCCB1E65-A145-4883-B292-83F6661B5C59}" dt="2022-10-13T00:32:57.461" v="167" actId="20577"/>
        <pc:sldMkLst>
          <pc:docMk/>
          <pc:sldMk cId="864889402" sldId="315"/>
        </pc:sldMkLst>
        <pc:spChg chg="mod">
          <ac:chgData name="Mat Gallehawk" userId="S::mathew_gallehawk@gjames.com.au::93dd6677-ad92-4f4d-8ebe-555150310a93" providerId="AD" clId="Web-{BCCB1E65-A145-4883-B292-83F6661B5C59}" dt="2022-10-13T00:26:38.312" v="145" actId="20577"/>
          <ac:spMkLst>
            <pc:docMk/>
            <pc:sldMk cId="864889402" sldId="315"/>
            <ac:spMk id="2" creationId="{00000000-0000-0000-0000-000000000000}"/>
          </ac:spMkLst>
        </pc:spChg>
        <pc:spChg chg="mod">
          <ac:chgData name="Mat Gallehawk" userId="S::mathew_gallehawk@gjames.com.au::93dd6677-ad92-4f4d-8ebe-555150310a93" providerId="AD" clId="Web-{BCCB1E65-A145-4883-B292-83F6661B5C59}" dt="2022-10-13T00:32:57.461" v="167" actId="20577"/>
          <ac:spMkLst>
            <pc:docMk/>
            <pc:sldMk cId="864889402" sldId="315"/>
            <ac:spMk id="3" creationId="{00000000-0000-0000-0000-000000000000}"/>
          </ac:spMkLst>
        </pc:spChg>
      </pc:sldChg>
      <pc:sldChg chg="addSp delSp modSp">
        <pc:chgData name="Mat Gallehawk" userId="S::mathew_gallehawk@gjames.com.au::93dd6677-ad92-4f4d-8ebe-555150310a93" providerId="AD" clId="Web-{BCCB1E65-A145-4883-B292-83F6661B5C59}" dt="2022-10-13T00:35:26.590" v="204" actId="20577"/>
        <pc:sldMkLst>
          <pc:docMk/>
          <pc:sldMk cId="1955995688" sldId="316"/>
        </pc:sldMkLst>
        <pc:spChg chg="mod">
          <ac:chgData name="Mat Gallehawk" userId="S::mathew_gallehawk@gjames.com.au::93dd6677-ad92-4f4d-8ebe-555150310a93" providerId="AD" clId="Web-{BCCB1E65-A145-4883-B292-83F6661B5C59}" dt="2022-10-13T00:35:26.590" v="204" actId="20577"/>
          <ac:spMkLst>
            <pc:docMk/>
            <pc:sldMk cId="1955995688" sldId="316"/>
            <ac:spMk id="3" creationId="{E412A0F2-9C53-4B4C-9047-008D5D9FFC77}"/>
          </ac:spMkLst>
        </pc:spChg>
        <pc:spChg chg="add">
          <ac:chgData name="Mat Gallehawk" userId="S::mathew_gallehawk@gjames.com.au::93dd6677-ad92-4f4d-8ebe-555150310a93" providerId="AD" clId="Web-{BCCB1E65-A145-4883-B292-83F6661B5C59}" dt="2022-10-13T00:34:52.808" v="182"/>
          <ac:spMkLst>
            <pc:docMk/>
            <pc:sldMk cId="1955995688" sldId="316"/>
            <ac:spMk id="5" creationId="{DF8753BE-BE91-C8E2-BB44-B0CA5605D846}"/>
          </ac:spMkLst>
        </pc:spChg>
        <pc:spChg chg="del">
          <ac:chgData name="Mat Gallehawk" userId="S::mathew_gallehawk@gjames.com.au::93dd6677-ad92-4f4d-8ebe-555150310a93" providerId="AD" clId="Web-{BCCB1E65-A145-4883-B292-83F6661B5C59}" dt="2022-10-13T00:34:51.745" v="177"/>
          <ac:spMkLst>
            <pc:docMk/>
            <pc:sldMk cId="1955995688" sldId="316"/>
            <ac:spMk id="6" creationId="{23C264E4-603C-46DA-B0AD-49DA18B96D2F}"/>
          </ac:spMkLst>
        </pc:spChg>
        <pc:spChg chg="add mod">
          <ac:chgData name="Mat Gallehawk" userId="S::mathew_gallehawk@gjames.com.au::93dd6677-ad92-4f4d-8ebe-555150310a93" providerId="AD" clId="Web-{BCCB1E65-A145-4883-B292-83F6661B5C59}" dt="2022-10-13T00:35:10.277" v="201" actId="20577"/>
          <ac:spMkLst>
            <pc:docMk/>
            <pc:sldMk cId="1955995688" sldId="316"/>
            <ac:spMk id="8" creationId="{5D48C80A-8A9C-FC11-9389-82387CC45D82}"/>
          </ac:spMkLst>
        </pc:spChg>
        <pc:spChg chg="del">
          <ac:chgData name="Mat Gallehawk" userId="S::mathew_gallehawk@gjames.com.au::93dd6677-ad92-4f4d-8ebe-555150310a93" providerId="AD" clId="Web-{BCCB1E65-A145-4883-B292-83F6661B5C59}" dt="2022-10-13T00:34:51.745" v="181"/>
          <ac:spMkLst>
            <pc:docMk/>
            <pc:sldMk cId="1955995688" sldId="316"/>
            <ac:spMk id="9" creationId="{79994491-6AC3-451F-A508-31DE0350372E}"/>
          </ac:spMkLst>
        </pc:spChg>
        <pc:spChg chg="del">
          <ac:chgData name="Mat Gallehawk" userId="S::mathew_gallehawk@gjames.com.au::93dd6677-ad92-4f4d-8ebe-555150310a93" providerId="AD" clId="Web-{BCCB1E65-A145-4883-B292-83F6661B5C59}" dt="2022-10-13T00:34:51.745" v="180"/>
          <ac:spMkLst>
            <pc:docMk/>
            <pc:sldMk cId="1955995688" sldId="316"/>
            <ac:spMk id="10" creationId="{6CE97A6D-CF1F-44DC-BCBA-D68AE6F14879}"/>
          </ac:spMkLst>
        </pc:spChg>
        <pc:spChg chg="del">
          <ac:chgData name="Mat Gallehawk" userId="S::mathew_gallehawk@gjames.com.au::93dd6677-ad92-4f4d-8ebe-555150310a93" providerId="AD" clId="Web-{BCCB1E65-A145-4883-B292-83F6661B5C59}" dt="2022-10-13T00:34:51.745" v="179"/>
          <ac:spMkLst>
            <pc:docMk/>
            <pc:sldMk cId="1955995688" sldId="316"/>
            <ac:spMk id="11" creationId="{37CF41D9-E981-486F-B61D-CCCD48CB5B04}"/>
          </ac:spMkLst>
        </pc:spChg>
        <pc:spChg chg="del">
          <ac:chgData name="Mat Gallehawk" userId="S::mathew_gallehawk@gjames.com.au::93dd6677-ad92-4f4d-8ebe-555150310a93" providerId="AD" clId="Web-{BCCB1E65-A145-4883-B292-83F6661B5C59}" dt="2022-10-13T00:34:51.745" v="178"/>
          <ac:spMkLst>
            <pc:docMk/>
            <pc:sldMk cId="1955995688" sldId="316"/>
            <ac:spMk id="12" creationId="{9B40E896-3979-404F-9805-0B2BF3CF4ED8}"/>
          </ac:spMkLst>
        </pc:spChg>
        <pc:spChg chg="del">
          <ac:chgData name="Mat Gallehawk" userId="S::mathew_gallehawk@gjames.com.au::93dd6677-ad92-4f4d-8ebe-555150310a93" providerId="AD" clId="Web-{BCCB1E65-A145-4883-B292-83F6661B5C59}" dt="2022-10-13T00:34:51.729" v="176"/>
          <ac:spMkLst>
            <pc:docMk/>
            <pc:sldMk cId="1955995688" sldId="316"/>
            <ac:spMk id="13" creationId="{05743933-5A7A-4C82-8014-FBBE6728D0B1}"/>
          </ac:spMkLst>
        </pc:spChg>
        <pc:spChg chg="del">
          <ac:chgData name="Mat Gallehawk" userId="S::mathew_gallehawk@gjames.com.au::93dd6677-ad92-4f4d-8ebe-555150310a93" providerId="AD" clId="Web-{BCCB1E65-A145-4883-B292-83F6661B5C59}" dt="2022-10-13T00:34:51.729" v="175"/>
          <ac:spMkLst>
            <pc:docMk/>
            <pc:sldMk cId="1955995688" sldId="316"/>
            <ac:spMk id="14" creationId="{50055C4A-D13C-4056-BD10-092430B1C213}"/>
          </ac:spMkLst>
        </pc:spChg>
        <pc:spChg chg="del">
          <ac:chgData name="Mat Gallehawk" userId="S::mathew_gallehawk@gjames.com.au::93dd6677-ad92-4f4d-8ebe-555150310a93" providerId="AD" clId="Web-{BCCB1E65-A145-4883-B292-83F6661B5C59}" dt="2022-10-13T00:34:51.729" v="174"/>
          <ac:spMkLst>
            <pc:docMk/>
            <pc:sldMk cId="1955995688" sldId="316"/>
            <ac:spMk id="15" creationId="{04C46337-4239-4616-927D-022E4784226F}"/>
          </ac:spMkLst>
        </pc:spChg>
        <pc:spChg chg="add mod">
          <ac:chgData name="Mat Gallehawk" userId="S::mathew_gallehawk@gjames.com.au::93dd6677-ad92-4f4d-8ebe-555150310a93" providerId="AD" clId="Web-{BCCB1E65-A145-4883-B292-83F6661B5C59}" dt="2022-10-13T00:35:13.324" v="203" actId="20577"/>
          <ac:spMkLst>
            <pc:docMk/>
            <pc:sldMk cId="1955995688" sldId="316"/>
            <ac:spMk id="17" creationId="{6218940B-3970-67A2-090E-55A2E59FF016}"/>
          </ac:spMkLst>
        </pc:spChg>
        <pc:spChg chg="add">
          <ac:chgData name="Mat Gallehawk" userId="S::mathew_gallehawk@gjames.com.au::93dd6677-ad92-4f4d-8ebe-555150310a93" providerId="AD" clId="Web-{BCCB1E65-A145-4883-B292-83F6661B5C59}" dt="2022-10-13T00:34:52.870" v="185"/>
          <ac:spMkLst>
            <pc:docMk/>
            <pc:sldMk cId="1955995688" sldId="316"/>
            <ac:spMk id="19" creationId="{11F239D6-BA8E-3796-DA65-23FAA4E3154E}"/>
          </ac:spMkLst>
        </pc:spChg>
        <pc:spChg chg="add">
          <ac:chgData name="Mat Gallehawk" userId="S::mathew_gallehawk@gjames.com.au::93dd6677-ad92-4f4d-8ebe-555150310a93" providerId="AD" clId="Web-{BCCB1E65-A145-4883-B292-83F6661B5C59}" dt="2022-10-13T00:34:52.886" v="186"/>
          <ac:spMkLst>
            <pc:docMk/>
            <pc:sldMk cId="1955995688" sldId="316"/>
            <ac:spMk id="21" creationId="{F18CB8A8-17D9-8B01-4C32-3D19B1C5A70F}"/>
          </ac:spMkLst>
        </pc:spChg>
        <pc:spChg chg="add">
          <ac:chgData name="Mat Gallehawk" userId="S::mathew_gallehawk@gjames.com.au::93dd6677-ad92-4f4d-8ebe-555150310a93" providerId="AD" clId="Web-{BCCB1E65-A145-4883-B292-83F6661B5C59}" dt="2022-10-13T00:34:52.901" v="187"/>
          <ac:spMkLst>
            <pc:docMk/>
            <pc:sldMk cId="1955995688" sldId="316"/>
            <ac:spMk id="23" creationId="{A4B98F02-5563-9F33-D3CA-DB135E2C8DA5}"/>
          </ac:spMkLst>
        </pc:spChg>
        <pc:spChg chg="add">
          <ac:chgData name="Mat Gallehawk" userId="S::mathew_gallehawk@gjames.com.au::93dd6677-ad92-4f4d-8ebe-555150310a93" providerId="AD" clId="Web-{BCCB1E65-A145-4883-B292-83F6661B5C59}" dt="2022-10-13T00:34:52.917" v="188"/>
          <ac:spMkLst>
            <pc:docMk/>
            <pc:sldMk cId="1955995688" sldId="316"/>
            <ac:spMk id="25" creationId="{17664D07-069A-54FA-D49B-C022382F931E}"/>
          </ac:spMkLst>
        </pc:spChg>
        <pc:spChg chg="add">
          <ac:chgData name="Mat Gallehawk" userId="S::mathew_gallehawk@gjames.com.au::93dd6677-ad92-4f4d-8ebe-555150310a93" providerId="AD" clId="Web-{BCCB1E65-A145-4883-B292-83F6661B5C59}" dt="2022-10-13T00:34:52.933" v="189"/>
          <ac:spMkLst>
            <pc:docMk/>
            <pc:sldMk cId="1955995688" sldId="316"/>
            <ac:spMk id="27" creationId="{CC01BAA5-1C1D-C416-7024-DD35EE5BA775}"/>
          </ac:spMkLst>
        </pc:spChg>
        <pc:spChg chg="add">
          <ac:chgData name="Mat Gallehawk" userId="S::mathew_gallehawk@gjames.com.au::93dd6677-ad92-4f4d-8ebe-555150310a93" providerId="AD" clId="Web-{BCCB1E65-A145-4883-B292-83F6661B5C59}" dt="2022-10-13T00:34:52.948" v="190"/>
          <ac:spMkLst>
            <pc:docMk/>
            <pc:sldMk cId="1955995688" sldId="316"/>
            <ac:spMk id="29" creationId="{C864CD57-A928-2A39-89EE-47825FA6DE1F}"/>
          </ac:spMkLst>
        </pc:spChg>
        <pc:spChg chg="add">
          <ac:chgData name="Mat Gallehawk" userId="S::mathew_gallehawk@gjames.com.au::93dd6677-ad92-4f4d-8ebe-555150310a93" providerId="AD" clId="Web-{BCCB1E65-A145-4883-B292-83F6661B5C59}" dt="2022-10-13T00:34:52.964" v="191"/>
          <ac:spMkLst>
            <pc:docMk/>
            <pc:sldMk cId="1955995688" sldId="316"/>
            <ac:spMk id="31" creationId="{DF26B839-032A-D4DB-81EE-85757D47299B}"/>
          </ac:spMkLst>
        </pc:spChg>
        <pc:spChg chg="add">
          <ac:chgData name="Mat Gallehawk" userId="S::mathew_gallehawk@gjames.com.au::93dd6677-ad92-4f4d-8ebe-555150310a93" providerId="AD" clId="Web-{BCCB1E65-A145-4883-B292-83F6661B5C59}" dt="2022-10-13T00:34:52.979" v="192"/>
          <ac:spMkLst>
            <pc:docMk/>
            <pc:sldMk cId="1955995688" sldId="316"/>
            <ac:spMk id="33" creationId="{9A37D73D-B89F-F145-4DBF-60037B95176C}"/>
          </ac:spMkLst>
        </pc:spChg>
        <pc:spChg chg="add">
          <ac:chgData name="Mat Gallehawk" userId="S::mathew_gallehawk@gjames.com.au::93dd6677-ad92-4f4d-8ebe-555150310a93" providerId="AD" clId="Web-{BCCB1E65-A145-4883-B292-83F6661B5C59}" dt="2022-10-13T00:34:53.042" v="193"/>
          <ac:spMkLst>
            <pc:docMk/>
            <pc:sldMk cId="1955995688" sldId="316"/>
            <ac:spMk id="35" creationId="{FAD3D517-F03D-1712-4F9D-BFC76369E810}"/>
          </ac:spMkLst>
        </pc:spChg>
      </pc:sldChg>
      <pc:sldChg chg="modSp">
        <pc:chgData name="Mat Gallehawk" userId="S::mathew_gallehawk@gjames.com.au::93dd6677-ad92-4f4d-8ebe-555150310a93" providerId="AD" clId="Web-{BCCB1E65-A145-4883-B292-83F6661B5C59}" dt="2022-10-13T00:36:34.451" v="208" actId="20577"/>
        <pc:sldMkLst>
          <pc:docMk/>
          <pc:sldMk cId="2984330994" sldId="317"/>
        </pc:sldMkLst>
        <pc:spChg chg="mod">
          <ac:chgData name="Mat Gallehawk" userId="S::mathew_gallehawk@gjames.com.au::93dd6677-ad92-4f4d-8ebe-555150310a93" providerId="AD" clId="Web-{BCCB1E65-A145-4883-B292-83F6661B5C59}" dt="2022-10-13T00:36:29.154" v="206" actId="20577"/>
          <ac:spMkLst>
            <pc:docMk/>
            <pc:sldMk cId="2984330994" sldId="317"/>
            <ac:spMk id="3" creationId="{D7B837D7-EA76-4DCE-A319-CA73C9382C6C}"/>
          </ac:spMkLst>
        </pc:spChg>
        <pc:spChg chg="mod">
          <ac:chgData name="Mat Gallehawk" userId="S::mathew_gallehawk@gjames.com.au::93dd6677-ad92-4f4d-8ebe-555150310a93" providerId="AD" clId="Web-{BCCB1E65-A145-4883-B292-83F6661B5C59}" dt="2022-10-13T00:36:34.451" v="208" actId="20577"/>
          <ac:spMkLst>
            <pc:docMk/>
            <pc:sldMk cId="2984330994" sldId="317"/>
            <ac:spMk id="4" creationId="{B6641D24-1BCE-4977-9CF0-8EDE3255B9C8}"/>
          </ac:spMkLst>
        </pc:spChg>
      </pc:sldChg>
      <pc:sldChg chg="modSp add ord replId">
        <pc:chgData name="Mat Gallehawk" userId="S::mathew_gallehawk@gjames.com.au::93dd6677-ad92-4f4d-8ebe-555150310a93" providerId="AD" clId="Web-{BCCB1E65-A145-4883-B292-83F6661B5C59}" dt="2022-10-13T00:26:16.170" v="142" actId="20577"/>
        <pc:sldMkLst>
          <pc:docMk/>
          <pc:sldMk cId="1176781208" sldId="318"/>
        </pc:sldMkLst>
        <pc:spChg chg="mod">
          <ac:chgData name="Mat Gallehawk" userId="S::mathew_gallehawk@gjames.com.au::93dd6677-ad92-4f4d-8ebe-555150310a93" providerId="AD" clId="Web-{BCCB1E65-A145-4883-B292-83F6661B5C59}" dt="2022-10-13T00:26:08.622" v="140" actId="20577"/>
          <ac:spMkLst>
            <pc:docMk/>
            <pc:sldMk cId="1176781208" sldId="318"/>
            <ac:spMk id="2" creationId="{00000000-0000-0000-0000-000000000000}"/>
          </ac:spMkLst>
        </pc:spChg>
        <pc:spChg chg="mod">
          <ac:chgData name="Mat Gallehawk" userId="S::mathew_gallehawk@gjames.com.au::93dd6677-ad92-4f4d-8ebe-555150310a93" providerId="AD" clId="Web-{BCCB1E65-A145-4883-B292-83F6661B5C59}" dt="2022-10-13T00:26:16.170" v="142" actId="20577"/>
          <ac:spMkLst>
            <pc:docMk/>
            <pc:sldMk cId="1176781208" sldId="318"/>
            <ac:spMk id="3" creationId="{00000000-0000-0000-0000-000000000000}"/>
          </ac:spMkLst>
        </pc:spChg>
      </pc:sldChg>
      <pc:sldChg chg="modSp add del">
        <pc:chgData name="Mat Gallehawk" userId="S::mathew_gallehawk@gjames.com.au::93dd6677-ad92-4f4d-8ebe-555150310a93" providerId="AD" clId="Web-{BCCB1E65-A145-4883-B292-83F6661B5C59}" dt="2022-10-13T00:25:39.481" v="127"/>
        <pc:sldMkLst>
          <pc:docMk/>
          <pc:sldMk cId="1785570828" sldId="318"/>
        </pc:sldMkLst>
        <pc:spChg chg="mod">
          <ac:chgData name="Mat Gallehawk" userId="S::mathew_gallehawk@gjames.com.au::93dd6677-ad92-4f4d-8ebe-555150310a93" providerId="AD" clId="Web-{BCCB1E65-A145-4883-B292-83F6661B5C59}" dt="2022-10-13T00:24:50.324" v="124" actId="20577"/>
          <ac:spMkLst>
            <pc:docMk/>
            <pc:sldMk cId="1785570828" sldId="318"/>
            <ac:spMk id="3" creationId="{00000000-0000-0000-0000-000000000000}"/>
          </ac:spMkLst>
        </pc:spChg>
      </pc:sldChg>
    </pc:docChg>
  </pc:docChgLst>
  <pc:docChgLst>
    <pc:chgData name="Bruce Absolom" userId="808d7019-8e88-44db-97ed-d1a624fa3c95" providerId="ADAL" clId="{41359B68-B7C9-40A5-AD84-D4DCA01C7833}"/>
    <pc:docChg chg="undo custSel modSld">
      <pc:chgData name="Bruce Absolom" userId="808d7019-8e88-44db-97ed-d1a624fa3c95" providerId="ADAL" clId="{41359B68-B7C9-40A5-AD84-D4DCA01C7833}" dt="2022-10-17T22:20:34.910" v="57"/>
      <pc:docMkLst>
        <pc:docMk/>
      </pc:docMkLst>
      <pc:sldChg chg="modCm">
        <pc:chgData name="Bruce Absolom" userId="808d7019-8e88-44db-97ed-d1a624fa3c95" providerId="ADAL" clId="{41359B68-B7C9-40A5-AD84-D4DCA01C7833}" dt="2022-10-17T22:09:47.031" v="1"/>
        <pc:sldMkLst>
          <pc:docMk/>
          <pc:sldMk cId="0" sldId="288"/>
        </pc:sldMkLst>
      </pc:sldChg>
      <pc:sldChg chg="modSp mod">
        <pc:chgData name="Bruce Absolom" userId="808d7019-8e88-44db-97ed-d1a624fa3c95" providerId="ADAL" clId="{41359B68-B7C9-40A5-AD84-D4DCA01C7833}" dt="2022-10-17T22:10:17.578" v="8" actId="6549"/>
        <pc:sldMkLst>
          <pc:docMk/>
          <pc:sldMk cId="498560464" sldId="297"/>
        </pc:sldMkLst>
        <pc:spChg chg="mod">
          <ac:chgData name="Bruce Absolom" userId="808d7019-8e88-44db-97ed-d1a624fa3c95" providerId="ADAL" clId="{41359B68-B7C9-40A5-AD84-D4DCA01C7833}" dt="2022-10-17T22:10:17.578" v="8" actId="6549"/>
          <ac:spMkLst>
            <pc:docMk/>
            <pc:sldMk cId="498560464" sldId="297"/>
            <ac:spMk id="3" creationId="{00000000-0000-0000-0000-000000000000}"/>
          </ac:spMkLst>
        </pc:spChg>
      </pc:sldChg>
      <pc:sldChg chg="modSp mod">
        <pc:chgData name="Bruce Absolom" userId="808d7019-8e88-44db-97ed-d1a624fa3c95" providerId="ADAL" clId="{41359B68-B7C9-40A5-AD84-D4DCA01C7833}" dt="2022-10-17T22:11:49.244" v="20" actId="20577"/>
        <pc:sldMkLst>
          <pc:docMk/>
          <pc:sldMk cId="3065177915" sldId="298"/>
        </pc:sldMkLst>
        <pc:spChg chg="mod">
          <ac:chgData name="Bruce Absolom" userId="808d7019-8e88-44db-97ed-d1a624fa3c95" providerId="ADAL" clId="{41359B68-B7C9-40A5-AD84-D4DCA01C7833}" dt="2022-10-17T22:11:49.244" v="20" actId="20577"/>
          <ac:spMkLst>
            <pc:docMk/>
            <pc:sldMk cId="3065177915" sldId="298"/>
            <ac:spMk id="6" creationId="{BAD9F871-7840-45CF-8899-D82D1C6D3998}"/>
          </ac:spMkLst>
        </pc:spChg>
      </pc:sldChg>
      <pc:sldChg chg="addCm">
        <pc:chgData name="Bruce Absolom" userId="808d7019-8e88-44db-97ed-d1a624fa3c95" providerId="ADAL" clId="{41359B68-B7C9-40A5-AD84-D4DCA01C7833}" dt="2022-10-17T22:15:55.996" v="21"/>
        <pc:sldMkLst>
          <pc:docMk/>
          <pc:sldMk cId="3152809585" sldId="313"/>
        </pc:sldMkLst>
      </pc:sldChg>
      <pc:sldChg chg="modSp mod addCm">
        <pc:chgData name="Bruce Absolom" userId="808d7019-8e88-44db-97ed-d1a624fa3c95" providerId="ADAL" clId="{41359B68-B7C9-40A5-AD84-D4DCA01C7833}" dt="2022-10-17T22:20:34.910" v="57"/>
        <pc:sldMkLst>
          <pc:docMk/>
          <pc:sldMk cId="2984330994" sldId="317"/>
        </pc:sldMkLst>
        <pc:spChg chg="mod">
          <ac:chgData name="Bruce Absolom" userId="808d7019-8e88-44db-97ed-d1a624fa3c95" providerId="ADAL" clId="{41359B68-B7C9-40A5-AD84-D4DCA01C7833}" dt="2022-10-17T22:18:52.111" v="56" actId="20577"/>
          <ac:spMkLst>
            <pc:docMk/>
            <pc:sldMk cId="2984330994" sldId="317"/>
            <ac:spMk id="3" creationId="{D7B837D7-EA76-4DCE-A319-CA73C9382C6C}"/>
          </ac:spMkLst>
        </pc:spChg>
      </pc:sldChg>
      <pc:sldChg chg="modSp mod">
        <pc:chgData name="Bruce Absolom" userId="808d7019-8e88-44db-97ed-d1a624fa3c95" providerId="ADAL" clId="{41359B68-B7C9-40A5-AD84-D4DCA01C7833}" dt="2022-10-17T22:05:25.461" v="0" actId="20577"/>
        <pc:sldMkLst>
          <pc:docMk/>
          <pc:sldMk cId="975939828" sldId="393"/>
        </pc:sldMkLst>
        <pc:spChg chg="mod">
          <ac:chgData name="Bruce Absolom" userId="808d7019-8e88-44db-97ed-d1a624fa3c95" providerId="ADAL" clId="{41359B68-B7C9-40A5-AD84-D4DCA01C7833}" dt="2022-10-17T22:05:25.461" v="0" actId="20577"/>
          <ac:spMkLst>
            <pc:docMk/>
            <pc:sldMk cId="975939828" sldId="393"/>
            <ac:spMk id="3" creationId="{E7D7D264-5503-483B-A74D-B37BC9941074}"/>
          </ac:spMkLst>
        </pc:spChg>
      </pc:sldChg>
    </pc:docChg>
  </pc:docChgLst>
  <pc:docChgLst>
    <pc:chgData name="Mat Gallehawk" userId="S::mathew_gallehawk@gjames.com.au::93dd6677-ad92-4f4d-8ebe-555150310a93" providerId="AD" clId="Web-{8ADFED00-5E5C-43D2-BFE2-E9992F0729F1}"/>
    <pc:docChg chg="modSld">
      <pc:chgData name="Mat Gallehawk" userId="S::mathew_gallehawk@gjames.com.au::93dd6677-ad92-4f4d-8ebe-555150310a93" providerId="AD" clId="Web-{8ADFED00-5E5C-43D2-BFE2-E9992F0729F1}" dt="2022-10-11T06:25:29.225" v="48" actId="20577"/>
      <pc:docMkLst>
        <pc:docMk/>
      </pc:docMkLst>
      <pc:sldChg chg="modSp">
        <pc:chgData name="Mat Gallehawk" userId="S::mathew_gallehawk@gjames.com.au::93dd6677-ad92-4f4d-8ebe-555150310a93" providerId="AD" clId="Web-{8ADFED00-5E5C-43D2-BFE2-E9992F0729F1}" dt="2022-10-11T06:14:27.383" v="37" actId="20577"/>
        <pc:sldMkLst>
          <pc:docMk/>
          <pc:sldMk cId="991768596" sldId="312"/>
        </pc:sldMkLst>
        <pc:spChg chg="mod">
          <ac:chgData name="Mat Gallehawk" userId="S::mathew_gallehawk@gjames.com.au::93dd6677-ad92-4f4d-8ebe-555150310a93" providerId="AD" clId="Web-{8ADFED00-5E5C-43D2-BFE2-E9992F0729F1}" dt="2022-10-11T06:14:00.664" v="7" actId="20577"/>
          <ac:spMkLst>
            <pc:docMk/>
            <pc:sldMk cId="991768596" sldId="312"/>
            <ac:spMk id="10" creationId="{6CE97A6D-CF1F-44DC-BCBA-D68AE6F14879}"/>
          </ac:spMkLst>
        </pc:spChg>
        <pc:spChg chg="mod">
          <ac:chgData name="Mat Gallehawk" userId="S::mathew_gallehawk@gjames.com.au::93dd6677-ad92-4f4d-8ebe-555150310a93" providerId="AD" clId="Web-{8ADFED00-5E5C-43D2-BFE2-E9992F0729F1}" dt="2022-10-11T06:14:27.383" v="37" actId="20577"/>
          <ac:spMkLst>
            <pc:docMk/>
            <pc:sldMk cId="991768596" sldId="312"/>
            <ac:spMk id="11" creationId="{37CF41D9-E981-486F-B61D-CCCD48CB5B04}"/>
          </ac:spMkLst>
        </pc:spChg>
        <pc:spChg chg="mod">
          <ac:chgData name="Mat Gallehawk" userId="S::mathew_gallehawk@gjames.com.au::93dd6677-ad92-4f4d-8ebe-555150310a93" providerId="AD" clId="Web-{8ADFED00-5E5C-43D2-BFE2-E9992F0729F1}" dt="2022-10-11T06:13:21.710" v="0" actId="20577"/>
          <ac:spMkLst>
            <pc:docMk/>
            <pc:sldMk cId="991768596" sldId="312"/>
            <ac:spMk id="16" creationId="{EE4B02BA-D2F6-8C0B-3BA0-053135ABE2A6}"/>
          </ac:spMkLst>
        </pc:spChg>
      </pc:sldChg>
      <pc:sldChg chg="modSp">
        <pc:chgData name="Mat Gallehawk" userId="S::mathew_gallehawk@gjames.com.au::93dd6677-ad92-4f4d-8ebe-555150310a93" providerId="AD" clId="Web-{8ADFED00-5E5C-43D2-BFE2-E9992F0729F1}" dt="2022-10-11T06:15:00.993" v="38" actId="20577"/>
        <pc:sldMkLst>
          <pc:docMk/>
          <pc:sldMk cId="3152809585" sldId="313"/>
        </pc:sldMkLst>
        <pc:spChg chg="mod">
          <ac:chgData name="Mat Gallehawk" userId="S::mathew_gallehawk@gjames.com.au::93dd6677-ad92-4f4d-8ebe-555150310a93" providerId="AD" clId="Web-{8ADFED00-5E5C-43D2-BFE2-E9992F0729F1}" dt="2022-10-11T06:15:00.993" v="38" actId="20577"/>
          <ac:spMkLst>
            <pc:docMk/>
            <pc:sldMk cId="3152809585" sldId="313"/>
            <ac:spMk id="3" creationId="{D7B837D7-EA76-4DCE-A319-CA73C9382C6C}"/>
          </ac:spMkLst>
        </pc:spChg>
      </pc:sldChg>
      <pc:sldChg chg="modSp">
        <pc:chgData name="Mat Gallehawk" userId="S::mathew_gallehawk@gjames.com.au::93dd6677-ad92-4f4d-8ebe-555150310a93" providerId="AD" clId="Web-{8ADFED00-5E5C-43D2-BFE2-E9992F0729F1}" dt="2022-10-11T06:25:29.225" v="48" actId="20577"/>
        <pc:sldMkLst>
          <pc:docMk/>
          <pc:sldMk cId="1955995688" sldId="316"/>
        </pc:sldMkLst>
        <pc:spChg chg="mod">
          <ac:chgData name="Mat Gallehawk" userId="S::mathew_gallehawk@gjames.com.au::93dd6677-ad92-4f4d-8ebe-555150310a93" providerId="AD" clId="Web-{8ADFED00-5E5C-43D2-BFE2-E9992F0729F1}" dt="2022-10-11T06:25:29.225" v="48" actId="20577"/>
          <ac:spMkLst>
            <pc:docMk/>
            <pc:sldMk cId="1955995688" sldId="316"/>
            <ac:spMk id="10" creationId="{6CE97A6D-CF1F-44DC-BCBA-D68AE6F14879}"/>
          </ac:spMkLst>
        </pc:spChg>
      </pc:sldChg>
    </pc:docChg>
  </pc:docChgLst>
  <pc:docChgLst>
    <pc:chgData name="Ross Lennox" userId="58d9d5bc-538f-4f95-83de-caf12abda033" providerId="ADAL" clId="{D6AA0FCB-9F55-4EB8-98DC-64B60BDC1E94}"/>
    <pc:docChg chg="custSel addSld delSld modSld sldOrd">
      <pc:chgData name="Ross Lennox" userId="58d9d5bc-538f-4f95-83de-caf12abda033" providerId="ADAL" clId="{D6AA0FCB-9F55-4EB8-98DC-64B60BDC1E94}" dt="2022-10-20T04:53:35.641" v="3070" actId="13926"/>
      <pc:docMkLst>
        <pc:docMk/>
      </pc:docMkLst>
      <pc:sldChg chg="addSp modSp">
        <pc:chgData name="Ross Lennox" userId="58d9d5bc-538f-4f95-83de-caf12abda033" providerId="ADAL" clId="{D6AA0FCB-9F55-4EB8-98DC-64B60BDC1E94}" dt="2022-10-14T06:32:02.142" v="9"/>
        <pc:sldMkLst>
          <pc:docMk/>
          <pc:sldMk cId="0" sldId="287"/>
        </pc:sldMkLst>
        <pc:spChg chg="add mod">
          <ac:chgData name="Ross Lennox" userId="58d9d5bc-538f-4f95-83de-caf12abda033" providerId="ADAL" clId="{D6AA0FCB-9F55-4EB8-98DC-64B60BDC1E94}" dt="2022-10-14T06:32:02.142" v="9"/>
          <ac:spMkLst>
            <pc:docMk/>
            <pc:sldMk cId="0" sldId="287"/>
            <ac:spMk id="2" creationId="{92989B5B-2B42-4899-9C33-3CAA42A16ACB}"/>
          </ac:spMkLst>
        </pc:spChg>
      </pc:sldChg>
      <pc:sldChg chg="addSp delSp modSp mod">
        <pc:chgData name="Ross Lennox" userId="58d9d5bc-538f-4f95-83de-caf12abda033" providerId="ADAL" clId="{D6AA0FCB-9F55-4EB8-98DC-64B60BDC1E94}" dt="2022-10-17T05:43:08.364" v="2243" actId="6549"/>
        <pc:sldMkLst>
          <pc:docMk/>
          <pc:sldMk cId="0" sldId="288"/>
        </pc:sldMkLst>
        <pc:spChg chg="mod">
          <ac:chgData name="Ross Lennox" userId="58d9d5bc-538f-4f95-83de-caf12abda033" providerId="ADAL" clId="{D6AA0FCB-9F55-4EB8-98DC-64B60BDC1E94}" dt="2022-10-17T05:43:08.364" v="2243" actId="6549"/>
          <ac:spMkLst>
            <pc:docMk/>
            <pc:sldMk cId="0" sldId="288"/>
            <ac:spMk id="2" creationId="{00000000-0000-0000-0000-000000000000}"/>
          </ac:spMkLst>
        </pc:spChg>
        <pc:spChg chg="add del mod">
          <ac:chgData name="Ross Lennox" userId="58d9d5bc-538f-4f95-83de-caf12abda033" providerId="ADAL" clId="{D6AA0FCB-9F55-4EB8-98DC-64B60BDC1E94}" dt="2022-10-17T05:40:00.150" v="2179" actId="478"/>
          <ac:spMkLst>
            <pc:docMk/>
            <pc:sldMk cId="0" sldId="288"/>
            <ac:spMk id="8" creationId="{3725C523-4AB0-42D4-96B2-58927453CA99}"/>
          </ac:spMkLst>
        </pc:spChg>
        <pc:spChg chg="add del mod">
          <ac:chgData name="Ross Lennox" userId="58d9d5bc-538f-4f95-83de-caf12abda033" providerId="ADAL" clId="{D6AA0FCB-9F55-4EB8-98DC-64B60BDC1E94}" dt="2022-10-17T05:40:00.150" v="2179" actId="478"/>
          <ac:spMkLst>
            <pc:docMk/>
            <pc:sldMk cId="0" sldId="288"/>
            <ac:spMk id="9" creationId="{F082EE26-D097-4203-B8EB-DE0ABC1188DC}"/>
          </ac:spMkLst>
        </pc:spChg>
        <pc:spChg chg="add del mod">
          <ac:chgData name="Ross Lennox" userId="58d9d5bc-538f-4f95-83de-caf12abda033" providerId="ADAL" clId="{D6AA0FCB-9F55-4EB8-98DC-64B60BDC1E94}" dt="2022-10-17T05:40:00.150" v="2179" actId="478"/>
          <ac:spMkLst>
            <pc:docMk/>
            <pc:sldMk cId="0" sldId="288"/>
            <ac:spMk id="10" creationId="{9B3A97B8-BB13-4AA9-AEF5-6FDDA3F08B63}"/>
          </ac:spMkLst>
        </pc:spChg>
        <pc:spChg chg="add del mod">
          <ac:chgData name="Ross Lennox" userId="58d9d5bc-538f-4f95-83de-caf12abda033" providerId="ADAL" clId="{D6AA0FCB-9F55-4EB8-98DC-64B60BDC1E94}" dt="2022-10-17T05:40:00.150" v="2179" actId="478"/>
          <ac:spMkLst>
            <pc:docMk/>
            <pc:sldMk cId="0" sldId="288"/>
            <ac:spMk id="11" creationId="{97B66778-1D5D-4622-9DAA-D3076B7BF662}"/>
          </ac:spMkLst>
        </pc:spChg>
        <pc:spChg chg="add del mod">
          <ac:chgData name="Ross Lennox" userId="58d9d5bc-538f-4f95-83de-caf12abda033" providerId="ADAL" clId="{D6AA0FCB-9F55-4EB8-98DC-64B60BDC1E94}" dt="2022-10-17T05:40:00.150" v="2179" actId="478"/>
          <ac:spMkLst>
            <pc:docMk/>
            <pc:sldMk cId="0" sldId="288"/>
            <ac:spMk id="12" creationId="{496C6097-3DDB-4152-A593-0EA0C96928FE}"/>
          </ac:spMkLst>
        </pc:spChg>
        <pc:spChg chg="add del mod">
          <ac:chgData name="Ross Lennox" userId="58d9d5bc-538f-4f95-83de-caf12abda033" providerId="ADAL" clId="{D6AA0FCB-9F55-4EB8-98DC-64B60BDC1E94}" dt="2022-10-17T05:40:00.150" v="2179" actId="478"/>
          <ac:spMkLst>
            <pc:docMk/>
            <pc:sldMk cId="0" sldId="288"/>
            <ac:spMk id="14" creationId="{D6711EB5-73D8-45E1-A7AB-3A5F092E7EC2}"/>
          </ac:spMkLst>
        </pc:spChg>
        <pc:spChg chg="add del mod">
          <ac:chgData name="Ross Lennox" userId="58d9d5bc-538f-4f95-83de-caf12abda033" providerId="ADAL" clId="{D6AA0FCB-9F55-4EB8-98DC-64B60BDC1E94}" dt="2022-10-17T05:40:00.150" v="2179" actId="478"/>
          <ac:spMkLst>
            <pc:docMk/>
            <pc:sldMk cId="0" sldId="288"/>
            <ac:spMk id="15" creationId="{7A5D59A2-410B-4905-B479-44706715DEF8}"/>
          </ac:spMkLst>
        </pc:spChg>
        <pc:spChg chg="add del mod">
          <ac:chgData name="Ross Lennox" userId="58d9d5bc-538f-4f95-83de-caf12abda033" providerId="ADAL" clId="{D6AA0FCB-9F55-4EB8-98DC-64B60BDC1E94}" dt="2022-10-17T05:40:00.150" v="2179" actId="478"/>
          <ac:spMkLst>
            <pc:docMk/>
            <pc:sldMk cId="0" sldId="288"/>
            <ac:spMk id="16" creationId="{7BA3ACA3-E0B9-4738-961B-00ACA12CA637}"/>
          </ac:spMkLst>
        </pc:spChg>
        <pc:spChg chg="add mod">
          <ac:chgData name="Ross Lennox" userId="58d9d5bc-538f-4f95-83de-caf12abda033" providerId="ADAL" clId="{D6AA0FCB-9F55-4EB8-98DC-64B60BDC1E94}" dt="2022-10-17T05:42:47.657" v="2231" actId="14100"/>
          <ac:spMkLst>
            <pc:docMk/>
            <pc:sldMk cId="0" sldId="288"/>
            <ac:spMk id="22" creationId="{9A5BC2D1-D297-438E-A8A8-4A1669E4BF07}"/>
          </ac:spMkLst>
        </pc:spChg>
        <pc:spChg chg="add mod">
          <ac:chgData name="Ross Lennox" userId="58d9d5bc-538f-4f95-83de-caf12abda033" providerId="ADAL" clId="{D6AA0FCB-9F55-4EB8-98DC-64B60BDC1E94}" dt="2022-10-17T05:42:35.102" v="2228" actId="14100"/>
          <ac:spMkLst>
            <pc:docMk/>
            <pc:sldMk cId="0" sldId="288"/>
            <ac:spMk id="23" creationId="{F1BEFD70-F31A-4F4E-8CF2-A790FFE79C38}"/>
          </ac:spMkLst>
        </pc:spChg>
        <pc:picChg chg="add del mod">
          <ac:chgData name="Ross Lennox" userId="58d9d5bc-538f-4f95-83de-caf12abda033" providerId="ADAL" clId="{D6AA0FCB-9F55-4EB8-98DC-64B60BDC1E94}" dt="2022-10-14T06:30:51.218" v="5" actId="478"/>
          <ac:picMkLst>
            <pc:docMk/>
            <pc:sldMk cId="0" sldId="288"/>
            <ac:picMk id="3" creationId="{06ABAFFF-86E9-4463-A46A-E06F0A5FFCC4}"/>
          </ac:picMkLst>
        </pc:picChg>
        <pc:picChg chg="add del mod">
          <ac:chgData name="Ross Lennox" userId="58d9d5bc-538f-4f95-83de-caf12abda033" providerId="ADAL" clId="{D6AA0FCB-9F55-4EB8-98DC-64B60BDC1E94}" dt="2022-10-17T05:39:31.377" v="2177" actId="478"/>
          <ac:picMkLst>
            <pc:docMk/>
            <pc:sldMk cId="0" sldId="288"/>
            <ac:picMk id="4" creationId="{76D86757-5EF7-47F8-A7F4-3992C1C1C1C6}"/>
          </ac:picMkLst>
        </pc:picChg>
        <pc:picChg chg="add del mod">
          <ac:chgData name="Ross Lennox" userId="58d9d5bc-538f-4f95-83de-caf12abda033" providerId="ADAL" clId="{D6AA0FCB-9F55-4EB8-98DC-64B60BDC1E94}" dt="2022-10-17T05:38:42.268" v="2171" actId="478"/>
          <ac:picMkLst>
            <pc:docMk/>
            <pc:sldMk cId="0" sldId="288"/>
            <ac:picMk id="5" creationId="{BE4080D2-239E-4BEE-9A40-0DD73DD03379}"/>
          </ac:picMkLst>
        </pc:picChg>
        <pc:picChg chg="add mod">
          <ac:chgData name="Ross Lennox" userId="58d9d5bc-538f-4f95-83de-caf12abda033" providerId="ADAL" clId="{D6AA0FCB-9F55-4EB8-98DC-64B60BDC1E94}" dt="2022-10-17T05:38:45.912" v="2172" actId="1076"/>
          <ac:picMkLst>
            <pc:docMk/>
            <pc:sldMk cId="0" sldId="288"/>
            <ac:picMk id="6" creationId="{EB9B61FA-5DEA-4B8C-A364-5D5DFBE79927}"/>
          </ac:picMkLst>
        </pc:picChg>
        <pc:picChg chg="add del mod">
          <ac:chgData name="Ross Lennox" userId="58d9d5bc-538f-4f95-83de-caf12abda033" providerId="ADAL" clId="{D6AA0FCB-9F55-4EB8-98DC-64B60BDC1E94}" dt="2022-10-17T05:40:00.150" v="2179" actId="478"/>
          <ac:picMkLst>
            <pc:docMk/>
            <pc:sldMk cId="0" sldId="288"/>
            <ac:picMk id="7" creationId="{B770B52B-0B7D-4CE8-8272-21C96826DE91}"/>
          </ac:picMkLst>
        </pc:picChg>
        <pc:picChg chg="add del mod">
          <ac:chgData name="Ross Lennox" userId="58d9d5bc-538f-4f95-83de-caf12abda033" providerId="ADAL" clId="{D6AA0FCB-9F55-4EB8-98DC-64B60BDC1E94}" dt="2022-10-17T05:40:00.150" v="2179" actId="478"/>
          <ac:picMkLst>
            <pc:docMk/>
            <pc:sldMk cId="0" sldId="288"/>
            <ac:picMk id="13" creationId="{CC8D5BF8-7116-4F38-8A8E-04A63B258D24}"/>
          </ac:picMkLst>
        </pc:picChg>
        <pc:picChg chg="add del mod">
          <ac:chgData name="Ross Lennox" userId="58d9d5bc-538f-4f95-83de-caf12abda033" providerId="ADAL" clId="{D6AA0FCB-9F55-4EB8-98DC-64B60BDC1E94}" dt="2022-10-17T05:40:00.150" v="2179" actId="478"/>
          <ac:picMkLst>
            <pc:docMk/>
            <pc:sldMk cId="0" sldId="288"/>
            <ac:picMk id="17" creationId="{2E003BE8-1D9A-4C64-9026-3359D336319A}"/>
          </ac:picMkLst>
        </pc:picChg>
        <pc:picChg chg="add del mod">
          <ac:chgData name="Ross Lennox" userId="58d9d5bc-538f-4f95-83de-caf12abda033" providerId="ADAL" clId="{D6AA0FCB-9F55-4EB8-98DC-64B60BDC1E94}" dt="2022-10-17T05:40:00.150" v="2179" actId="478"/>
          <ac:picMkLst>
            <pc:docMk/>
            <pc:sldMk cId="0" sldId="288"/>
            <ac:picMk id="18" creationId="{1A3A2BDD-DA2A-4141-B11B-60208B2AC1FE}"/>
          </ac:picMkLst>
        </pc:picChg>
        <pc:picChg chg="add del mod">
          <ac:chgData name="Ross Lennox" userId="58d9d5bc-538f-4f95-83de-caf12abda033" providerId="ADAL" clId="{D6AA0FCB-9F55-4EB8-98DC-64B60BDC1E94}" dt="2022-10-17T05:40:00.150" v="2179" actId="478"/>
          <ac:picMkLst>
            <pc:docMk/>
            <pc:sldMk cId="0" sldId="288"/>
            <ac:picMk id="19" creationId="{6862DB10-9B68-420B-83B6-44FECC8E77E1}"/>
          </ac:picMkLst>
        </pc:picChg>
        <pc:picChg chg="add mod">
          <ac:chgData name="Ross Lennox" userId="58d9d5bc-538f-4f95-83de-caf12abda033" providerId="ADAL" clId="{D6AA0FCB-9F55-4EB8-98DC-64B60BDC1E94}" dt="2022-10-17T05:40:28.417" v="2182" actId="1076"/>
          <ac:picMkLst>
            <pc:docMk/>
            <pc:sldMk cId="0" sldId="288"/>
            <ac:picMk id="21" creationId="{DB2480C1-983B-4889-A0BC-C982D3E0551A}"/>
          </ac:picMkLst>
        </pc:picChg>
      </pc:sldChg>
      <pc:sldChg chg="modSp mod">
        <pc:chgData name="Ross Lennox" userId="58d9d5bc-538f-4f95-83de-caf12abda033" providerId="ADAL" clId="{D6AA0FCB-9F55-4EB8-98DC-64B60BDC1E94}" dt="2022-10-17T05:45:35.657" v="2435" actId="1076"/>
        <pc:sldMkLst>
          <pc:docMk/>
          <pc:sldMk cId="498560464" sldId="297"/>
        </pc:sldMkLst>
        <pc:spChg chg="mod">
          <ac:chgData name="Ross Lennox" userId="58d9d5bc-538f-4f95-83de-caf12abda033" providerId="ADAL" clId="{D6AA0FCB-9F55-4EB8-98DC-64B60BDC1E94}" dt="2022-10-17T05:43:49.504" v="2309" actId="6549"/>
          <ac:spMkLst>
            <pc:docMk/>
            <pc:sldMk cId="498560464" sldId="297"/>
            <ac:spMk id="2" creationId="{00000000-0000-0000-0000-000000000000}"/>
          </ac:spMkLst>
        </pc:spChg>
        <pc:spChg chg="mod">
          <ac:chgData name="Ross Lennox" userId="58d9d5bc-538f-4f95-83de-caf12abda033" providerId="ADAL" clId="{D6AA0FCB-9F55-4EB8-98DC-64B60BDC1E94}" dt="2022-10-17T05:45:25.579" v="2433" actId="20577"/>
          <ac:spMkLst>
            <pc:docMk/>
            <pc:sldMk cId="498560464" sldId="297"/>
            <ac:spMk id="3" creationId="{00000000-0000-0000-0000-000000000000}"/>
          </ac:spMkLst>
        </pc:spChg>
        <pc:picChg chg="mod">
          <ac:chgData name="Ross Lennox" userId="58d9d5bc-538f-4f95-83de-caf12abda033" providerId="ADAL" clId="{D6AA0FCB-9F55-4EB8-98DC-64B60BDC1E94}" dt="2022-10-17T05:45:35.657" v="2435" actId="1076"/>
          <ac:picMkLst>
            <pc:docMk/>
            <pc:sldMk cId="498560464" sldId="297"/>
            <ac:picMk id="1026" creationId="{FE6D1A0C-0ADE-4F10-9269-AEC31EABBDCD}"/>
          </ac:picMkLst>
        </pc:picChg>
      </pc:sldChg>
      <pc:sldChg chg="modSp mod">
        <pc:chgData name="Ross Lennox" userId="58d9d5bc-538f-4f95-83de-caf12abda033" providerId="ADAL" clId="{D6AA0FCB-9F55-4EB8-98DC-64B60BDC1E94}" dt="2022-10-20T04:51:14.486" v="2953" actId="20577"/>
        <pc:sldMkLst>
          <pc:docMk/>
          <pc:sldMk cId="3065177915" sldId="298"/>
        </pc:sldMkLst>
        <pc:spChg chg="mod">
          <ac:chgData name="Ross Lennox" userId="58d9d5bc-538f-4f95-83de-caf12abda033" providerId="ADAL" clId="{D6AA0FCB-9F55-4EB8-98DC-64B60BDC1E94}" dt="2022-10-17T05:46:21.334" v="2443" actId="6549"/>
          <ac:spMkLst>
            <pc:docMk/>
            <pc:sldMk cId="3065177915" sldId="298"/>
            <ac:spMk id="3" creationId="{00000000-0000-0000-0000-000000000000}"/>
          </ac:spMkLst>
        </pc:spChg>
        <pc:spChg chg="mod">
          <ac:chgData name="Ross Lennox" userId="58d9d5bc-538f-4f95-83de-caf12abda033" providerId="ADAL" clId="{D6AA0FCB-9F55-4EB8-98DC-64B60BDC1E94}" dt="2022-10-20T04:51:14.486" v="2953" actId="20577"/>
          <ac:spMkLst>
            <pc:docMk/>
            <pc:sldMk cId="3065177915" sldId="298"/>
            <ac:spMk id="6" creationId="{BAD9F871-7840-45CF-8899-D82D1C6D3998}"/>
          </ac:spMkLst>
        </pc:spChg>
        <pc:spChg chg="mod">
          <ac:chgData name="Ross Lennox" userId="58d9d5bc-538f-4f95-83de-caf12abda033" providerId="ADAL" clId="{D6AA0FCB-9F55-4EB8-98DC-64B60BDC1E94}" dt="2022-10-17T05:45:57.293" v="2437" actId="120"/>
          <ac:spMkLst>
            <pc:docMk/>
            <pc:sldMk cId="3065177915" sldId="298"/>
            <ac:spMk id="8" creationId="{336DA5BB-80C8-8BEE-EE80-62248775AE81}"/>
          </ac:spMkLst>
        </pc:spChg>
      </pc:sldChg>
      <pc:sldChg chg="modSp mod">
        <pc:chgData name="Ross Lennox" userId="58d9d5bc-538f-4f95-83de-caf12abda033" providerId="ADAL" clId="{D6AA0FCB-9F55-4EB8-98DC-64B60BDC1E94}" dt="2022-10-17T05:49:07.225" v="2564" actId="20577"/>
        <pc:sldMkLst>
          <pc:docMk/>
          <pc:sldMk cId="2148006341" sldId="299"/>
        </pc:sldMkLst>
        <pc:spChg chg="mod">
          <ac:chgData name="Ross Lennox" userId="58d9d5bc-538f-4f95-83de-caf12abda033" providerId="ADAL" clId="{D6AA0FCB-9F55-4EB8-98DC-64B60BDC1E94}" dt="2022-10-17T05:49:07.225" v="2564" actId="20577"/>
          <ac:spMkLst>
            <pc:docMk/>
            <pc:sldMk cId="2148006341" sldId="299"/>
            <ac:spMk id="15" creationId="{04C46337-4239-4616-927D-022E4784226F}"/>
          </ac:spMkLst>
        </pc:spChg>
      </pc:sldChg>
      <pc:sldChg chg="addSp delSp mod">
        <pc:chgData name="Ross Lennox" userId="58d9d5bc-538f-4f95-83de-caf12abda033" providerId="ADAL" clId="{D6AA0FCB-9F55-4EB8-98DC-64B60BDC1E94}" dt="2022-10-17T06:47:50.526" v="2742" actId="478"/>
        <pc:sldMkLst>
          <pc:docMk/>
          <pc:sldMk cId="4251942147" sldId="306"/>
        </pc:sldMkLst>
        <pc:picChg chg="add del">
          <ac:chgData name="Ross Lennox" userId="58d9d5bc-538f-4f95-83de-caf12abda033" providerId="ADAL" clId="{D6AA0FCB-9F55-4EB8-98DC-64B60BDC1E94}" dt="2022-10-17T06:47:50.526" v="2742" actId="478"/>
          <ac:picMkLst>
            <pc:docMk/>
            <pc:sldMk cId="4251942147" sldId="306"/>
            <ac:picMk id="3" creationId="{5D8096FB-1347-462C-B849-D6811A0DFDA0}"/>
          </ac:picMkLst>
        </pc:picChg>
      </pc:sldChg>
      <pc:sldChg chg="modSp mod">
        <pc:chgData name="Ross Lennox" userId="58d9d5bc-538f-4f95-83de-caf12abda033" providerId="ADAL" clId="{D6AA0FCB-9F55-4EB8-98DC-64B60BDC1E94}" dt="2022-10-17T05:51:41.496" v="2652" actId="20577"/>
        <pc:sldMkLst>
          <pc:docMk/>
          <pc:sldMk cId="3169463616" sldId="307"/>
        </pc:sldMkLst>
        <pc:spChg chg="mod">
          <ac:chgData name="Ross Lennox" userId="58d9d5bc-538f-4f95-83de-caf12abda033" providerId="ADAL" clId="{D6AA0FCB-9F55-4EB8-98DC-64B60BDC1E94}" dt="2022-10-17T05:51:41.496" v="2652" actId="20577"/>
          <ac:spMkLst>
            <pc:docMk/>
            <pc:sldMk cId="3169463616" sldId="307"/>
            <ac:spMk id="4" creationId="{50F94588-C705-B491-BF78-59809F3C35DA}"/>
          </ac:spMkLst>
        </pc:spChg>
      </pc:sldChg>
      <pc:sldChg chg="addSp modSp mod">
        <pc:chgData name="Ross Lennox" userId="58d9d5bc-538f-4f95-83de-caf12abda033" providerId="ADAL" clId="{D6AA0FCB-9F55-4EB8-98DC-64B60BDC1E94}" dt="2022-10-17T05:50:52.249" v="2647" actId="1076"/>
        <pc:sldMkLst>
          <pc:docMk/>
          <pc:sldMk cId="1409120268" sldId="310"/>
        </pc:sldMkLst>
        <pc:spChg chg="mod">
          <ac:chgData name="Ross Lennox" userId="58d9d5bc-538f-4f95-83de-caf12abda033" providerId="ADAL" clId="{D6AA0FCB-9F55-4EB8-98DC-64B60BDC1E94}" dt="2022-10-17T05:50:19.396" v="2612" actId="20577"/>
          <ac:spMkLst>
            <pc:docMk/>
            <pc:sldMk cId="1409120268" sldId="310"/>
            <ac:spMk id="2" creationId="{00000000-0000-0000-0000-000000000000}"/>
          </ac:spMkLst>
        </pc:spChg>
        <pc:spChg chg="add mod">
          <ac:chgData name="Ross Lennox" userId="58d9d5bc-538f-4f95-83de-caf12abda033" providerId="ADAL" clId="{D6AA0FCB-9F55-4EB8-98DC-64B60BDC1E94}" dt="2022-10-17T05:50:52.249" v="2647" actId="1076"/>
          <ac:spMkLst>
            <pc:docMk/>
            <pc:sldMk cId="1409120268" sldId="310"/>
            <ac:spMk id="5" creationId="{AE5BE342-C189-4593-8E55-E6372535E836}"/>
          </ac:spMkLst>
        </pc:spChg>
      </pc:sldChg>
      <pc:sldChg chg="modSp mod">
        <pc:chgData name="Ross Lennox" userId="58d9d5bc-538f-4f95-83de-caf12abda033" providerId="ADAL" clId="{D6AA0FCB-9F55-4EB8-98DC-64B60BDC1E94}" dt="2022-10-17T05:51:06.962" v="2648" actId="6549"/>
        <pc:sldMkLst>
          <pc:docMk/>
          <pc:sldMk cId="2714862628" sldId="311"/>
        </pc:sldMkLst>
        <pc:spChg chg="mod">
          <ac:chgData name="Ross Lennox" userId="58d9d5bc-538f-4f95-83de-caf12abda033" providerId="ADAL" clId="{D6AA0FCB-9F55-4EB8-98DC-64B60BDC1E94}" dt="2022-10-17T05:51:06.962" v="2648" actId="6549"/>
          <ac:spMkLst>
            <pc:docMk/>
            <pc:sldMk cId="2714862628" sldId="311"/>
            <ac:spMk id="10" creationId="{3CF6C2BB-FDBD-A27D-56AD-E764DA55D5CA}"/>
          </ac:spMkLst>
        </pc:spChg>
      </pc:sldChg>
      <pc:sldChg chg="modSp mod">
        <pc:chgData name="Ross Lennox" userId="58d9d5bc-538f-4f95-83de-caf12abda033" providerId="ADAL" clId="{D6AA0FCB-9F55-4EB8-98DC-64B60BDC1E94}" dt="2022-10-17T05:51:16.690" v="2649" actId="20577"/>
        <pc:sldMkLst>
          <pc:docMk/>
          <pc:sldMk cId="991768596" sldId="312"/>
        </pc:sldMkLst>
        <pc:spChg chg="mod">
          <ac:chgData name="Ross Lennox" userId="58d9d5bc-538f-4f95-83de-caf12abda033" providerId="ADAL" clId="{D6AA0FCB-9F55-4EB8-98DC-64B60BDC1E94}" dt="2022-10-17T05:51:16.690" v="2649" actId="20577"/>
          <ac:spMkLst>
            <pc:docMk/>
            <pc:sldMk cId="991768596" sldId="312"/>
            <ac:spMk id="35" creationId="{8C84C605-D816-05F3-3697-7E339B199725}"/>
          </ac:spMkLst>
        </pc:spChg>
      </pc:sldChg>
      <pc:sldChg chg="modSp mod">
        <pc:chgData name="Ross Lennox" userId="58d9d5bc-538f-4f95-83de-caf12abda033" providerId="ADAL" clId="{D6AA0FCB-9F55-4EB8-98DC-64B60BDC1E94}" dt="2022-10-20T04:53:35.641" v="3070" actId="13926"/>
        <pc:sldMkLst>
          <pc:docMk/>
          <pc:sldMk cId="2984330994" sldId="317"/>
        </pc:sldMkLst>
        <pc:spChg chg="mod">
          <ac:chgData name="Ross Lennox" userId="58d9d5bc-538f-4f95-83de-caf12abda033" providerId="ADAL" clId="{D6AA0FCB-9F55-4EB8-98DC-64B60BDC1E94}" dt="2022-10-20T04:53:35.641" v="3070" actId="13926"/>
          <ac:spMkLst>
            <pc:docMk/>
            <pc:sldMk cId="2984330994" sldId="317"/>
            <ac:spMk id="3" creationId="{D7B837D7-EA76-4DCE-A319-CA73C9382C6C}"/>
          </ac:spMkLst>
        </pc:spChg>
      </pc:sldChg>
      <pc:sldChg chg="del">
        <pc:chgData name="Ross Lennox" userId="58d9d5bc-538f-4f95-83de-caf12abda033" providerId="ADAL" clId="{D6AA0FCB-9F55-4EB8-98DC-64B60BDC1E94}" dt="2022-10-14T06:30:18.434" v="3" actId="47"/>
        <pc:sldMkLst>
          <pc:docMk/>
          <pc:sldMk cId="895126806" sldId="356"/>
        </pc:sldMkLst>
      </pc:sldChg>
      <pc:sldChg chg="del ord">
        <pc:chgData name="Ross Lennox" userId="58d9d5bc-538f-4f95-83de-caf12abda033" providerId="ADAL" clId="{D6AA0FCB-9F55-4EB8-98DC-64B60BDC1E94}" dt="2022-10-14T06:30:17.872" v="2" actId="47"/>
        <pc:sldMkLst>
          <pc:docMk/>
          <pc:sldMk cId="2847879763" sldId="380"/>
        </pc:sldMkLst>
      </pc:sldChg>
      <pc:sldChg chg="modSp mod">
        <pc:chgData name="Ross Lennox" userId="58d9d5bc-538f-4f95-83de-caf12abda033" providerId="ADAL" clId="{D6AA0FCB-9F55-4EB8-98DC-64B60BDC1E94}" dt="2022-10-14T07:22:26.945" v="1348" actId="20577"/>
        <pc:sldMkLst>
          <pc:docMk/>
          <pc:sldMk cId="2855348636" sldId="381"/>
        </pc:sldMkLst>
        <pc:spChg chg="mod">
          <ac:chgData name="Ross Lennox" userId="58d9d5bc-538f-4f95-83de-caf12abda033" providerId="ADAL" clId="{D6AA0FCB-9F55-4EB8-98DC-64B60BDC1E94}" dt="2022-10-14T07:22:26.945" v="1348" actId="20577"/>
          <ac:spMkLst>
            <pc:docMk/>
            <pc:sldMk cId="2855348636" sldId="381"/>
            <ac:spMk id="63" creationId="{A37147EC-B486-4DBF-BF93-B38E58DA3CF7}"/>
          </ac:spMkLst>
        </pc:spChg>
        <pc:picChg chg="mod">
          <ac:chgData name="Ross Lennox" userId="58d9d5bc-538f-4f95-83de-caf12abda033" providerId="ADAL" clId="{D6AA0FCB-9F55-4EB8-98DC-64B60BDC1E94}" dt="2022-10-14T07:19:16.654" v="1249" actId="14100"/>
          <ac:picMkLst>
            <pc:docMk/>
            <pc:sldMk cId="2855348636" sldId="381"/>
            <ac:picMk id="3" creationId="{CB548FD8-25D5-4B15-88CC-CA1FF93817B5}"/>
          </ac:picMkLst>
        </pc:picChg>
      </pc:sldChg>
      <pc:sldChg chg="addSp modSp mod">
        <pc:chgData name="Ross Lennox" userId="58d9d5bc-538f-4f95-83de-caf12abda033" providerId="ADAL" clId="{D6AA0FCB-9F55-4EB8-98DC-64B60BDC1E94}" dt="2022-10-17T05:30:40.698" v="1896" actId="20577"/>
        <pc:sldMkLst>
          <pc:docMk/>
          <pc:sldMk cId="3740176976" sldId="387"/>
        </pc:sldMkLst>
        <pc:spChg chg="mod">
          <ac:chgData name="Ross Lennox" userId="58d9d5bc-538f-4f95-83de-caf12abda033" providerId="ADAL" clId="{D6AA0FCB-9F55-4EB8-98DC-64B60BDC1E94}" dt="2022-10-14T06:33:50.061" v="22" actId="1076"/>
          <ac:spMkLst>
            <pc:docMk/>
            <pc:sldMk cId="3740176976" sldId="387"/>
            <ac:spMk id="2" creationId="{062F38BC-5121-4BED-9C93-3B0A6850F1DE}"/>
          </ac:spMkLst>
        </pc:spChg>
        <pc:spChg chg="mod">
          <ac:chgData name="Ross Lennox" userId="58d9d5bc-538f-4f95-83de-caf12abda033" providerId="ADAL" clId="{D6AA0FCB-9F55-4EB8-98DC-64B60BDC1E94}" dt="2022-10-17T05:30:40.698" v="1896" actId="20577"/>
          <ac:spMkLst>
            <pc:docMk/>
            <pc:sldMk cId="3740176976" sldId="387"/>
            <ac:spMk id="3" creationId="{B3CD8FF2-DFE5-468E-8A92-6EA7489AEB37}"/>
          </ac:spMkLst>
        </pc:spChg>
        <pc:spChg chg="mod">
          <ac:chgData name="Ross Lennox" userId="58d9d5bc-538f-4f95-83de-caf12abda033" providerId="ADAL" clId="{D6AA0FCB-9F55-4EB8-98DC-64B60BDC1E94}" dt="2022-10-14T06:34:16.747" v="31" actId="20577"/>
          <ac:spMkLst>
            <pc:docMk/>
            <pc:sldMk cId="3740176976" sldId="387"/>
            <ac:spMk id="5" creationId="{A7221BBE-0A07-402A-9652-98CBFE677FF4}"/>
          </ac:spMkLst>
        </pc:spChg>
        <pc:spChg chg="mod">
          <ac:chgData name="Ross Lennox" userId="58d9d5bc-538f-4f95-83de-caf12abda033" providerId="ADAL" clId="{D6AA0FCB-9F55-4EB8-98DC-64B60BDC1E94}" dt="2022-10-14T06:33:50.061" v="22" actId="1076"/>
          <ac:spMkLst>
            <pc:docMk/>
            <pc:sldMk cId="3740176976" sldId="387"/>
            <ac:spMk id="6" creationId="{C1767A89-BABA-4D8E-A1A3-1C65F07817B6}"/>
          </ac:spMkLst>
        </pc:spChg>
        <pc:spChg chg="mod">
          <ac:chgData name="Ross Lennox" userId="58d9d5bc-538f-4f95-83de-caf12abda033" providerId="ADAL" clId="{D6AA0FCB-9F55-4EB8-98DC-64B60BDC1E94}" dt="2022-10-14T06:33:50.061" v="22" actId="1076"/>
          <ac:spMkLst>
            <pc:docMk/>
            <pc:sldMk cId="3740176976" sldId="387"/>
            <ac:spMk id="7" creationId="{568F4A87-4B64-406C-93FA-504C8C96CF0C}"/>
          </ac:spMkLst>
        </pc:spChg>
        <pc:spChg chg="mod">
          <ac:chgData name="Ross Lennox" userId="58d9d5bc-538f-4f95-83de-caf12abda033" providerId="ADAL" clId="{D6AA0FCB-9F55-4EB8-98DC-64B60BDC1E94}" dt="2022-10-14T06:33:50.061" v="22" actId="1076"/>
          <ac:spMkLst>
            <pc:docMk/>
            <pc:sldMk cId="3740176976" sldId="387"/>
            <ac:spMk id="9" creationId="{2C0350E2-7E2B-4BA3-87FA-C15FF09BCEA4}"/>
          </ac:spMkLst>
        </pc:spChg>
        <pc:spChg chg="mod">
          <ac:chgData name="Ross Lennox" userId="58d9d5bc-538f-4f95-83de-caf12abda033" providerId="ADAL" clId="{D6AA0FCB-9F55-4EB8-98DC-64B60BDC1E94}" dt="2022-10-14T06:33:50.061" v="22" actId="1076"/>
          <ac:spMkLst>
            <pc:docMk/>
            <pc:sldMk cId="3740176976" sldId="387"/>
            <ac:spMk id="11" creationId="{C8C088C8-15FD-4C05-8FD2-8A434AFA29A4}"/>
          </ac:spMkLst>
        </pc:spChg>
        <pc:spChg chg="mod">
          <ac:chgData name="Ross Lennox" userId="58d9d5bc-538f-4f95-83de-caf12abda033" providerId="ADAL" clId="{D6AA0FCB-9F55-4EB8-98DC-64B60BDC1E94}" dt="2022-10-14T06:33:50.061" v="22" actId="1076"/>
          <ac:spMkLst>
            <pc:docMk/>
            <pc:sldMk cId="3740176976" sldId="387"/>
            <ac:spMk id="12" creationId="{0629EF28-AB82-4410-A792-5E4AFE39F2A1}"/>
          </ac:spMkLst>
        </pc:spChg>
        <pc:spChg chg="mod">
          <ac:chgData name="Ross Lennox" userId="58d9d5bc-538f-4f95-83de-caf12abda033" providerId="ADAL" clId="{D6AA0FCB-9F55-4EB8-98DC-64B60BDC1E94}" dt="2022-10-14T06:33:50.061" v="22" actId="1076"/>
          <ac:spMkLst>
            <pc:docMk/>
            <pc:sldMk cId="3740176976" sldId="387"/>
            <ac:spMk id="13" creationId="{38EA2AF0-E297-4269-AF20-46526B085DAF}"/>
          </ac:spMkLst>
        </pc:spChg>
        <pc:spChg chg="add mod">
          <ac:chgData name="Ross Lennox" userId="58d9d5bc-538f-4f95-83de-caf12abda033" providerId="ADAL" clId="{D6AA0FCB-9F55-4EB8-98DC-64B60BDC1E94}" dt="2022-10-14T06:41:31.223" v="397" actId="1076"/>
          <ac:spMkLst>
            <pc:docMk/>
            <pc:sldMk cId="3740176976" sldId="387"/>
            <ac:spMk id="14" creationId="{5B99103B-2C94-4E1C-B7EE-A5A78881C4C7}"/>
          </ac:spMkLst>
        </pc:spChg>
        <pc:picChg chg="add mod">
          <ac:chgData name="Ross Lennox" userId="58d9d5bc-538f-4f95-83de-caf12abda033" providerId="ADAL" clId="{D6AA0FCB-9F55-4EB8-98DC-64B60BDC1E94}" dt="2022-10-14T06:41:07.035" v="388" actId="1076"/>
          <ac:picMkLst>
            <pc:docMk/>
            <pc:sldMk cId="3740176976" sldId="387"/>
            <ac:picMk id="8" creationId="{BB75A5D4-F1AD-451A-B863-4E7D349607F4}"/>
          </ac:picMkLst>
        </pc:picChg>
        <pc:picChg chg="mod">
          <ac:chgData name="Ross Lennox" userId="58d9d5bc-538f-4f95-83de-caf12abda033" providerId="ADAL" clId="{D6AA0FCB-9F55-4EB8-98DC-64B60BDC1E94}" dt="2022-10-14T06:33:50.061" v="22" actId="1076"/>
          <ac:picMkLst>
            <pc:docMk/>
            <pc:sldMk cId="3740176976" sldId="387"/>
            <ac:picMk id="10" creationId="{9DD13D65-51B2-482D-8586-DDE7B970976C}"/>
          </ac:picMkLst>
        </pc:picChg>
        <pc:picChg chg="mod">
          <ac:chgData name="Ross Lennox" userId="58d9d5bc-538f-4f95-83de-caf12abda033" providerId="ADAL" clId="{D6AA0FCB-9F55-4EB8-98DC-64B60BDC1E94}" dt="2022-10-14T06:33:50.061" v="22" actId="1076"/>
          <ac:picMkLst>
            <pc:docMk/>
            <pc:sldMk cId="3740176976" sldId="387"/>
            <ac:picMk id="25" creationId="{04E5C904-3C93-48FB-8542-3843C27E927F}"/>
          </ac:picMkLst>
        </pc:picChg>
        <pc:picChg chg="mod">
          <ac:chgData name="Ross Lennox" userId="58d9d5bc-538f-4f95-83de-caf12abda033" providerId="ADAL" clId="{D6AA0FCB-9F55-4EB8-98DC-64B60BDC1E94}" dt="2022-10-14T06:33:50.061" v="22" actId="1076"/>
          <ac:picMkLst>
            <pc:docMk/>
            <pc:sldMk cId="3740176976" sldId="387"/>
            <ac:picMk id="32" creationId="{93E8061C-AB61-4EF4-BBD0-ED763DD52AC9}"/>
          </ac:picMkLst>
        </pc:picChg>
        <pc:picChg chg="mod">
          <ac:chgData name="Ross Lennox" userId="58d9d5bc-538f-4f95-83de-caf12abda033" providerId="ADAL" clId="{D6AA0FCB-9F55-4EB8-98DC-64B60BDC1E94}" dt="2022-10-14T06:33:50.061" v="22" actId="1076"/>
          <ac:picMkLst>
            <pc:docMk/>
            <pc:sldMk cId="3740176976" sldId="387"/>
            <ac:picMk id="33" creationId="{3744BE7E-FBCB-4980-A992-45FF6B2AD336}"/>
          </ac:picMkLst>
        </pc:picChg>
        <pc:picChg chg="mod">
          <ac:chgData name="Ross Lennox" userId="58d9d5bc-538f-4f95-83de-caf12abda033" providerId="ADAL" clId="{D6AA0FCB-9F55-4EB8-98DC-64B60BDC1E94}" dt="2022-10-14T06:33:50.061" v="22" actId="1076"/>
          <ac:picMkLst>
            <pc:docMk/>
            <pc:sldMk cId="3740176976" sldId="387"/>
            <ac:picMk id="34" creationId="{4CD861B6-9728-4339-98C9-6BA8E39AF0F9}"/>
          </ac:picMkLst>
        </pc:picChg>
      </pc:sldChg>
      <pc:sldChg chg="addSp delSp modSp new mod">
        <pc:chgData name="Ross Lennox" userId="58d9d5bc-538f-4f95-83de-caf12abda033" providerId="ADAL" clId="{D6AA0FCB-9F55-4EB8-98DC-64B60BDC1E94}" dt="2022-10-17T01:54:56.380" v="1888" actId="6549"/>
        <pc:sldMkLst>
          <pc:docMk/>
          <pc:sldMk cId="4191966658" sldId="388"/>
        </pc:sldMkLst>
        <pc:spChg chg="del">
          <ac:chgData name="Ross Lennox" userId="58d9d5bc-538f-4f95-83de-caf12abda033" providerId="ADAL" clId="{D6AA0FCB-9F55-4EB8-98DC-64B60BDC1E94}" dt="2022-10-14T06:33:38.796" v="21" actId="478"/>
          <ac:spMkLst>
            <pc:docMk/>
            <pc:sldMk cId="4191966658" sldId="388"/>
            <ac:spMk id="2" creationId="{2E9A278A-C1A9-421E-8934-6423FBF10A28}"/>
          </ac:spMkLst>
        </pc:spChg>
        <pc:spChg chg="mod">
          <ac:chgData name="Ross Lennox" userId="58d9d5bc-538f-4f95-83de-caf12abda033" providerId="ADAL" clId="{D6AA0FCB-9F55-4EB8-98DC-64B60BDC1E94}" dt="2022-10-17T01:54:56.380" v="1888" actId="6549"/>
          <ac:spMkLst>
            <pc:docMk/>
            <pc:sldMk cId="4191966658" sldId="388"/>
            <ac:spMk id="3" creationId="{E7D7D264-5503-483B-A74D-B37BC9941074}"/>
          </ac:spMkLst>
        </pc:spChg>
        <pc:spChg chg="add mod">
          <ac:chgData name="Ross Lennox" userId="58d9d5bc-538f-4f95-83de-caf12abda033" providerId="ADAL" clId="{D6AA0FCB-9F55-4EB8-98DC-64B60BDC1E94}" dt="2022-10-14T07:24:01.683" v="1382" actId="20577"/>
          <ac:spMkLst>
            <pc:docMk/>
            <pc:sldMk cId="4191966658" sldId="388"/>
            <ac:spMk id="4" creationId="{C05398F6-CE71-45F9-869B-2525FC77DD64}"/>
          </ac:spMkLst>
        </pc:spChg>
      </pc:sldChg>
      <pc:sldChg chg="addSp delSp modSp mod">
        <pc:chgData name="Ross Lennox" userId="58d9d5bc-538f-4f95-83de-caf12abda033" providerId="ADAL" clId="{D6AA0FCB-9F55-4EB8-98DC-64B60BDC1E94}" dt="2022-10-17T05:32:00.899" v="1936" actId="6549"/>
        <pc:sldMkLst>
          <pc:docMk/>
          <pc:sldMk cId="2407951761" sldId="389"/>
        </pc:sldMkLst>
        <pc:spChg chg="mod">
          <ac:chgData name="Ross Lennox" userId="58d9d5bc-538f-4f95-83de-caf12abda033" providerId="ADAL" clId="{D6AA0FCB-9F55-4EB8-98DC-64B60BDC1E94}" dt="2022-10-17T05:32:00.899" v="1936" actId="6549"/>
          <ac:spMkLst>
            <pc:docMk/>
            <pc:sldMk cId="2407951761" sldId="389"/>
            <ac:spMk id="2" creationId="{00000000-0000-0000-0000-000000000000}"/>
          </ac:spMkLst>
        </pc:spChg>
        <pc:picChg chg="add del mod">
          <ac:chgData name="Ross Lennox" userId="58d9d5bc-538f-4f95-83de-caf12abda033" providerId="ADAL" clId="{D6AA0FCB-9F55-4EB8-98DC-64B60BDC1E94}" dt="2022-10-14T07:26:12.868" v="1388" actId="478"/>
          <ac:picMkLst>
            <pc:docMk/>
            <pc:sldMk cId="2407951761" sldId="389"/>
            <ac:picMk id="4" creationId="{CA8FEFAB-2678-41FC-80B8-57E94CCA3F70}"/>
          </ac:picMkLst>
        </pc:picChg>
        <pc:picChg chg="del">
          <ac:chgData name="Ross Lennox" userId="58d9d5bc-538f-4f95-83de-caf12abda033" providerId="ADAL" clId="{D6AA0FCB-9F55-4EB8-98DC-64B60BDC1E94}" dt="2022-10-17T05:31:03.658" v="1897" actId="478"/>
          <ac:picMkLst>
            <pc:docMk/>
            <pc:sldMk cId="2407951761" sldId="389"/>
            <ac:picMk id="5" creationId="{BE4080D2-239E-4BEE-9A40-0DD73DD03379}"/>
          </ac:picMkLst>
        </pc:picChg>
        <pc:picChg chg="add mod">
          <ac:chgData name="Ross Lennox" userId="58d9d5bc-538f-4f95-83de-caf12abda033" providerId="ADAL" clId="{D6AA0FCB-9F55-4EB8-98DC-64B60BDC1E94}" dt="2022-10-17T05:31:32.067" v="1900" actId="1076"/>
          <ac:picMkLst>
            <pc:docMk/>
            <pc:sldMk cId="2407951761" sldId="389"/>
            <ac:picMk id="6" creationId="{4312F513-7968-4E7C-A3E7-E15B6F77054C}"/>
          </ac:picMkLst>
        </pc:picChg>
      </pc:sldChg>
      <pc:sldChg chg="new del">
        <pc:chgData name="Ross Lennox" userId="58d9d5bc-538f-4f95-83de-caf12abda033" providerId="ADAL" clId="{D6AA0FCB-9F55-4EB8-98DC-64B60BDC1E94}" dt="2022-10-14T07:02:08.239" v="478" actId="47"/>
        <pc:sldMkLst>
          <pc:docMk/>
          <pc:sldMk cId="2923614906" sldId="389"/>
        </pc:sldMkLst>
      </pc:sldChg>
      <pc:sldChg chg="modSp new del mod">
        <pc:chgData name="Ross Lennox" userId="58d9d5bc-538f-4f95-83de-caf12abda033" providerId="ADAL" clId="{D6AA0FCB-9F55-4EB8-98DC-64B60BDC1E94}" dt="2022-10-14T07:03:16.801" v="508" actId="47"/>
        <pc:sldMkLst>
          <pc:docMk/>
          <pc:sldMk cId="3996191453" sldId="390"/>
        </pc:sldMkLst>
        <pc:spChg chg="mod">
          <ac:chgData name="Ross Lennox" userId="58d9d5bc-538f-4f95-83de-caf12abda033" providerId="ADAL" clId="{D6AA0FCB-9F55-4EB8-98DC-64B60BDC1E94}" dt="2022-10-14T07:03:14.848" v="507" actId="27636"/>
          <ac:spMkLst>
            <pc:docMk/>
            <pc:sldMk cId="3996191453" sldId="390"/>
            <ac:spMk id="2" creationId="{54510D90-E11F-4B1D-99DF-71014742AF55}"/>
          </ac:spMkLst>
        </pc:spChg>
      </pc:sldChg>
      <pc:sldChg chg="addSp delSp modSp mod">
        <pc:chgData name="Ross Lennox" userId="58d9d5bc-538f-4f95-83de-caf12abda033" providerId="ADAL" clId="{D6AA0FCB-9F55-4EB8-98DC-64B60BDC1E94}" dt="2022-10-20T04:49:45.317" v="2921" actId="1076"/>
        <pc:sldMkLst>
          <pc:docMk/>
          <pc:sldMk cId="241829404" sldId="391"/>
        </pc:sldMkLst>
        <pc:spChg chg="add mod">
          <ac:chgData name="Ross Lennox" userId="58d9d5bc-538f-4f95-83de-caf12abda033" providerId="ADAL" clId="{D6AA0FCB-9F55-4EB8-98DC-64B60BDC1E94}" dt="2022-10-20T04:49:45.317" v="2921" actId="1076"/>
          <ac:spMkLst>
            <pc:docMk/>
            <pc:sldMk cId="241829404" sldId="391"/>
            <ac:spMk id="2" creationId="{2E59B473-818A-4650-80A5-4955E4911DE8}"/>
          </ac:spMkLst>
        </pc:spChg>
        <pc:spChg chg="mod">
          <ac:chgData name="Ross Lennox" userId="58d9d5bc-538f-4f95-83de-caf12abda033" providerId="ADAL" clId="{D6AA0FCB-9F55-4EB8-98DC-64B60BDC1E94}" dt="2022-10-17T05:54:55.113" v="2738" actId="20577"/>
          <ac:spMkLst>
            <pc:docMk/>
            <pc:sldMk cId="241829404" sldId="391"/>
            <ac:spMk id="3" creationId="{E7D7D264-5503-483B-A74D-B37BC9941074}"/>
          </ac:spMkLst>
        </pc:spChg>
        <pc:spChg chg="mod">
          <ac:chgData name="Ross Lennox" userId="58d9d5bc-538f-4f95-83de-caf12abda033" providerId="ADAL" clId="{D6AA0FCB-9F55-4EB8-98DC-64B60BDC1E94}" dt="2022-10-14T07:03:27.552" v="514" actId="20577"/>
          <ac:spMkLst>
            <pc:docMk/>
            <pc:sldMk cId="241829404" sldId="391"/>
            <ac:spMk id="4" creationId="{C05398F6-CE71-45F9-869B-2525FC77DD64}"/>
          </ac:spMkLst>
        </pc:spChg>
        <pc:spChg chg="add mod">
          <ac:chgData name="Ross Lennox" userId="58d9d5bc-538f-4f95-83de-caf12abda033" providerId="ADAL" clId="{D6AA0FCB-9F55-4EB8-98DC-64B60BDC1E94}" dt="2022-10-17T05:35:48.890" v="2062" actId="1076"/>
          <ac:spMkLst>
            <pc:docMk/>
            <pc:sldMk cId="241829404" sldId="391"/>
            <ac:spMk id="6" creationId="{E484B957-72CD-4DDA-AC91-F311C6BC4A5F}"/>
          </ac:spMkLst>
        </pc:spChg>
        <pc:spChg chg="add mod">
          <ac:chgData name="Ross Lennox" userId="58d9d5bc-538f-4f95-83de-caf12abda033" providerId="ADAL" clId="{D6AA0FCB-9F55-4EB8-98DC-64B60BDC1E94}" dt="2022-10-17T05:35:58.416" v="2065" actId="1076"/>
          <ac:spMkLst>
            <pc:docMk/>
            <pc:sldMk cId="241829404" sldId="391"/>
            <ac:spMk id="8" creationId="{CD4F4411-7EE4-4C2B-A779-81802DAD5A27}"/>
          </ac:spMkLst>
        </pc:spChg>
        <pc:spChg chg="add del mod">
          <ac:chgData name="Ross Lennox" userId="58d9d5bc-538f-4f95-83de-caf12abda033" providerId="ADAL" clId="{D6AA0FCB-9F55-4EB8-98DC-64B60BDC1E94}" dt="2022-10-14T07:11:10.746" v="827" actId="478"/>
          <ac:spMkLst>
            <pc:docMk/>
            <pc:sldMk cId="241829404" sldId="391"/>
            <ac:spMk id="9" creationId="{7AAAE7E1-F28A-4BBF-83C9-E7453E0E31A6}"/>
          </ac:spMkLst>
        </pc:spChg>
        <pc:spChg chg="add mod">
          <ac:chgData name="Ross Lennox" userId="58d9d5bc-538f-4f95-83de-caf12abda033" providerId="ADAL" clId="{D6AA0FCB-9F55-4EB8-98DC-64B60BDC1E94}" dt="2022-10-17T05:35:53.170" v="2063" actId="1076"/>
          <ac:spMkLst>
            <pc:docMk/>
            <pc:sldMk cId="241829404" sldId="391"/>
            <ac:spMk id="10" creationId="{0C37A9F7-7E12-425F-81B5-2CD9B7561AA2}"/>
          </ac:spMkLst>
        </pc:spChg>
        <pc:spChg chg="add mod">
          <ac:chgData name="Ross Lennox" userId="58d9d5bc-538f-4f95-83de-caf12abda033" providerId="ADAL" clId="{D6AA0FCB-9F55-4EB8-98DC-64B60BDC1E94}" dt="2022-10-17T05:36:02.285" v="2066" actId="1076"/>
          <ac:spMkLst>
            <pc:docMk/>
            <pc:sldMk cId="241829404" sldId="391"/>
            <ac:spMk id="11" creationId="{47D8D91C-0CD0-47A1-8AC0-DCED1156BABE}"/>
          </ac:spMkLst>
        </pc:spChg>
        <pc:picChg chg="add mod">
          <ac:chgData name="Ross Lennox" userId="58d9d5bc-538f-4f95-83de-caf12abda033" providerId="ADAL" clId="{D6AA0FCB-9F55-4EB8-98DC-64B60BDC1E94}" dt="2022-10-17T05:35:12.505" v="2060" actId="1076"/>
          <ac:picMkLst>
            <pc:docMk/>
            <pc:sldMk cId="241829404" sldId="391"/>
            <ac:picMk id="5" creationId="{E59DF66E-8594-4720-8BD9-9A13AF6B2708}"/>
          </ac:picMkLst>
        </pc:picChg>
        <pc:picChg chg="add mod">
          <ac:chgData name="Ross Lennox" userId="58d9d5bc-538f-4f95-83de-caf12abda033" providerId="ADAL" clId="{D6AA0FCB-9F55-4EB8-98DC-64B60BDC1E94}" dt="2022-10-17T05:35:56.411" v="2064" actId="1076"/>
          <ac:picMkLst>
            <pc:docMk/>
            <pc:sldMk cId="241829404" sldId="391"/>
            <ac:picMk id="7" creationId="{511CA123-8F67-455C-AD2A-921BB62C01F5}"/>
          </ac:picMkLst>
        </pc:picChg>
      </pc:sldChg>
      <pc:sldChg chg="new del">
        <pc:chgData name="Ross Lennox" userId="58d9d5bc-538f-4f95-83de-caf12abda033" providerId="ADAL" clId="{D6AA0FCB-9F55-4EB8-98DC-64B60BDC1E94}" dt="2022-10-14T07:23:34.879" v="1350" actId="47"/>
        <pc:sldMkLst>
          <pc:docMk/>
          <pc:sldMk cId="2628748659" sldId="392"/>
        </pc:sldMkLst>
      </pc:sldChg>
      <pc:sldChg chg="modSp mod">
        <pc:chgData name="Ross Lennox" userId="58d9d5bc-538f-4f95-83de-caf12abda033" providerId="ADAL" clId="{D6AA0FCB-9F55-4EB8-98DC-64B60BDC1E94}" dt="2022-10-17T05:30:33.627" v="1892" actId="20577"/>
        <pc:sldMkLst>
          <pc:docMk/>
          <pc:sldMk cId="975939828" sldId="393"/>
        </pc:sldMkLst>
        <pc:spChg chg="mod">
          <ac:chgData name="Ross Lennox" userId="58d9d5bc-538f-4f95-83de-caf12abda033" providerId="ADAL" clId="{D6AA0FCB-9F55-4EB8-98DC-64B60BDC1E94}" dt="2022-10-17T05:30:33.627" v="1892" actId="20577"/>
          <ac:spMkLst>
            <pc:docMk/>
            <pc:sldMk cId="975939828" sldId="393"/>
            <ac:spMk id="3" creationId="{E7D7D264-5503-483B-A74D-B37BC9941074}"/>
          </ac:spMkLst>
        </pc:spChg>
      </pc:sldChg>
      <pc:sldChg chg="modSp new mod">
        <pc:chgData name="Ross Lennox" userId="58d9d5bc-538f-4f95-83de-caf12abda033" providerId="ADAL" clId="{D6AA0FCB-9F55-4EB8-98DC-64B60BDC1E94}" dt="2022-10-17T05:53:07.063" v="2728" actId="20577"/>
        <pc:sldMkLst>
          <pc:docMk/>
          <pc:sldMk cId="1427581946" sldId="394"/>
        </pc:sldMkLst>
        <pc:spChg chg="mod">
          <ac:chgData name="Ross Lennox" userId="58d9d5bc-538f-4f95-83de-caf12abda033" providerId="ADAL" clId="{D6AA0FCB-9F55-4EB8-98DC-64B60BDC1E94}" dt="2022-10-17T05:52:28.375" v="2666" actId="20577"/>
          <ac:spMkLst>
            <pc:docMk/>
            <pc:sldMk cId="1427581946" sldId="394"/>
            <ac:spMk id="2" creationId="{A04AF235-04CA-4A5C-91F7-B6FD5C3B3EFF}"/>
          </ac:spMkLst>
        </pc:spChg>
        <pc:spChg chg="mod">
          <ac:chgData name="Ross Lennox" userId="58d9d5bc-538f-4f95-83de-caf12abda033" providerId="ADAL" clId="{D6AA0FCB-9F55-4EB8-98DC-64B60BDC1E94}" dt="2022-10-17T05:53:07.063" v="2728" actId="20577"/>
          <ac:spMkLst>
            <pc:docMk/>
            <pc:sldMk cId="1427581946" sldId="394"/>
            <ac:spMk id="3" creationId="{ED67BA9B-93A3-43D5-8017-4300C0DB932D}"/>
          </ac:spMkLst>
        </pc:spChg>
      </pc:sldChg>
      <pc:sldChg chg="addSp delSp modSp new mod ord">
        <pc:chgData name="Ross Lennox" userId="58d9d5bc-538f-4f95-83de-caf12abda033" providerId="ADAL" clId="{D6AA0FCB-9F55-4EB8-98DC-64B60BDC1E94}" dt="2022-10-20T04:48:04.127" v="2844" actId="6549"/>
        <pc:sldMkLst>
          <pc:docMk/>
          <pc:sldMk cId="3451083279" sldId="395"/>
        </pc:sldMkLst>
        <pc:spChg chg="add del">
          <ac:chgData name="Ross Lennox" userId="58d9d5bc-538f-4f95-83de-caf12abda033" providerId="ADAL" clId="{D6AA0FCB-9F55-4EB8-98DC-64B60BDC1E94}" dt="2022-10-20T04:46:48.004" v="2760" actId="478"/>
          <ac:spMkLst>
            <pc:docMk/>
            <pc:sldMk cId="3451083279" sldId="395"/>
            <ac:spMk id="2" creationId="{91BA3A43-03CC-4ED9-9425-23DFFEFFB903}"/>
          </ac:spMkLst>
        </pc:spChg>
        <pc:spChg chg="add mod">
          <ac:chgData name="Ross Lennox" userId="58d9d5bc-538f-4f95-83de-caf12abda033" providerId="ADAL" clId="{D6AA0FCB-9F55-4EB8-98DC-64B60BDC1E94}" dt="2022-10-20T04:48:04.127" v="2844" actId="6549"/>
          <ac:spMkLst>
            <pc:docMk/>
            <pc:sldMk cId="3451083279" sldId="395"/>
            <ac:spMk id="4" creationId="{B5E9AB3F-FDE4-4C29-A0FC-0F1081D31B70}"/>
          </ac:spMkLst>
        </pc:spChg>
        <pc:picChg chg="add mod modCrop">
          <ac:chgData name="Ross Lennox" userId="58d9d5bc-538f-4f95-83de-caf12abda033" providerId="ADAL" clId="{D6AA0FCB-9F55-4EB8-98DC-64B60BDC1E94}" dt="2022-10-20T04:47:24.990" v="2784" actId="732"/>
          <ac:picMkLst>
            <pc:docMk/>
            <pc:sldMk cId="3451083279" sldId="395"/>
            <ac:picMk id="3" creationId="{74FFAAB6-AECC-4A2B-81B7-0C038B99B6D2}"/>
          </ac:picMkLst>
        </pc:picChg>
      </pc:sldChg>
      <pc:sldChg chg="modSp new mod">
        <pc:chgData name="Ross Lennox" userId="58d9d5bc-538f-4f95-83de-caf12abda033" providerId="ADAL" clId="{D6AA0FCB-9F55-4EB8-98DC-64B60BDC1E94}" dt="2022-10-20T04:52:59.740" v="3069" actId="20577"/>
        <pc:sldMkLst>
          <pc:docMk/>
          <pc:sldMk cId="2581454822" sldId="396"/>
        </pc:sldMkLst>
        <pc:spChg chg="mod">
          <ac:chgData name="Ross Lennox" userId="58d9d5bc-538f-4f95-83de-caf12abda033" providerId="ADAL" clId="{D6AA0FCB-9F55-4EB8-98DC-64B60BDC1E94}" dt="2022-10-20T04:52:26.573" v="3025" actId="20577"/>
          <ac:spMkLst>
            <pc:docMk/>
            <pc:sldMk cId="2581454822" sldId="396"/>
            <ac:spMk id="2" creationId="{B6A0F37D-10E4-4F0E-87EA-59863E1512B3}"/>
          </ac:spMkLst>
        </pc:spChg>
        <pc:spChg chg="mod">
          <ac:chgData name="Ross Lennox" userId="58d9d5bc-538f-4f95-83de-caf12abda033" providerId="ADAL" clId="{D6AA0FCB-9F55-4EB8-98DC-64B60BDC1E94}" dt="2022-10-20T04:52:59.740" v="3069" actId="20577"/>
          <ac:spMkLst>
            <pc:docMk/>
            <pc:sldMk cId="2581454822" sldId="396"/>
            <ac:spMk id="3" creationId="{10D04522-E536-43A5-8428-773020DEBE97}"/>
          </ac:spMkLst>
        </pc:spChg>
      </pc:sldChg>
    </pc:docChg>
  </pc:docChgLst>
  <pc:docChgLst>
    <pc:chgData name="Mat Gallehawk" userId="S::mathew_gallehawk@gjames.com.au::93dd6677-ad92-4f4d-8ebe-555150310a93" providerId="AD" clId="Web-{5E9D9EBD-32D0-4DF5-AA95-168A68AA0EE6}"/>
    <pc:docChg chg="modSld">
      <pc:chgData name="Mat Gallehawk" userId="S::mathew_gallehawk@gjames.com.au::93dd6677-ad92-4f4d-8ebe-555150310a93" providerId="AD" clId="Web-{5E9D9EBD-32D0-4DF5-AA95-168A68AA0EE6}" dt="2022-10-13T00:00:38.543" v="309" actId="20577"/>
      <pc:docMkLst>
        <pc:docMk/>
      </pc:docMkLst>
      <pc:sldChg chg="modSp">
        <pc:chgData name="Mat Gallehawk" userId="S::mathew_gallehawk@gjames.com.au::93dd6677-ad92-4f4d-8ebe-555150310a93" providerId="AD" clId="Web-{5E9D9EBD-32D0-4DF5-AA95-168A68AA0EE6}" dt="2022-10-12T23:39:51.734" v="23" actId="20577"/>
        <pc:sldMkLst>
          <pc:docMk/>
          <pc:sldMk cId="3065177915" sldId="298"/>
        </pc:sldMkLst>
        <pc:spChg chg="mod">
          <ac:chgData name="Mat Gallehawk" userId="S::mathew_gallehawk@gjames.com.au::93dd6677-ad92-4f4d-8ebe-555150310a93" providerId="AD" clId="Web-{5E9D9EBD-32D0-4DF5-AA95-168A68AA0EE6}" dt="2022-10-12T23:39:03.061" v="13" actId="20577"/>
          <ac:spMkLst>
            <pc:docMk/>
            <pc:sldMk cId="3065177915" sldId="298"/>
            <ac:spMk id="2" creationId="{00000000-0000-0000-0000-000000000000}"/>
          </ac:spMkLst>
        </pc:spChg>
        <pc:spChg chg="mod">
          <ac:chgData name="Mat Gallehawk" userId="S::mathew_gallehawk@gjames.com.au::93dd6677-ad92-4f4d-8ebe-555150310a93" providerId="AD" clId="Web-{5E9D9EBD-32D0-4DF5-AA95-168A68AA0EE6}" dt="2022-10-12T23:39:51.734" v="23" actId="20577"/>
          <ac:spMkLst>
            <pc:docMk/>
            <pc:sldMk cId="3065177915" sldId="298"/>
            <ac:spMk id="3" creationId="{00000000-0000-0000-0000-000000000000}"/>
          </ac:spMkLst>
        </pc:spChg>
        <pc:spChg chg="mod">
          <ac:chgData name="Mat Gallehawk" userId="S::mathew_gallehawk@gjames.com.au::93dd6677-ad92-4f4d-8ebe-555150310a93" providerId="AD" clId="Web-{5E9D9EBD-32D0-4DF5-AA95-168A68AA0EE6}" dt="2022-10-12T23:39:11.592" v="15" actId="20577"/>
          <ac:spMkLst>
            <pc:docMk/>
            <pc:sldMk cId="3065177915" sldId="298"/>
            <ac:spMk id="8" creationId="{336DA5BB-80C8-8BEE-EE80-62248775AE81}"/>
          </ac:spMkLst>
        </pc:spChg>
      </pc:sldChg>
      <pc:sldChg chg="addSp delSp modSp">
        <pc:chgData name="Mat Gallehawk" userId="S::mathew_gallehawk@gjames.com.au::93dd6677-ad92-4f4d-8ebe-555150310a93" providerId="AD" clId="Web-{5E9D9EBD-32D0-4DF5-AA95-168A68AA0EE6}" dt="2022-10-12T23:54:27.284" v="212" actId="20577"/>
        <pc:sldMkLst>
          <pc:docMk/>
          <pc:sldMk cId="2148006341" sldId="299"/>
        </pc:sldMkLst>
        <pc:spChg chg="mod">
          <ac:chgData name="Mat Gallehawk" userId="S::mathew_gallehawk@gjames.com.au::93dd6677-ad92-4f4d-8ebe-555150310a93" providerId="AD" clId="Web-{5E9D9EBD-32D0-4DF5-AA95-168A68AA0EE6}" dt="2022-10-12T23:40:07.672" v="33" actId="20577"/>
          <ac:spMkLst>
            <pc:docMk/>
            <pc:sldMk cId="2148006341" sldId="299"/>
            <ac:spMk id="2" creationId="{21B75AF1-D05B-4283-A256-C1D4A75B7FF6}"/>
          </ac:spMkLst>
        </pc:spChg>
        <pc:spChg chg="mod">
          <ac:chgData name="Mat Gallehawk" userId="S::mathew_gallehawk@gjames.com.au::93dd6677-ad92-4f4d-8ebe-555150310a93" providerId="AD" clId="Web-{5E9D9EBD-32D0-4DF5-AA95-168A68AA0EE6}" dt="2022-10-12T23:54:27.284" v="212" actId="20577"/>
          <ac:spMkLst>
            <pc:docMk/>
            <pc:sldMk cId="2148006341" sldId="299"/>
            <ac:spMk id="3" creationId="{E412A0F2-9C53-4B4C-9047-008D5D9FFC77}"/>
          </ac:spMkLst>
        </pc:spChg>
        <pc:spChg chg="mod">
          <ac:chgData name="Mat Gallehawk" userId="S::mathew_gallehawk@gjames.com.au::93dd6677-ad92-4f4d-8ebe-555150310a93" providerId="AD" clId="Web-{5E9D9EBD-32D0-4DF5-AA95-168A68AA0EE6}" dt="2022-10-12T23:53:10.142" v="181" actId="1076"/>
          <ac:spMkLst>
            <pc:docMk/>
            <pc:sldMk cId="2148006341" sldId="299"/>
            <ac:spMk id="6" creationId="{23C264E4-603C-46DA-B0AD-49DA18B96D2F}"/>
          </ac:spMkLst>
        </pc:spChg>
        <pc:spChg chg="add del mod">
          <ac:chgData name="Mat Gallehawk" userId="S::mathew_gallehawk@gjames.com.au::93dd6677-ad92-4f4d-8ebe-555150310a93" providerId="AD" clId="Web-{5E9D9EBD-32D0-4DF5-AA95-168A68AA0EE6}" dt="2022-10-12T23:41:18.579" v="43"/>
          <ac:spMkLst>
            <pc:docMk/>
            <pc:sldMk cId="2148006341" sldId="299"/>
            <ac:spMk id="7" creationId="{5B7CC886-1597-5666-FAAF-94683ABC8DFE}"/>
          </ac:spMkLst>
        </pc:spChg>
        <pc:spChg chg="add mod">
          <ac:chgData name="Mat Gallehawk" userId="S::mathew_gallehawk@gjames.com.au::93dd6677-ad92-4f4d-8ebe-555150310a93" providerId="AD" clId="Web-{5E9D9EBD-32D0-4DF5-AA95-168A68AA0EE6}" dt="2022-10-12T23:53:26.220" v="189" actId="1076"/>
          <ac:spMkLst>
            <pc:docMk/>
            <pc:sldMk cId="2148006341" sldId="299"/>
            <ac:spMk id="8" creationId="{0607F669-2075-3F07-E4EB-E770AD8EF8E7}"/>
          </ac:spMkLst>
        </pc:spChg>
        <pc:spChg chg="mod">
          <ac:chgData name="Mat Gallehawk" userId="S::mathew_gallehawk@gjames.com.au::93dd6677-ad92-4f4d-8ebe-555150310a93" providerId="AD" clId="Web-{5E9D9EBD-32D0-4DF5-AA95-168A68AA0EE6}" dt="2022-10-12T23:53:10.095" v="178" actId="1076"/>
          <ac:spMkLst>
            <pc:docMk/>
            <pc:sldMk cId="2148006341" sldId="299"/>
            <ac:spMk id="9" creationId="{79994491-6AC3-451F-A508-31DE0350372E}"/>
          </ac:spMkLst>
        </pc:spChg>
        <pc:spChg chg="mod">
          <ac:chgData name="Mat Gallehawk" userId="S::mathew_gallehawk@gjames.com.au::93dd6677-ad92-4f4d-8ebe-555150310a93" providerId="AD" clId="Web-{5E9D9EBD-32D0-4DF5-AA95-168A68AA0EE6}" dt="2022-10-12T23:53:10.158" v="183" actId="1076"/>
          <ac:spMkLst>
            <pc:docMk/>
            <pc:sldMk cId="2148006341" sldId="299"/>
            <ac:spMk id="10" creationId="{6CE97A6D-CF1F-44DC-BCBA-D68AE6F14879}"/>
          </ac:spMkLst>
        </pc:spChg>
        <pc:spChg chg="mod">
          <ac:chgData name="Mat Gallehawk" userId="S::mathew_gallehawk@gjames.com.au::93dd6677-ad92-4f4d-8ebe-555150310a93" providerId="AD" clId="Web-{5E9D9EBD-32D0-4DF5-AA95-168A68AA0EE6}" dt="2022-10-12T23:53:10.173" v="184" actId="1076"/>
          <ac:spMkLst>
            <pc:docMk/>
            <pc:sldMk cId="2148006341" sldId="299"/>
            <ac:spMk id="11" creationId="{37CF41D9-E981-486F-B61D-CCCD48CB5B04}"/>
          </ac:spMkLst>
        </pc:spChg>
        <pc:spChg chg="mod">
          <ac:chgData name="Mat Gallehawk" userId="S::mathew_gallehawk@gjames.com.au::93dd6677-ad92-4f4d-8ebe-555150310a93" providerId="AD" clId="Web-{5E9D9EBD-32D0-4DF5-AA95-168A68AA0EE6}" dt="2022-10-12T23:53:10.111" v="179" actId="1076"/>
          <ac:spMkLst>
            <pc:docMk/>
            <pc:sldMk cId="2148006341" sldId="299"/>
            <ac:spMk id="12" creationId="{9B40E896-3979-404F-9805-0B2BF3CF4ED8}"/>
          </ac:spMkLst>
        </pc:spChg>
        <pc:spChg chg="mod">
          <ac:chgData name="Mat Gallehawk" userId="S::mathew_gallehawk@gjames.com.au::93dd6677-ad92-4f4d-8ebe-555150310a93" providerId="AD" clId="Web-{5E9D9EBD-32D0-4DF5-AA95-168A68AA0EE6}" dt="2022-10-12T23:53:10.126" v="180" actId="1076"/>
          <ac:spMkLst>
            <pc:docMk/>
            <pc:sldMk cId="2148006341" sldId="299"/>
            <ac:spMk id="13" creationId="{05743933-5A7A-4C82-8014-FBBE6728D0B1}"/>
          </ac:spMkLst>
        </pc:spChg>
        <pc:spChg chg="mod">
          <ac:chgData name="Mat Gallehawk" userId="S::mathew_gallehawk@gjames.com.au::93dd6677-ad92-4f4d-8ebe-555150310a93" providerId="AD" clId="Web-{5E9D9EBD-32D0-4DF5-AA95-168A68AA0EE6}" dt="2022-10-12T23:53:10.158" v="182" actId="1076"/>
          <ac:spMkLst>
            <pc:docMk/>
            <pc:sldMk cId="2148006341" sldId="299"/>
            <ac:spMk id="14" creationId="{50055C4A-D13C-4056-BD10-092430B1C213}"/>
          </ac:spMkLst>
        </pc:spChg>
        <pc:spChg chg="mod">
          <ac:chgData name="Mat Gallehawk" userId="S::mathew_gallehawk@gjames.com.au::93dd6677-ad92-4f4d-8ebe-555150310a93" providerId="AD" clId="Web-{5E9D9EBD-32D0-4DF5-AA95-168A68AA0EE6}" dt="2022-10-12T23:52:40.219" v="174" actId="20577"/>
          <ac:spMkLst>
            <pc:docMk/>
            <pc:sldMk cId="2148006341" sldId="299"/>
            <ac:spMk id="15" creationId="{04C46337-4239-4616-927D-022E4784226F}"/>
          </ac:spMkLst>
        </pc:spChg>
        <pc:spChg chg="add mod">
          <ac:chgData name="Mat Gallehawk" userId="S::mathew_gallehawk@gjames.com.au::93dd6677-ad92-4f4d-8ebe-555150310a93" providerId="AD" clId="Web-{5E9D9EBD-32D0-4DF5-AA95-168A68AA0EE6}" dt="2022-10-12T23:53:29.142" v="190" actId="1076"/>
          <ac:spMkLst>
            <pc:docMk/>
            <pc:sldMk cId="2148006341" sldId="299"/>
            <ac:spMk id="16" creationId="{7F9F7329-B06F-3FB7-FD9F-9AEA1B8E1F6D}"/>
          </ac:spMkLst>
        </pc:spChg>
        <pc:spChg chg="add mod">
          <ac:chgData name="Mat Gallehawk" userId="S::mathew_gallehawk@gjames.com.au::93dd6677-ad92-4f4d-8ebe-555150310a93" providerId="AD" clId="Web-{5E9D9EBD-32D0-4DF5-AA95-168A68AA0EE6}" dt="2022-10-12T23:53:33.268" v="191" actId="1076"/>
          <ac:spMkLst>
            <pc:docMk/>
            <pc:sldMk cId="2148006341" sldId="299"/>
            <ac:spMk id="17" creationId="{D176F32B-DC74-BF3C-34E8-5D6B2431266E}"/>
          </ac:spMkLst>
        </pc:spChg>
        <pc:spChg chg="add mod">
          <ac:chgData name="Mat Gallehawk" userId="S::mathew_gallehawk@gjames.com.au::93dd6677-ad92-4f4d-8ebe-555150310a93" providerId="AD" clId="Web-{5E9D9EBD-32D0-4DF5-AA95-168A68AA0EE6}" dt="2022-10-12T23:53:37.033" v="192" actId="1076"/>
          <ac:spMkLst>
            <pc:docMk/>
            <pc:sldMk cId="2148006341" sldId="299"/>
            <ac:spMk id="18" creationId="{7D0346A0-07C3-C687-9206-E7DAB09B1A4B}"/>
          </ac:spMkLst>
        </pc:spChg>
        <pc:picChg chg="mod">
          <ac:chgData name="Mat Gallehawk" userId="S::mathew_gallehawk@gjames.com.au::93dd6677-ad92-4f4d-8ebe-555150310a93" providerId="AD" clId="Web-{5E9D9EBD-32D0-4DF5-AA95-168A68AA0EE6}" dt="2022-10-12T23:40:13.766" v="35" actId="1076"/>
          <ac:picMkLst>
            <pc:docMk/>
            <pc:sldMk cId="2148006341" sldId="299"/>
            <ac:picMk id="4" creationId="{C0E3FADE-8BDA-4287-A55B-FDB5DF8873C5}"/>
          </ac:picMkLst>
        </pc:picChg>
        <pc:picChg chg="mod">
          <ac:chgData name="Mat Gallehawk" userId="S::mathew_gallehawk@gjames.com.au::93dd6677-ad92-4f4d-8ebe-555150310a93" providerId="AD" clId="Web-{5E9D9EBD-32D0-4DF5-AA95-168A68AA0EE6}" dt="2022-10-12T23:40:11.500" v="34" actId="1076"/>
          <ac:picMkLst>
            <pc:docMk/>
            <pc:sldMk cId="2148006341" sldId="299"/>
            <ac:picMk id="5" creationId="{000A078B-9B70-4877-81A0-15DE31893403}"/>
          </ac:picMkLst>
        </pc:picChg>
      </pc:sldChg>
      <pc:sldChg chg="modSp">
        <pc:chgData name="Mat Gallehawk" userId="S::mathew_gallehawk@gjames.com.au::93dd6677-ad92-4f4d-8ebe-555150310a93" providerId="AD" clId="Web-{5E9D9EBD-32D0-4DF5-AA95-168A68AA0EE6}" dt="2022-10-12T23:57:16.413" v="235" actId="20577"/>
        <pc:sldMkLst>
          <pc:docMk/>
          <pc:sldMk cId="3169463616" sldId="307"/>
        </pc:sldMkLst>
        <pc:spChg chg="mod">
          <ac:chgData name="Mat Gallehawk" userId="S::mathew_gallehawk@gjames.com.au::93dd6677-ad92-4f4d-8ebe-555150310a93" providerId="AD" clId="Web-{5E9D9EBD-32D0-4DF5-AA95-168A68AA0EE6}" dt="2022-10-12T23:55:46.395" v="232" actId="20577"/>
          <ac:spMkLst>
            <pc:docMk/>
            <pc:sldMk cId="3169463616" sldId="307"/>
            <ac:spMk id="2" creationId="{2311DB63-4880-45EE-A96E-24E426039F8B}"/>
          </ac:spMkLst>
        </pc:spChg>
        <pc:spChg chg="mod">
          <ac:chgData name="Mat Gallehawk" userId="S::mathew_gallehawk@gjames.com.au::93dd6677-ad92-4f4d-8ebe-555150310a93" providerId="AD" clId="Web-{5E9D9EBD-32D0-4DF5-AA95-168A68AA0EE6}" dt="2022-10-12T23:57:16.413" v="235" actId="20577"/>
          <ac:spMkLst>
            <pc:docMk/>
            <pc:sldMk cId="3169463616" sldId="307"/>
            <ac:spMk id="3" creationId="{D7B837D7-EA76-4DCE-A319-CA73C9382C6C}"/>
          </ac:spMkLst>
        </pc:spChg>
      </pc:sldChg>
      <pc:sldChg chg="modSp">
        <pc:chgData name="Mat Gallehawk" userId="S::mathew_gallehawk@gjames.com.au::93dd6677-ad92-4f4d-8ebe-555150310a93" providerId="AD" clId="Web-{5E9D9EBD-32D0-4DF5-AA95-168A68AA0EE6}" dt="2022-10-12T23:59:35.041" v="284" actId="20577"/>
        <pc:sldMkLst>
          <pc:docMk/>
          <pc:sldMk cId="1409120268" sldId="310"/>
        </pc:sldMkLst>
        <pc:spChg chg="mod">
          <ac:chgData name="Mat Gallehawk" userId="S::mathew_gallehawk@gjames.com.au::93dd6677-ad92-4f4d-8ebe-555150310a93" providerId="AD" clId="Web-{5E9D9EBD-32D0-4DF5-AA95-168A68AA0EE6}" dt="2022-10-12T23:59:08.775" v="270" actId="1076"/>
          <ac:spMkLst>
            <pc:docMk/>
            <pc:sldMk cId="1409120268" sldId="310"/>
            <ac:spMk id="3" creationId="{00000000-0000-0000-0000-000000000000}"/>
          </ac:spMkLst>
        </pc:spChg>
        <pc:spChg chg="mod">
          <ac:chgData name="Mat Gallehawk" userId="S::mathew_gallehawk@gjames.com.au::93dd6677-ad92-4f4d-8ebe-555150310a93" providerId="AD" clId="Web-{5E9D9EBD-32D0-4DF5-AA95-168A68AA0EE6}" dt="2022-10-12T23:59:35.041" v="284" actId="20577"/>
          <ac:spMkLst>
            <pc:docMk/>
            <pc:sldMk cId="1409120268" sldId="310"/>
            <ac:spMk id="9" creationId="{301614A1-BB3D-054B-E815-E9BF1D49A26D}"/>
          </ac:spMkLst>
        </pc:spChg>
      </pc:sldChg>
      <pc:sldChg chg="modSp">
        <pc:chgData name="Mat Gallehawk" userId="S::mathew_gallehawk@gjames.com.au::93dd6677-ad92-4f4d-8ebe-555150310a93" providerId="AD" clId="Web-{5E9D9EBD-32D0-4DF5-AA95-168A68AA0EE6}" dt="2022-10-13T00:00:38.543" v="309" actId="20577"/>
        <pc:sldMkLst>
          <pc:docMk/>
          <pc:sldMk cId="2714862628" sldId="311"/>
        </pc:sldMkLst>
        <pc:spChg chg="mod">
          <ac:chgData name="Mat Gallehawk" userId="S::mathew_gallehawk@gjames.com.au::93dd6677-ad92-4f4d-8ebe-555150310a93" providerId="AD" clId="Web-{5E9D9EBD-32D0-4DF5-AA95-168A68AA0EE6}" dt="2022-10-12T23:59:54.307" v="292" actId="20577"/>
          <ac:spMkLst>
            <pc:docMk/>
            <pc:sldMk cId="2714862628" sldId="311"/>
            <ac:spMk id="2" creationId="{00000000-0000-0000-0000-000000000000}"/>
          </ac:spMkLst>
        </pc:spChg>
        <pc:spChg chg="mod">
          <ac:chgData name="Mat Gallehawk" userId="S::mathew_gallehawk@gjames.com.au::93dd6677-ad92-4f4d-8ebe-555150310a93" providerId="AD" clId="Web-{5E9D9EBD-32D0-4DF5-AA95-168A68AA0EE6}" dt="2022-10-13T00:00:34.855" v="308" actId="20577"/>
          <ac:spMkLst>
            <pc:docMk/>
            <pc:sldMk cId="2714862628" sldId="311"/>
            <ac:spMk id="3" creationId="{00000000-0000-0000-0000-000000000000}"/>
          </ac:spMkLst>
        </pc:spChg>
        <pc:spChg chg="mod">
          <ac:chgData name="Mat Gallehawk" userId="S::mathew_gallehawk@gjames.com.au::93dd6677-ad92-4f4d-8ebe-555150310a93" providerId="AD" clId="Web-{5E9D9EBD-32D0-4DF5-AA95-168A68AA0EE6}" dt="2022-10-13T00:00:38.543" v="309" actId="20577"/>
          <ac:spMkLst>
            <pc:docMk/>
            <pc:sldMk cId="2714862628" sldId="311"/>
            <ac:spMk id="11" creationId="{25E2A3FC-D1E3-5C5D-0616-A78008665ADA}"/>
          </ac:spMkLst>
        </pc:spChg>
      </pc:sldChg>
    </pc:docChg>
  </pc:docChgLst>
  <pc:docChgLst>
    <pc:chgData name="Darren Daly" userId="S::darren_daly@gjames.com.au::819567e7-b13d-426c-99fa-035b2637d784" providerId="AD" clId="Web-{E34BD691-1E6D-461C-B722-3D48AC9FD313}"/>
    <pc:docChg chg="modSld">
      <pc:chgData name="Darren Daly" userId="S::darren_daly@gjames.com.au::819567e7-b13d-426c-99fa-035b2637d784" providerId="AD" clId="Web-{E34BD691-1E6D-461C-B722-3D48AC9FD313}" dt="2022-10-07T02:46:48.784" v="47" actId="20577"/>
      <pc:docMkLst>
        <pc:docMk/>
      </pc:docMkLst>
      <pc:sldChg chg="modSp">
        <pc:chgData name="Darren Daly" userId="S::darren_daly@gjames.com.au::819567e7-b13d-426c-99fa-035b2637d784" providerId="AD" clId="Web-{E34BD691-1E6D-461C-B722-3D48AC9FD313}" dt="2022-10-07T02:46:48.784" v="47" actId="20577"/>
        <pc:sldMkLst>
          <pc:docMk/>
          <pc:sldMk cId="498560464" sldId="297"/>
        </pc:sldMkLst>
        <pc:spChg chg="mod">
          <ac:chgData name="Darren Daly" userId="S::darren_daly@gjames.com.au::819567e7-b13d-426c-99fa-035b2637d784" providerId="AD" clId="Web-{E34BD691-1E6D-461C-B722-3D48AC9FD313}" dt="2022-10-07T02:46:48.784" v="47" actId="20577"/>
          <ac:spMkLst>
            <pc:docMk/>
            <pc:sldMk cId="498560464" sldId="297"/>
            <ac:spMk id="3" creationId="{00000000-0000-0000-0000-000000000000}"/>
          </ac:spMkLst>
        </pc:spChg>
      </pc:sldChg>
      <pc:sldChg chg="modSp">
        <pc:chgData name="Darren Daly" userId="S::darren_daly@gjames.com.au::819567e7-b13d-426c-99fa-035b2637d784" providerId="AD" clId="Web-{E34BD691-1E6D-461C-B722-3D48AC9FD313}" dt="2022-10-07T02:43:27.060" v="27" actId="20577"/>
        <pc:sldMkLst>
          <pc:docMk/>
          <pc:sldMk cId="3065177915" sldId="298"/>
        </pc:sldMkLst>
        <pc:spChg chg="mod">
          <ac:chgData name="Darren Daly" userId="S::darren_daly@gjames.com.au::819567e7-b13d-426c-99fa-035b2637d784" providerId="AD" clId="Web-{E34BD691-1E6D-461C-B722-3D48AC9FD313}" dt="2022-10-07T02:39:15.648" v="6"/>
          <ac:spMkLst>
            <pc:docMk/>
            <pc:sldMk cId="3065177915" sldId="298"/>
            <ac:spMk id="3" creationId="{00000000-0000-0000-0000-000000000000}"/>
          </ac:spMkLst>
        </pc:spChg>
        <pc:spChg chg="mod">
          <ac:chgData name="Darren Daly" userId="S::darren_daly@gjames.com.au::819567e7-b13d-426c-99fa-035b2637d784" providerId="AD" clId="Web-{E34BD691-1E6D-461C-B722-3D48AC9FD313}" dt="2022-10-07T02:42:58.982" v="25" actId="20577"/>
          <ac:spMkLst>
            <pc:docMk/>
            <pc:sldMk cId="3065177915" sldId="298"/>
            <ac:spMk id="6" creationId="{BAD9F871-7840-45CF-8899-D82D1C6D3998}"/>
          </ac:spMkLst>
        </pc:spChg>
        <pc:spChg chg="mod">
          <ac:chgData name="Darren Daly" userId="S::darren_daly@gjames.com.au::819567e7-b13d-426c-99fa-035b2637d784" providerId="AD" clId="Web-{E34BD691-1E6D-461C-B722-3D48AC9FD313}" dt="2022-10-07T02:43:27.060" v="27" actId="20577"/>
          <ac:spMkLst>
            <pc:docMk/>
            <pc:sldMk cId="3065177915" sldId="298"/>
            <ac:spMk id="7" creationId="{F296C6C4-5EE0-4A20-9F8A-B29C7088846C}"/>
          </ac:spMkLst>
        </pc:spChg>
      </pc:sldChg>
      <pc:sldChg chg="modSp">
        <pc:chgData name="Darren Daly" userId="S::darren_daly@gjames.com.au::819567e7-b13d-426c-99fa-035b2637d784" providerId="AD" clId="Web-{E34BD691-1E6D-461C-B722-3D48AC9FD313}" dt="2022-10-07T02:44:47.094" v="38" actId="20577"/>
        <pc:sldMkLst>
          <pc:docMk/>
          <pc:sldMk cId="2148006341" sldId="299"/>
        </pc:sldMkLst>
        <pc:spChg chg="mod">
          <ac:chgData name="Darren Daly" userId="S::darren_daly@gjames.com.au::819567e7-b13d-426c-99fa-035b2637d784" providerId="AD" clId="Web-{E34BD691-1E6D-461C-B722-3D48AC9FD313}" dt="2022-10-07T02:44:47.094" v="38" actId="20577"/>
          <ac:spMkLst>
            <pc:docMk/>
            <pc:sldMk cId="2148006341" sldId="299"/>
            <ac:spMk id="3" creationId="{E412A0F2-9C53-4B4C-9047-008D5D9FFC77}"/>
          </ac:spMkLst>
        </pc:spChg>
        <pc:spChg chg="mod">
          <ac:chgData name="Darren Daly" userId="S::darren_daly@gjames.com.au::819567e7-b13d-426c-99fa-035b2637d784" providerId="AD" clId="Web-{E34BD691-1E6D-461C-B722-3D48AC9FD313}" dt="2022-10-07T02:43:51.749" v="30" actId="20577"/>
          <ac:spMkLst>
            <pc:docMk/>
            <pc:sldMk cId="2148006341" sldId="299"/>
            <ac:spMk id="9" creationId="{79994491-6AC3-451F-A508-31DE0350372E}"/>
          </ac:spMkLst>
        </pc:spChg>
        <pc:spChg chg="mod">
          <ac:chgData name="Darren Daly" userId="S::darren_daly@gjames.com.au::819567e7-b13d-426c-99fa-035b2637d784" providerId="AD" clId="Web-{E34BD691-1E6D-461C-B722-3D48AC9FD313}" dt="2022-10-07T02:43:56.249" v="31" actId="20577"/>
          <ac:spMkLst>
            <pc:docMk/>
            <pc:sldMk cId="2148006341" sldId="299"/>
            <ac:spMk id="10" creationId="{6CE97A6D-CF1F-44DC-BCBA-D68AE6F14879}"/>
          </ac:spMkLst>
        </pc:spChg>
        <pc:spChg chg="mod">
          <ac:chgData name="Darren Daly" userId="S::darren_daly@gjames.com.au::819567e7-b13d-426c-99fa-035b2637d784" providerId="AD" clId="Web-{E34BD691-1E6D-461C-B722-3D48AC9FD313}" dt="2022-10-07T02:44:04.983" v="32" actId="20577"/>
          <ac:spMkLst>
            <pc:docMk/>
            <pc:sldMk cId="2148006341" sldId="299"/>
            <ac:spMk id="11" creationId="{37CF41D9-E981-486F-B61D-CCCD48CB5B04}"/>
          </ac:spMkLst>
        </pc:spChg>
        <pc:spChg chg="mod">
          <ac:chgData name="Darren Daly" userId="S::darren_daly@gjames.com.au::819567e7-b13d-426c-99fa-035b2637d784" providerId="AD" clId="Web-{E34BD691-1E6D-461C-B722-3D48AC9FD313}" dt="2022-10-07T02:44:10.358" v="33" actId="20577"/>
          <ac:spMkLst>
            <pc:docMk/>
            <pc:sldMk cId="2148006341" sldId="299"/>
            <ac:spMk id="12" creationId="{9B40E896-3979-404F-9805-0B2BF3CF4ED8}"/>
          </ac:spMkLst>
        </pc:spChg>
        <pc:spChg chg="mod">
          <ac:chgData name="Darren Daly" userId="S::darren_daly@gjames.com.au::819567e7-b13d-426c-99fa-035b2637d784" providerId="AD" clId="Web-{E34BD691-1E6D-461C-B722-3D48AC9FD313}" dt="2022-10-07T02:44:42.125" v="37" actId="20577"/>
          <ac:spMkLst>
            <pc:docMk/>
            <pc:sldMk cId="2148006341" sldId="299"/>
            <ac:spMk id="15" creationId="{04C46337-4239-4616-927D-022E4784226F}"/>
          </ac:spMkLst>
        </pc:spChg>
      </pc:sldChg>
    </pc:docChg>
  </pc:docChgLst>
  <pc:docChgLst>
    <pc:chgData name="Mat Gallehawk" userId="S::mathew_gallehawk@gjames.com.au::93dd6677-ad92-4f4d-8ebe-555150310a93" providerId="AD" clId="Web-{464EFCD3-3E0E-4555-B16A-F5B89F2AA559}"/>
    <pc:docChg chg="modSld">
      <pc:chgData name="Mat Gallehawk" userId="S::mathew_gallehawk@gjames.com.au::93dd6677-ad92-4f4d-8ebe-555150310a93" providerId="AD" clId="Web-{464EFCD3-3E0E-4555-B16A-F5B89F2AA559}" dt="2022-10-13T00:52:30.445" v="7" actId="20577"/>
      <pc:docMkLst>
        <pc:docMk/>
      </pc:docMkLst>
      <pc:sldChg chg="modSp">
        <pc:chgData name="Mat Gallehawk" userId="S::mathew_gallehawk@gjames.com.au::93dd6677-ad92-4f4d-8ebe-555150310a93" providerId="AD" clId="Web-{464EFCD3-3E0E-4555-B16A-F5B89F2AA559}" dt="2022-10-13T00:52:30.445" v="7" actId="20577"/>
        <pc:sldMkLst>
          <pc:docMk/>
          <pc:sldMk cId="3152809585" sldId="313"/>
        </pc:sldMkLst>
        <pc:spChg chg="mod">
          <ac:chgData name="Mat Gallehawk" userId="S::mathew_gallehawk@gjames.com.au::93dd6677-ad92-4f4d-8ebe-555150310a93" providerId="AD" clId="Web-{464EFCD3-3E0E-4555-B16A-F5B89F2AA559}" dt="2022-10-13T00:52:18.538" v="2" actId="20577"/>
          <ac:spMkLst>
            <pc:docMk/>
            <pc:sldMk cId="3152809585" sldId="313"/>
            <ac:spMk id="3" creationId="{D7B837D7-EA76-4DCE-A319-CA73C9382C6C}"/>
          </ac:spMkLst>
        </pc:spChg>
        <pc:spChg chg="mod">
          <ac:chgData name="Mat Gallehawk" userId="S::mathew_gallehawk@gjames.com.au::93dd6677-ad92-4f4d-8ebe-555150310a93" providerId="AD" clId="Web-{464EFCD3-3E0E-4555-B16A-F5B89F2AA559}" dt="2022-10-13T00:52:30.445" v="7" actId="20577"/>
          <ac:spMkLst>
            <pc:docMk/>
            <pc:sldMk cId="3152809585" sldId="313"/>
            <ac:spMk id="5" creationId="{50F94588-C705-B491-BF78-59809F3C35DA}"/>
          </ac:spMkLst>
        </pc:spChg>
      </pc:sldChg>
      <pc:sldChg chg="modSp">
        <pc:chgData name="Mat Gallehawk" userId="S::mathew_gallehawk@gjames.com.au::93dd6677-ad92-4f4d-8ebe-555150310a93" providerId="AD" clId="Web-{464EFCD3-3E0E-4555-B16A-F5B89F2AA559}" dt="2022-10-13T00:52:03.897" v="0" actId="20577"/>
        <pc:sldMkLst>
          <pc:docMk/>
          <pc:sldMk cId="2984330994" sldId="317"/>
        </pc:sldMkLst>
        <pc:spChg chg="mod">
          <ac:chgData name="Mat Gallehawk" userId="S::mathew_gallehawk@gjames.com.au::93dd6677-ad92-4f4d-8ebe-555150310a93" providerId="AD" clId="Web-{464EFCD3-3E0E-4555-B16A-F5B89F2AA559}" dt="2022-10-13T00:52:03.897" v="0" actId="20577"/>
          <ac:spMkLst>
            <pc:docMk/>
            <pc:sldMk cId="2984330994" sldId="317"/>
            <ac:spMk id="4" creationId="{B6641D24-1BCE-4977-9CF0-8EDE3255B9C8}"/>
          </ac:spMkLst>
        </pc:spChg>
      </pc:sldChg>
    </pc:docChg>
  </pc:docChgLst>
  <pc:docChgLst>
    <pc:chgData name="Bruce Absolom" userId="S::bruce_absolom@gjames.com.au::808d7019-8e88-44db-97ed-d1a624fa3c95" providerId="AD" clId="Web-{04917C87-6C87-404C-BDB9-EFB0CEE60E38}"/>
    <pc:docChg chg="modSld">
      <pc:chgData name="Bruce Absolom" userId="S::bruce_absolom@gjames.com.au::808d7019-8e88-44db-97ed-d1a624fa3c95" providerId="AD" clId="Web-{04917C87-6C87-404C-BDB9-EFB0CEE60E38}" dt="2022-10-11T05:48:03.342" v="129" actId="20577"/>
      <pc:docMkLst>
        <pc:docMk/>
      </pc:docMkLst>
      <pc:sldChg chg="modSp">
        <pc:chgData name="Bruce Absolom" userId="S::bruce_absolom@gjames.com.au::808d7019-8e88-44db-97ed-d1a624fa3c95" providerId="AD" clId="Web-{04917C87-6C87-404C-BDB9-EFB0CEE60E38}" dt="2022-10-11T05:42:59.585" v="105" actId="20577"/>
        <pc:sldMkLst>
          <pc:docMk/>
          <pc:sldMk cId="498560464" sldId="297"/>
        </pc:sldMkLst>
        <pc:spChg chg="mod">
          <ac:chgData name="Bruce Absolom" userId="S::bruce_absolom@gjames.com.au::808d7019-8e88-44db-97ed-d1a624fa3c95" providerId="AD" clId="Web-{04917C87-6C87-404C-BDB9-EFB0CEE60E38}" dt="2022-10-11T05:21:35.603" v="6" actId="20577"/>
          <ac:spMkLst>
            <pc:docMk/>
            <pc:sldMk cId="498560464" sldId="297"/>
            <ac:spMk id="2" creationId="{00000000-0000-0000-0000-000000000000}"/>
          </ac:spMkLst>
        </pc:spChg>
        <pc:spChg chg="mod">
          <ac:chgData name="Bruce Absolom" userId="S::bruce_absolom@gjames.com.au::808d7019-8e88-44db-97ed-d1a624fa3c95" providerId="AD" clId="Web-{04917C87-6C87-404C-BDB9-EFB0CEE60E38}" dt="2022-10-11T05:42:59.585" v="105" actId="20577"/>
          <ac:spMkLst>
            <pc:docMk/>
            <pc:sldMk cId="498560464" sldId="297"/>
            <ac:spMk id="3" creationId="{00000000-0000-0000-0000-000000000000}"/>
          </ac:spMkLst>
        </pc:spChg>
        <pc:picChg chg="mod">
          <ac:chgData name="Bruce Absolom" userId="S::bruce_absolom@gjames.com.au::808d7019-8e88-44db-97ed-d1a624fa3c95" providerId="AD" clId="Web-{04917C87-6C87-404C-BDB9-EFB0CEE60E38}" dt="2022-10-11T05:27:21.423" v="24" actId="14100"/>
          <ac:picMkLst>
            <pc:docMk/>
            <pc:sldMk cId="498560464" sldId="297"/>
            <ac:picMk id="1026" creationId="{FE6D1A0C-0ADE-4F10-9269-AEC31EABBDCD}"/>
          </ac:picMkLst>
        </pc:picChg>
      </pc:sldChg>
      <pc:sldChg chg="modSp">
        <pc:chgData name="Bruce Absolom" userId="S::bruce_absolom@gjames.com.au::808d7019-8e88-44db-97ed-d1a624fa3c95" providerId="AD" clId="Web-{04917C87-6C87-404C-BDB9-EFB0CEE60E38}" dt="2022-10-11T05:43:26.024" v="107" actId="20577"/>
        <pc:sldMkLst>
          <pc:docMk/>
          <pc:sldMk cId="3065177915" sldId="298"/>
        </pc:sldMkLst>
        <pc:spChg chg="mod">
          <ac:chgData name="Bruce Absolom" userId="S::bruce_absolom@gjames.com.au::808d7019-8e88-44db-97ed-d1a624fa3c95" providerId="AD" clId="Web-{04917C87-6C87-404C-BDB9-EFB0CEE60E38}" dt="2022-10-11T05:31:44.867" v="31" actId="20577"/>
          <ac:spMkLst>
            <pc:docMk/>
            <pc:sldMk cId="3065177915" sldId="298"/>
            <ac:spMk id="2" creationId="{00000000-0000-0000-0000-000000000000}"/>
          </ac:spMkLst>
        </pc:spChg>
        <pc:spChg chg="mod">
          <ac:chgData name="Bruce Absolom" userId="S::bruce_absolom@gjames.com.au::808d7019-8e88-44db-97ed-d1a624fa3c95" providerId="AD" clId="Web-{04917C87-6C87-404C-BDB9-EFB0CEE60E38}" dt="2022-10-11T05:43:26.024" v="107" actId="20577"/>
          <ac:spMkLst>
            <pc:docMk/>
            <pc:sldMk cId="3065177915" sldId="298"/>
            <ac:spMk id="8" creationId="{336DA5BB-80C8-8BEE-EE80-62248775AE81}"/>
          </ac:spMkLst>
        </pc:spChg>
      </pc:sldChg>
      <pc:sldChg chg="modSp">
        <pc:chgData name="Bruce Absolom" userId="S::bruce_absolom@gjames.com.au::808d7019-8e88-44db-97ed-d1a624fa3c95" providerId="AD" clId="Web-{04917C87-6C87-404C-BDB9-EFB0CEE60E38}" dt="2022-10-11T05:44:01.618" v="112" actId="20577"/>
        <pc:sldMkLst>
          <pc:docMk/>
          <pc:sldMk cId="2148006341" sldId="299"/>
        </pc:sldMkLst>
        <pc:spChg chg="mod">
          <ac:chgData name="Bruce Absolom" userId="S::bruce_absolom@gjames.com.au::808d7019-8e88-44db-97ed-d1a624fa3c95" providerId="AD" clId="Web-{04917C87-6C87-404C-BDB9-EFB0CEE60E38}" dt="2022-10-11T05:44:01.618" v="112" actId="20577"/>
          <ac:spMkLst>
            <pc:docMk/>
            <pc:sldMk cId="2148006341" sldId="299"/>
            <ac:spMk id="3" creationId="{E412A0F2-9C53-4B4C-9047-008D5D9FFC77}"/>
          </ac:spMkLst>
        </pc:spChg>
        <pc:spChg chg="mod">
          <ac:chgData name="Bruce Absolom" userId="S::bruce_absolom@gjames.com.au::808d7019-8e88-44db-97ed-d1a624fa3c95" providerId="AD" clId="Web-{04917C87-6C87-404C-BDB9-EFB0CEE60E38}" dt="2022-10-11T05:41:18.583" v="89" actId="20577"/>
          <ac:spMkLst>
            <pc:docMk/>
            <pc:sldMk cId="2148006341" sldId="299"/>
            <ac:spMk id="10" creationId="{6CE97A6D-CF1F-44DC-BCBA-D68AE6F14879}"/>
          </ac:spMkLst>
        </pc:spChg>
        <pc:spChg chg="mod">
          <ac:chgData name="Bruce Absolom" userId="S::bruce_absolom@gjames.com.au::808d7019-8e88-44db-97ed-d1a624fa3c95" providerId="AD" clId="Web-{04917C87-6C87-404C-BDB9-EFB0CEE60E38}" dt="2022-10-11T05:41:28.146" v="91" actId="20577"/>
          <ac:spMkLst>
            <pc:docMk/>
            <pc:sldMk cId="2148006341" sldId="299"/>
            <ac:spMk id="11" creationId="{37CF41D9-E981-486F-B61D-CCCD48CB5B04}"/>
          </ac:spMkLst>
        </pc:spChg>
        <pc:spChg chg="mod">
          <ac:chgData name="Bruce Absolom" userId="S::bruce_absolom@gjames.com.au::808d7019-8e88-44db-97ed-d1a624fa3c95" providerId="AD" clId="Web-{04917C87-6C87-404C-BDB9-EFB0CEE60E38}" dt="2022-10-11T05:43:46.680" v="110" actId="20577"/>
          <ac:spMkLst>
            <pc:docMk/>
            <pc:sldMk cId="2148006341" sldId="299"/>
            <ac:spMk id="15" creationId="{04C46337-4239-4616-927D-022E4784226F}"/>
          </ac:spMkLst>
        </pc:spChg>
      </pc:sldChg>
      <pc:sldChg chg="modSp">
        <pc:chgData name="Bruce Absolom" userId="S::bruce_absolom@gjames.com.au::808d7019-8e88-44db-97ed-d1a624fa3c95" providerId="AD" clId="Web-{04917C87-6C87-404C-BDB9-EFB0CEE60E38}" dt="2022-10-11T05:44:41.682" v="117" actId="20577"/>
        <pc:sldMkLst>
          <pc:docMk/>
          <pc:sldMk cId="3169463616" sldId="307"/>
        </pc:sldMkLst>
        <pc:spChg chg="mod">
          <ac:chgData name="Bruce Absolom" userId="S::bruce_absolom@gjames.com.au::808d7019-8e88-44db-97ed-d1a624fa3c95" providerId="AD" clId="Web-{04917C87-6C87-404C-BDB9-EFB0CEE60E38}" dt="2022-10-11T05:44:41.682" v="117" actId="20577"/>
          <ac:spMkLst>
            <pc:docMk/>
            <pc:sldMk cId="3169463616" sldId="307"/>
            <ac:spMk id="3" creationId="{D7B837D7-EA76-4DCE-A319-CA73C9382C6C}"/>
          </ac:spMkLst>
        </pc:spChg>
      </pc:sldChg>
      <pc:sldChg chg="modSp">
        <pc:chgData name="Bruce Absolom" userId="S::bruce_absolom@gjames.com.au::808d7019-8e88-44db-97ed-d1a624fa3c95" providerId="AD" clId="Web-{04917C87-6C87-404C-BDB9-EFB0CEE60E38}" dt="2022-10-11T05:46:05.996" v="121" actId="20577"/>
        <pc:sldMkLst>
          <pc:docMk/>
          <pc:sldMk cId="1409120268" sldId="310"/>
        </pc:sldMkLst>
        <pc:spChg chg="mod">
          <ac:chgData name="Bruce Absolom" userId="S::bruce_absolom@gjames.com.au::808d7019-8e88-44db-97ed-d1a624fa3c95" providerId="AD" clId="Web-{04917C87-6C87-404C-BDB9-EFB0CEE60E38}" dt="2022-10-11T05:39:04.221" v="75" actId="20577"/>
          <ac:spMkLst>
            <pc:docMk/>
            <pc:sldMk cId="1409120268" sldId="310"/>
            <ac:spMk id="3" creationId="{00000000-0000-0000-0000-000000000000}"/>
          </ac:spMkLst>
        </pc:spChg>
        <pc:spChg chg="mod">
          <ac:chgData name="Bruce Absolom" userId="S::bruce_absolom@gjames.com.au::808d7019-8e88-44db-97ed-d1a624fa3c95" providerId="AD" clId="Web-{04917C87-6C87-404C-BDB9-EFB0CEE60E38}" dt="2022-10-11T05:46:05.996" v="121" actId="20577"/>
          <ac:spMkLst>
            <pc:docMk/>
            <pc:sldMk cId="1409120268" sldId="310"/>
            <ac:spMk id="9" creationId="{301614A1-BB3D-054B-E815-E9BF1D49A26D}"/>
          </ac:spMkLst>
        </pc:spChg>
      </pc:sldChg>
      <pc:sldChg chg="modSp">
        <pc:chgData name="Bruce Absolom" userId="S::bruce_absolom@gjames.com.au::808d7019-8e88-44db-97ed-d1a624fa3c95" providerId="AD" clId="Web-{04917C87-6C87-404C-BDB9-EFB0CEE60E38}" dt="2022-10-11T05:45:36.652" v="120" actId="20577"/>
        <pc:sldMkLst>
          <pc:docMk/>
          <pc:sldMk cId="2714862628" sldId="311"/>
        </pc:sldMkLst>
        <pc:spChg chg="mod">
          <ac:chgData name="Bruce Absolom" userId="S::bruce_absolom@gjames.com.au::808d7019-8e88-44db-97ed-d1a624fa3c95" providerId="AD" clId="Web-{04917C87-6C87-404C-BDB9-EFB0CEE60E38}" dt="2022-10-11T05:32:26.805" v="43" actId="20577"/>
          <ac:spMkLst>
            <pc:docMk/>
            <pc:sldMk cId="2714862628" sldId="311"/>
            <ac:spMk id="2" creationId="{00000000-0000-0000-0000-000000000000}"/>
          </ac:spMkLst>
        </pc:spChg>
        <pc:spChg chg="mod">
          <ac:chgData name="Bruce Absolom" userId="S::bruce_absolom@gjames.com.au::808d7019-8e88-44db-97ed-d1a624fa3c95" providerId="AD" clId="Web-{04917C87-6C87-404C-BDB9-EFB0CEE60E38}" dt="2022-10-11T05:45:36.652" v="120" actId="20577"/>
          <ac:spMkLst>
            <pc:docMk/>
            <pc:sldMk cId="2714862628" sldId="311"/>
            <ac:spMk id="3" creationId="{00000000-0000-0000-0000-000000000000}"/>
          </ac:spMkLst>
        </pc:spChg>
        <pc:spChg chg="mod">
          <ac:chgData name="Bruce Absolom" userId="S::bruce_absolom@gjames.com.au::808d7019-8e88-44db-97ed-d1a624fa3c95" providerId="AD" clId="Web-{04917C87-6C87-404C-BDB9-EFB0CEE60E38}" dt="2022-10-11T05:38:07.641" v="71" actId="20577"/>
          <ac:spMkLst>
            <pc:docMk/>
            <pc:sldMk cId="2714862628" sldId="311"/>
            <ac:spMk id="11" creationId="{25E2A3FC-D1E3-5C5D-0616-A78008665ADA}"/>
          </ac:spMkLst>
        </pc:spChg>
      </pc:sldChg>
      <pc:sldChg chg="modSp">
        <pc:chgData name="Bruce Absolom" userId="S::bruce_absolom@gjames.com.au::808d7019-8e88-44db-97ed-d1a624fa3c95" providerId="AD" clId="Web-{04917C87-6C87-404C-BDB9-EFB0CEE60E38}" dt="2022-10-11T05:42:35.366" v="100" actId="20577"/>
        <pc:sldMkLst>
          <pc:docMk/>
          <pc:sldMk cId="991768596" sldId="312"/>
        </pc:sldMkLst>
        <pc:spChg chg="mod">
          <ac:chgData name="Bruce Absolom" userId="S::bruce_absolom@gjames.com.au::808d7019-8e88-44db-97ed-d1a624fa3c95" providerId="AD" clId="Web-{04917C87-6C87-404C-BDB9-EFB0CEE60E38}" dt="2022-10-11T05:42:09.037" v="95" actId="20577"/>
          <ac:spMkLst>
            <pc:docMk/>
            <pc:sldMk cId="991768596" sldId="312"/>
            <ac:spMk id="3" creationId="{E412A0F2-9C53-4B4C-9047-008D5D9FFC77}"/>
          </ac:spMkLst>
        </pc:spChg>
        <pc:spChg chg="mod">
          <ac:chgData name="Bruce Absolom" userId="S::bruce_absolom@gjames.com.au::808d7019-8e88-44db-97ed-d1a624fa3c95" providerId="AD" clId="Web-{04917C87-6C87-404C-BDB9-EFB0CEE60E38}" dt="2022-10-11T05:41:36.740" v="92" actId="20577"/>
          <ac:spMkLst>
            <pc:docMk/>
            <pc:sldMk cId="991768596" sldId="312"/>
            <ac:spMk id="10" creationId="{6CE97A6D-CF1F-44DC-BCBA-D68AE6F14879}"/>
          </ac:spMkLst>
        </pc:spChg>
        <pc:spChg chg="mod">
          <ac:chgData name="Bruce Absolom" userId="S::bruce_absolom@gjames.com.au::808d7019-8e88-44db-97ed-d1a624fa3c95" providerId="AD" clId="Web-{04917C87-6C87-404C-BDB9-EFB0CEE60E38}" dt="2022-10-11T05:41:41.412" v="93" actId="20577"/>
          <ac:spMkLst>
            <pc:docMk/>
            <pc:sldMk cId="991768596" sldId="312"/>
            <ac:spMk id="11" creationId="{37CF41D9-E981-486F-B61D-CCCD48CB5B04}"/>
          </ac:spMkLst>
        </pc:spChg>
        <pc:spChg chg="mod">
          <ac:chgData name="Bruce Absolom" userId="S::bruce_absolom@gjames.com.au::808d7019-8e88-44db-97ed-d1a624fa3c95" providerId="AD" clId="Web-{04917C87-6C87-404C-BDB9-EFB0CEE60E38}" dt="2022-10-11T05:42:35.366" v="100" actId="20577"/>
          <ac:spMkLst>
            <pc:docMk/>
            <pc:sldMk cId="991768596" sldId="312"/>
            <ac:spMk id="16" creationId="{EE4B02BA-D2F6-8C0B-3BA0-053135ABE2A6}"/>
          </ac:spMkLst>
        </pc:spChg>
      </pc:sldChg>
      <pc:sldChg chg="modSp">
        <pc:chgData name="Bruce Absolom" userId="S::bruce_absolom@gjames.com.au::808d7019-8e88-44db-97ed-d1a624fa3c95" providerId="AD" clId="Web-{04917C87-6C87-404C-BDB9-EFB0CEE60E38}" dt="2022-10-11T05:47:43.155" v="127" actId="20577"/>
        <pc:sldMkLst>
          <pc:docMk/>
          <pc:sldMk cId="3152809585" sldId="313"/>
        </pc:sldMkLst>
        <pc:spChg chg="mod">
          <ac:chgData name="Bruce Absolom" userId="S::bruce_absolom@gjames.com.au::808d7019-8e88-44db-97ed-d1a624fa3c95" providerId="AD" clId="Web-{04917C87-6C87-404C-BDB9-EFB0CEE60E38}" dt="2022-10-11T05:47:32.779" v="126" actId="20577"/>
          <ac:spMkLst>
            <pc:docMk/>
            <pc:sldMk cId="3152809585" sldId="313"/>
            <ac:spMk id="3" creationId="{D7B837D7-EA76-4DCE-A319-CA73C9382C6C}"/>
          </ac:spMkLst>
        </pc:spChg>
        <pc:spChg chg="mod">
          <ac:chgData name="Bruce Absolom" userId="S::bruce_absolom@gjames.com.au::808d7019-8e88-44db-97ed-d1a624fa3c95" providerId="AD" clId="Web-{04917C87-6C87-404C-BDB9-EFB0CEE60E38}" dt="2022-10-11T05:47:43.155" v="127" actId="20577"/>
          <ac:spMkLst>
            <pc:docMk/>
            <pc:sldMk cId="3152809585" sldId="313"/>
            <ac:spMk id="4" creationId="{B6641D24-1BCE-4977-9CF0-8EDE3255B9C8}"/>
          </ac:spMkLst>
        </pc:spChg>
      </pc:sldChg>
      <pc:sldChg chg="modSp">
        <pc:chgData name="Bruce Absolom" userId="S::bruce_absolom@gjames.com.au::808d7019-8e88-44db-97ed-d1a624fa3c95" providerId="AD" clId="Web-{04917C87-6C87-404C-BDB9-EFB0CEE60E38}" dt="2022-10-11T05:32:10.118" v="41" actId="20577"/>
        <pc:sldMkLst>
          <pc:docMk/>
          <pc:sldMk cId="864889402" sldId="315"/>
        </pc:sldMkLst>
        <pc:spChg chg="mod">
          <ac:chgData name="Bruce Absolom" userId="S::bruce_absolom@gjames.com.au::808d7019-8e88-44db-97ed-d1a624fa3c95" providerId="AD" clId="Web-{04917C87-6C87-404C-BDB9-EFB0CEE60E38}" dt="2022-10-11T05:32:10.118" v="41" actId="20577"/>
          <ac:spMkLst>
            <pc:docMk/>
            <pc:sldMk cId="864889402" sldId="315"/>
            <ac:spMk id="2" creationId="{00000000-0000-0000-0000-000000000000}"/>
          </ac:spMkLst>
        </pc:spChg>
      </pc:sldChg>
      <pc:sldChg chg="modSp">
        <pc:chgData name="Bruce Absolom" userId="S::bruce_absolom@gjames.com.au::808d7019-8e88-44db-97ed-d1a624fa3c95" providerId="AD" clId="Web-{04917C87-6C87-404C-BDB9-EFB0CEE60E38}" dt="2022-10-11T05:41:06.739" v="88" actId="20577"/>
        <pc:sldMkLst>
          <pc:docMk/>
          <pc:sldMk cId="1955995688" sldId="316"/>
        </pc:sldMkLst>
        <pc:spChg chg="mod">
          <ac:chgData name="Bruce Absolom" userId="S::bruce_absolom@gjames.com.au::808d7019-8e88-44db-97ed-d1a624fa3c95" providerId="AD" clId="Web-{04917C87-6C87-404C-BDB9-EFB0CEE60E38}" dt="2022-10-11T05:40:53.926" v="85" actId="20577"/>
          <ac:spMkLst>
            <pc:docMk/>
            <pc:sldMk cId="1955995688" sldId="316"/>
            <ac:spMk id="3" creationId="{E412A0F2-9C53-4B4C-9047-008D5D9FFC77}"/>
          </ac:spMkLst>
        </pc:spChg>
        <pc:spChg chg="mod">
          <ac:chgData name="Bruce Absolom" userId="S::bruce_absolom@gjames.com.au::808d7019-8e88-44db-97ed-d1a624fa3c95" providerId="AD" clId="Web-{04917C87-6C87-404C-BDB9-EFB0CEE60E38}" dt="2022-10-11T05:40:56.223" v="86" actId="20577"/>
          <ac:spMkLst>
            <pc:docMk/>
            <pc:sldMk cId="1955995688" sldId="316"/>
            <ac:spMk id="10" creationId="{6CE97A6D-CF1F-44DC-BCBA-D68AE6F14879}"/>
          </ac:spMkLst>
        </pc:spChg>
        <pc:spChg chg="mod">
          <ac:chgData name="Bruce Absolom" userId="S::bruce_absolom@gjames.com.au::808d7019-8e88-44db-97ed-d1a624fa3c95" providerId="AD" clId="Web-{04917C87-6C87-404C-BDB9-EFB0CEE60E38}" dt="2022-10-11T05:41:06.739" v="88" actId="20577"/>
          <ac:spMkLst>
            <pc:docMk/>
            <pc:sldMk cId="1955995688" sldId="316"/>
            <ac:spMk id="11" creationId="{37CF41D9-E981-486F-B61D-CCCD48CB5B04}"/>
          </ac:spMkLst>
        </pc:spChg>
      </pc:sldChg>
      <pc:sldChg chg="modSp">
        <pc:chgData name="Bruce Absolom" userId="S::bruce_absolom@gjames.com.au::808d7019-8e88-44db-97ed-d1a624fa3c95" providerId="AD" clId="Web-{04917C87-6C87-404C-BDB9-EFB0CEE60E38}" dt="2022-10-11T05:40:13.394" v="80" actId="20577"/>
        <pc:sldMkLst>
          <pc:docMk/>
          <pc:sldMk cId="2984330994" sldId="317"/>
        </pc:sldMkLst>
        <pc:spChg chg="mod">
          <ac:chgData name="Bruce Absolom" userId="S::bruce_absolom@gjames.com.au::808d7019-8e88-44db-97ed-d1a624fa3c95" providerId="AD" clId="Web-{04917C87-6C87-404C-BDB9-EFB0CEE60E38}" dt="2022-10-11T05:40:13.394" v="80" actId="20577"/>
          <ac:spMkLst>
            <pc:docMk/>
            <pc:sldMk cId="2984330994" sldId="317"/>
            <ac:spMk id="4" creationId="{B6641D24-1BCE-4977-9CF0-8EDE3255B9C8}"/>
          </ac:spMkLst>
        </pc:spChg>
      </pc:sldChg>
      <pc:sldChg chg="modSp">
        <pc:chgData name="Bruce Absolom" userId="S::bruce_absolom@gjames.com.au::808d7019-8e88-44db-97ed-d1a624fa3c95" providerId="AD" clId="Web-{04917C87-6C87-404C-BDB9-EFB0CEE60E38}" dt="2022-10-11T05:48:03.342" v="129" actId="20577"/>
        <pc:sldMkLst>
          <pc:docMk/>
          <pc:sldMk cId="1785570828" sldId="318"/>
        </pc:sldMkLst>
        <pc:spChg chg="mod">
          <ac:chgData name="Bruce Absolom" userId="S::bruce_absolom@gjames.com.au::808d7019-8e88-44db-97ed-d1a624fa3c95" providerId="AD" clId="Web-{04917C87-6C87-404C-BDB9-EFB0CEE60E38}" dt="2022-10-11T05:35:50.216" v="52" actId="20577"/>
          <ac:spMkLst>
            <pc:docMk/>
            <pc:sldMk cId="1785570828" sldId="318"/>
            <ac:spMk id="3" creationId="{00000000-0000-0000-0000-000000000000}"/>
          </ac:spMkLst>
        </pc:spChg>
        <pc:spChg chg="mod">
          <ac:chgData name="Bruce Absolom" userId="S::bruce_absolom@gjames.com.au::808d7019-8e88-44db-97ed-d1a624fa3c95" providerId="AD" clId="Web-{04917C87-6C87-404C-BDB9-EFB0CEE60E38}" dt="2022-10-11T05:48:03.342" v="129" actId="20577"/>
          <ac:spMkLst>
            <pc:docMk/>
            <pc:sldMk cId="1785570828" sldId="318"/>
            <ac:spMk id="9" creationId="{301614A1-BB3D-054B-E815-E9BF1D49A26D}"/>
          </ac:spMkLst>
        </pc:spChg>
      </pc:sldChg>
    </pc:docChg>
  </pc:docChgLst>
  <pc:docChgLst>
    <pc:chgData name="Mat Gallehawk" userId="93dd6677-ad92-4f4d-8ebe-555150310a93" providerId="ADAL" clId="{3C7ECEED-684C-49A4-BEF6-5FB0174D5EB9}"/>
    <pc:docChg chg="undo redo custSel addSld delSld modSld">
      <pc:chgData name="Mat Gallehawk" userId="93dd6677-ad92-4f4d-8ebe-555150310a93" providerId="ADAL" clId="{3C7ECEED-684C-49A4-BEF6-5FB0174D5EB9}" dt="2022-10-17T05:58:31.056" v="4648"/>
      <pc:docMkLst>
        <pc:docMk/>
      </pc:docMkLst>
      <pc:sldChg chg="addCm">
        <pc:chgData name="Mat Gallehawk" userId="93dd6677-ad92-4f4d-8ebe-555150310a93" providerId="ADAL" clId="{3C7ECEED-684C-49A4-BEF6-5FB0174D5EB9}" dt="2022-10-17T05:58:31.056" v="4648"/>
        <pc:sldMkLst>
          <pc:docMk/>
          <pc:sldMk cId="0" sldId="288"/>
        </pc:sldMkLst>
      </pc:sldChg>
      <pc:sldChg chg="modSp mod">
        <pc:chgData name="Mat Gallehawk" userId="93dd6677-ad92-4f4d-8ebe-555150310a93" providerId="ADAL" clId="{3C7ECEED-684C-49A4-BEF6-5FB0174D5EB9}" dt="2022-10-14T05:43:13.039" v="4647" actId="6549"/>
        <pc:sldMkLst>
          <pc:docMk/>
          <pc:sldMk cId="498560464" sldId="297"/>
        </pc:sldMkLst>
        <pc:spChg chg="mod">
          <ac:chgData name="Mat Gallehawk" userId="93dd6677-ad92-4f4d-8ebe-555150310a93" providerId="ADAL" clId="{3C7ECEED-684C-49A4-BEF6-5FB0174D5EB9}" dt="2022-10-14T05:43:13.039" v="4647" actId="6549"/>
          <ac:spMkLst>
            <pc:docMk/>
            <pc:sldMk cId="498560464" sldId="297"/>
            <ac:spMk id="3" creationId="{00000000-0000-0000-0000-000000000000}"/>
          </ac:spMkLst>
        </pc:spChg>
      </pc:sldChg>
      <pc:sldChg chg="addSp delSp modSp mod">
        <pc:chgData name="Mat Gallehawk" userId="93dd6677-ad92-4f4d-8ebe-555150310a93" providerId="ADAL" clId="{3C7ECEED-684C-49A4-BEF6-5FB0174D5EB9}" dt="2022-10-11T04:29:25.643" v="4319" actId="20577"/>
        <pc:sldMkLst>
          <pc:docMk/>
          <pc:sldMk cId="3065177915" sldId="298"/>
        </pc:sldMkLst>
        <pc:spChg chg="mod">
          <ac:chgData name="Mat Gallehawk" userId="93dd6677-ad92-4f4d-8ebe-555150310a93" providerId="ADAL" clId="{3C7ECEED-684C-49A4-BEF6-5FB0174D5EB9}" dt="2022-10-11T02:54:24.896" v="2909" actId="6549"/>
          <ac:spMkLst>
            <pc:docMk/>
            <pc:sldMk cId="3065177915" sldId="298"/>
            <ac:spMk id="3" creationId="{00000000-0000-0000-0000-000000000000}"/>
          </ac:spMkLst>
        </pc:spChg>
        <pc:spChg chg="mod">
          <ac:chgData name="Mat Gallehawk" userId="93dd6677-ad92-4f4d-8ebe-555150310a93" providerId="ADAL" clId="{3C7ECEED-684C-49A4-BEF6-5FB0174D5EB9}" dt="2022-10-11T04:29:25.643" v="4319" actId="20577"/>
          <ac:spMkLst>
            <pc:docMk/>
            <pc:sldMk cId="3065177915" sldId="298"/>
            <ac:spMk id="6" creationId="{BAD9F871-7840-45CF-8899-D82D1C6D3998}"/>
          </ac:spMkLst>
        </pc:spChg>
        <pc:spChg chg="del">
          <ac:chgData name="Mat Gallehawk" userId="93dd6677-ad92-4f4d-8ebe-555150310a93" providerId="ADAL" clId="{3C7ECEED-684C-49A4-BEF6-5FB0174D5EB9}" dt="2022-10-11T03:04:12.763" v="3233" actId="478"/>
          <ac:spMkLst>
            <pc:docMk/>
            <pc:sldMk cId="3065177915" sldId="298"/>
            <ac:spMk id="7" creationId="{F296C6C4-5EE0-4A20-9F8A-B29C7088846C}"/>
          </ac:spMkLst>
        </pc:spChg>
        <pc:spChg chg="add mod">
          <ac:chgData name="Mat Gallehawk" userId="93dd6677-ad92-4f4d-8ebe-555150310a93" providerId="ADAL" clId="{3C7ECEED-684C-49A4-BEF6-5FB0174D5EB9}" dt="2022-10-11T04:01:41.989" v="3966" actId="20577"/>
          <ac:spMkLst>
            <pc:docMk/>
            <pc:sldMk cId="3065177915" sldId="298"/>
            <ac:spMk id="8" creationId="{336DA5BB-80C8-8BEE-EE80-62248775AE81}"/>
          </ac:spMkLst>
        </pc:spChg>
      </pc:sldChg>
      <pc:sldChg chg="modSp mod">
        <pc:chgData name="Mat Gallehawk" userId="93dd6677-ad92-4f4d-8ebe-555150310a93" providerId="ADAL" clId="{3C7ECEED-684C-49A4-BEF6-5FB0174D5EB9}" dt="2022-10-11T04:38:47.600" v="4356" actId="20577"/>
        <pc:sldMkLst>
          <pc:docMk/>
          <pc:sldMk cId="2148006341" sldId="299"/>
        </pc:sldMkLst>
        <pc:spChg chg="mod">
          <ac:chgData name="Mat Gallehawk" userId="93dd6677-ad92-4f4d-8ebe-555150310a93" providerId="ADAL" clId="{3C7ECEED-684C-49A4-BEF6-5FB0174D5EB9}" dt="2022-10-11T04:38:47.600" v="4356" actId="20577"/>
          <ac:spMkLst>
            <pc:docMk/>
            <pc:sldMk cId="2148006341" sldId="299"/>
            <ac:spMk id="3" creationId="{E412A0F2-9C53-4B4C-9047-008D5D9FFC77}"/>
          </ac:spMkLst>
        </pc:spChg>
        <pc:spChg chg="mod">
          <ac:chgData name="Mat Gallehawk" userId="93dd6677-ad92-4f4d-8ebe-555150310a93" providerId="ADAL" clId="{3C7ECEED-684C-49A4-BEF6-5FB0174D5EB9}" dt="2022-10-11T04:02:41.797" v="3975" actId="20577"/>
          <ac:spMkLst>
            <pc:docMk/>
            <pc:sldMk cId="2148006341" sldId="299"/>
            <ac:spMk id="15" creationId="{04C46337-4239-4616-927D-022E4784226F}"/>
          </ac:spMkLst>
        </pc:spChg>
      </pc:sldChg>
      <pc:sldChg chg="modSp mod">
        <pc:chgData name="Mat Gallehawk" userId="93dd6677-ad92-4f4d-8ebe-555150310a93" providerId="ADAL" clId="{3C7ECEED-684C-49A4-BEF6-5FB0174D5EB9}" dt="2022-10-11T04:03:52.118" v="3980" actId="20577"/>
        <pc:sldMkLst>
          <pc:docMk/>
          <pc:sldMk cId="3169463616" sldId="307"/>
        </pc:sldMkLst>
        <pc:spChg chg="mod">
          <ac:chgData name="Mat Gallehawk" userId="93dd6677-ad92-4f4d-8ebe-555150310a93" providerId="ADAL" clId="{3C7ECEED-684C-49A4-BEF6-5FB0174D5EB9}" dt="2022-10-11T04:03:52.118" v="3980" actId="20577"/>
          <ac:spMkLst>
            <pc:docMk/>
            <pc:sldMk cId="3169463616" sldId="307"/>
            <ac:spMk id="3" creationId="{D7B837D7-EA76-4DCE-A319-CA73C9382C6C}"/>
          </ac:spMkLst>
        </pc:spChg>
      </pc:sldChg>
      <pc:sldChg chg="new del">
        <pc:chgData name="Mat Gallehawk" userId="93dd6677-ad92-4f4d-8ebe-555150310a93" providerId="ADAL" clId="{3C7ECEED-684C-49A4-BEF6-5FB0174D5EB9}" dt="2022-10-09T23:15:53.333" v="11" actId="2696"/>
        <pc:sldMkLst>
          <pc:docMk/>
          <pc:sldMk cId="4262266075" sldId="308"/>
        </pc:sldMkLst>
      </pc:sldChg>
      <pc:sldChg chg="new del">
        <pc:chgData name="Mat Gallehawk" userId="93dd6677-ad92-4f4d-8ebe-555150310a93" providerId="ADAL" clId="{3C7ECEED-684C-49A4-BEF6-5FB0174D5EB9}" dt="2022-10-09T23:15:56.905" v="12" actId="2696"/>
        <pc:sldMkLst>
          <pc:docMk/>
          <pc:sldMk cId="1383257893" sldId="309"/>
        </pc:sldMkLst>
      </pc:sldChg>
      <pc:sldChg chg="addSp delSp modSp add mod">
        <pc:chgData name="Mat Gallehawk" userId="93dd6677-ad92-4f4d-8ebe-555150310a93" providerId="ADAL" clId="{3C7ECEED-684C-49A4-BEF6-5FB0174D5EB9}" dt="2022-10-11T04:04:41.899" v="3995" actId="20577"/>
        <pc:sldMkLst>
          <pc:docMk/>
          <pc:sldMk cId="1409120268" sldId="310"/>
        </pc:sldMkLst>
        <pc:spChg chg="mod">
          <ac:chgData name="Mat Gallehawk" userId="93dd6677-ad92-4f4d-8ebe-555150310a93" providerId="ADAL" clId="{3C7ECEED-684C-49A4-BEF6-5FB0174D5EB9}" dt="2022-10-09T23:16:03.689" v="19" actId="20577"/>
          <ac:spMkLst>
            <pc:docMk/>
            <pc:sldMk cId="1409120268" sldId="310"/>
            <ac:spMk id="2" creationId="{00000000-0000-0000-0000-000000000000}"/>
          </ac:spMkLst>
        </pc:spChg>
        <pc:spChg chg="mod">
          <ac:chgData name="Mat Gallehawk" userId="93dd6677-ad92-4f4d-8ebe-555150310a93" providerId="ADAL" clId="{3C7ECEED-684C-49A4-BEF6-5FB0174D5EB9}" dt="2022-10-11T04:04:05.830" v="3981" actId="6549"/>
          <ac:spMkLst>
            <pc:docMk/>
            <pc:sldMk cId="1409120268" sldId="310"/>
            <ac:spMk id="3" creationId="{00000000-0000-0000-0000-000000000000}"/>
          </ac:spMkLst>
        </pc:spChg>
        <pc:spChg chg="add mod">
          <ac:chgData name="Mat Gallehawk" userId="93dd6677-ad92-4f4d-8ebe-555150310a93" providerId="ADAL" clId="{3C7ECEED-684C-49A4-BEF6-5FB0174D5EB9}" dt="2022-10-09T23:20:00.823" v="268" actId="20577"/>
          <ac:spMkLst>
            <pc:docMk/>
            <pc:sldMk cId="1409120268" sldId="310"/>
            <ac:spMk id="4" creationId="{B533686E-DED5-79ED-3198-13065191F8E6}"/>
          </ac:spMkLst>
        </pc:spChg>
        <pc:spChg chg="add del mod">
          <ac:chgData name="Mat Gallehawk" userId="93dd6677-ad92-4f4d-8ebe-555150310a93" providerId="ADAL" clId="{3C7ECEED-684C-49A4-BEF6-5FB0174D5EB9}" dt="2022-10-09T23:18:24.672" v="152"/>
          <ac:spMkLst>
            <pc:docMk/>
            <pc:sldMk cId="1409120268" sldId="310"/>
            <ac:spMk id="5" creationId="{43F871C4-02A9-E9D5-AE5A-94128384E3BA}"/>
          </ac:spMkLst>
        </pc:spChg>
        <pc:spChg chg="add mod">
          <ac:chgData name="Mat Gallehawk" userId="93dd6677-ad92-4f4d-8ebe-555150310a93" providerId="ADAL" clId="{3C7ECEED-684C-49A4-BEF6-5FB0174D5EB9}" dt="2022-10-09T23:20:16.100" v="285" actId="20577"/>
          <ac:spMkLst>
            <pc:docMk/>
            <pc:sldMk cId="1409120268" sldId="310"/>
            <ac:spMk id="6" creationId="{8F986D14-B93E-998B-DD9B-FC929A305EF6}"/>
          </ac:spMkLst>
        </pc:spChg>
        <pc:spChg chg="add del mod">
          <ac:chgData name="Mat Gallehawk" userId="93dd6677-ad92-4f4d-8ebe-555150310a93" providerId="ADAL" clId="{3C7ECEED-684C-49A4-BEF6-5FB0174D5EB9}" dt="2022-10-09T23:21:44.188" v="313" actId="478"/>
          <ac:spMkLst>
            <pc:docMk/>
            <pc:sldMk cId="1409120268" sldId="310"/>
            <ac:spMk id="8" creationId="{9D07DE01-BED1-10B2-411D-8DCB25449CD3}"/>
          </ac:spMkLst>
        </pc:spChg>
        <pc:spChg chg="add mod">
          <ac:chgData name="Mat Gallehawk" userId="93dd6677-ad92-4f4d-8ebe-555150310a93" providerId="ADAL" clId="{3C7ECEED-684C-49A4-BEF6-5FB0174D5EB9}" dt="2022-10-11T04:04:41.899" v="3995" actId="20577"/>
          <ac:spMkLst>
            <pc:docMk/>
            <pc:sldMk cId="1409120268" sldId="310"/>
            <ac:spMk id="9" creationId="{301614A1-BB3D-054B-E815-E9BF1D49A26D}"/>
          </ac:spMkLst>
        </pc:spChg>
        <pc:picChg chg="del mod">
          <ac:chgData name="Mat Gallehawk" userId="93dd6677-ad92-4f4d-8ebe-555150310a93" providerId="ADAL" clId="{3C7ECEED-684C-49A4-BEF6-5FB0174D5EB9}" dt="2022-10-09T23:18:43.128" v="158" actId="478"/>
          <ac:picMkLst>
            <pc:docMk/>
            <pc:sldMk cId="1409120268" sldId="310"/>
            <ac:picMk id="1026" creationId="{FE6D1A0C-0ADE-4F10-9269-AEC31EABBDCD}"/>
          </ac:picMkLst>
        </pc:picChg>
      </pc:sldChg>
      <pc:sldChg chg="addSp delSp modSp add mod">
        <pc:chgData name="Mat Gallehawk" userId="93dd6677-ad92-4f4d-8ebe-555150310a93" providerId="ADAL" clId="{3C7ECEED-684C-49A4-BEF6-5FB0174D5EB9}" dt="2022-10-11T04:31:43.366" v="4346" actId="20577"/>
        <pc:sldMkLst>
          <pc:docMk/>
          <pc:sldMk cId="2714862628" sldId="311"/>
        </pc:sldMkLst>
        <pc:spChg chg="mod">
          <ac:chgData name="Mat Gallehawk" userId="93dd6677-ad92-4f4d-8ebe-555150310a93" providerId="ADAL" clId="{3C7ECEED-684C-49A4-BEF6-5FB0174D5EB9}" dt="2022-10-11T04:10:12.884" v="4033" actId="20577"/>
          <ac:spMkLst>
            <pc:docMk/>
            <pc:sldMk cId="2714862628" sldId="311"/>
            <ac:spMk id="3" creationId="{00000000-0000-0000-0000-000000000000}"/>
          </ac:spMkLst>
        </pc:spChg>
        <pc:spChg chg="del">
          <ac:chgData name="Mat Gallehawk" userId="93dd6677-ad92-4f4d-8ebe-555150310a93" providerId="ADAL" clId="{3C7ECEED-684C-49A4-BEF6-5FB0174D5EB9}" dt="2022-10-11T00:21:25.159" v="2224" actId="478"/>
          <ac:spMkLst>
            <pc:docMk/>
            <pc:sldMk cId="2714862628" sldId="311"/>
            <ac:spMk id="6" creationId="{BAD9F871-7840-45CF-8899-D82D1C6D3998}"/>
          </ac:spMkLst>
        </pc:spChg>
        <pc:spChg chg="del mod">
          <ac:chgData name="Mat Gallehawk" userId="93dd6677-ad92-4f4d-8ebe-555150310a93" providerId="ADAL" clId="{3C7ECEED-684C-49A4-BEF6-5FB0174D5EB9}" dt="2022-10-11T03:04:38.436" v="3237" actId="478"/>
          <ac:spMkLst>
            <pc:docMk/>
            <pc:sldMk cId="2714862628" sldId="311"/>
            <ac:spMk id="7" creationId="{F296C6C4-5EE0-4A20-9F8A-B29C7088846C}"/>
          </ac:spMkLst>
        </pc:spChg>
        <pc:spChg chg="add del mod">
          <ac:chgData name="Mat Gallehawk" userId="93dd6677-ad92-4f4d-8ebe-555150310a93" providerId="ADAL" clId="{3C7ECEED-684C-49A4-BEF6-5FB0174D5EB9}" dt="2022-10-11T00:21:23.074" v="2223"/>
          <ac:spMkLst>
            <pc:docMk/>
            <pc:sldMk cId="2714862628" sldId="311"/>
            <ac:spMk id="8" creationId="{51C1FC99-2507-4954-0827-1701DF6CA265}"/>
          </ac:spMkLst>
        </pc:spChg>
        <pc:spChg chg="add del mod">
          <ac:chgData name="Mat Gallehawk" userId="93dd6677-ad92-4f4d-8ebe-555150310a93" providerId="ADAL" clId="{3C7ECEED-684C-49A4-BEF6-5FB0174D5EB9}" dt="2022-10-11T03:04:24.847" v="3235" actId="478"/>
          <ac:spMkLst>
            <pc:docMk/>
            <pc:sldMk cId="2714862628" sldId="311"/>
            <ac:spMk id="9" creationId="{50D207EA-5BBD-2365-A8F4-9F408E61F143}"/>
          </ac:spMkLst>
        </pc:spChg>
        <pc:spChg chg="add mod">
          <ac:chgData name="Mat Gallehawk" userId="93dd6677-ad92-4f4d-8ebe-555150310a93" providerId="ADAL" clId="{3C7ECEED-684C-49A4-BEF6-5FB0174D5EB9}" dt="2022-10-11T04:31:43.366" v="4346" actId="20577"/>
          <ac:spMkLst>
            <pc:docMk/>
            <pc:sldMk cId="2714862628" sldId="311"/>
            <ac:spMk id="10" creationId="{3CF6C2BB-FDBD-A27D-56AD-E764DA55D5CA}"/>
          </ac:spMkLst>
        </pc:spChg>
        <pc:spChg chg="add mod">
          <ac:chgData name="Mat Gallehawk" userId="93dd6677-ad92-4f4d-8ebe-555150310a93" providerId="ADAL" clId="{3C7ECEED-684C-49A4-BEF6-5FB0174D5EB9}" dt="2022-10-11T04:11:40.261" v="4078" actId="20577"/>
          <ac:spMkLst>
            <pc:docMk/>
            <pc:sldMk cId="2714862628" sldId="311"/>
            <ac:spMk id="11" creationId="{25E2A3FC-D1E3-5C5D-0616-A78008665ADA}"/>
          </ac:spMkLst>
        </pc:spChg>
      </pc:sldChg>
      <pc:sldChg chg="addSp delSp modSp add mod">
        <pc:chgData name="Mat Gallehawk" userId="93dd6677-ad92-4f4d-8ebe-555150310a93" providerId="ADAL" clId="{3C7ECEED-684C-49A4-BEF6-5FB0174D5EB9}" dt="2022-10-11T04:32:13.424" v="4347" actId="20577"/>
        <pc:sldMkLst>
          <pc:docMk/>
          <pc:sldMk cId="991768596" sldId="312"/>
        </pc:sldMkLst>
        <pc:spChg chg="mod">
          <ac:chgData name="Mat Gallehawk" userId="93dd6677-ad92-4f4d-8ebe-555150310a93" providerId="ADAL" clId="{3C7ECEED-684C-49A4-BEF6-5FB0174D5EB9}" dt="2022-10-11T04:32:13.424" v="4347" actId="20577"/>
          <ac:spMkLst>
            <pc:docMk/>
            <pc:sldMk cId="991768596" sldId="312"/>
            <ac:spMk id="3" creationId="{E412A0F2-9C53-4B4C-9047-008D5D9FFC77}"/>
          </ac:spMkLst>
        </pc:spChg>
        <pc:spChg chg="del mod">
          <ac:chgData name="Mat Gallehawk" userId="93dd6677-ad92-4f4d-8ebe-555150310a93" providerId="ADAL" clId="{3C7ECEED-684C-49A4-BEF6-5FB0174D5EB9}" dt="2022-10-11T03:18:37.268" v="3510" actId="478"/>
          <ac:spMkLst>
            <pc:docMk/>
            <pc:sldMk cId="991768596" sldId="312"/>
            <ac:spMk id="15" creationId="{04C46337-4239-4616-927D-022E4784226F}"/>
          </ac:spMkLst>
        </pc:spChg>
        <pc:spChg chg="add mod">
          <ac:chgData name="Mat Gallehawk" userId="93dd6677-ad92-4f4d-8ebe-555150310a93" providerId="ADAL" clId="{3C7ECEED-684C-49A4-BEF6-5FB0174D5EB9}" dt="2022-10-11T04:12:31.747" v="4083" actId="20577"/>
          <ac:spMkLst>
            <pc:docMk/>
            <pc:sldMk cId="991768596" sldId="312"/>
            <ac:spMk id="16" creationId="{EE4B02BA-D2F6-8C0B-3BA0-053135ABE2A6}"/>
          </ac:spMkLst>
        </pc:spChg>
        <pc:picChg chg="del">
          <ac:chgData name="Mat Gallehawk" userId="93dd6677-ad92-4f4d-8ebe-555150310a93" providerId="ADAL" clId="{3C7ECEED-684C-49A4-BEF6-5FB0174D5EB9}" dt="2022-10-09T23:34:07.728" v="639" actId="478"/>
          <ac:picMkLst>
            <pc:docMk/>
            <pc:sldMk cId="991768596" sldId="312"/>
            <ac:picMk id="4" creationId="{C0E3FADE-8BDA-4287-A55B-FDB5DF8873C5}"/>
          </ac:picMkLst>
        </pc:picChg>
        <pc:picChg chg="add del">
          <ac:chgData name="Mat Gallehawk" userId="93dd6677-ad92-4f4d-8ebe-555150310a93" providerId="ADAL" clId="{3C7ECEED-684C-49A4-BEF6-5FB0174D5EB9}" dt="2022-10-10T00:26:35.201" v="918" actId="478"/>
          <ac:picMkLst>
            <pc:docMk/>
            <pc:sldMk cId="991768596" sldId="312"/>
            <ac:picMk id="5" creationId="{000A078B-9B70-4877-81A0-15DE31893403}"/>
          </ac:picMkLst>
        </pc:picChg>
      </pc:sldChg>
      <pc:sldChg chg="addSp modSp add mod">
        <pc:chgData name="Mat Gallehawk" userId="93dd6677-ad92-4f4d-8ebe-555150310a93" providerId="ADAL" clId="{3C7ECEED-684C-49A4-BEF6-5FB0174D5EB9}" dt="2022-10-11T04:25:55.421" v="4235" actId="313"/>
        <pc:sldMkLst>
          <pc:docMk/>
          <pc:sldMk cId="3152809585" sldId="313"/>
        </pc:sldMkLst>
        <pc:spChg chg="mod">
          <ac:chgData name="Mat Gallehawk" userId="93dd6677-ad92-4f4d-8ebe-555150310a93" providerId="ADAL" clId="{3C7ECEED-684C-49A4-BEF6-5FB0174D5EB9}" dt="2022-10-11T04:13:37.522" v="4150" actId="20577"/>
          <ac:spMkLst>
            <pc:docMk/>
            <pc:sldMk cId="3152809585" sldId="313"/>
            <ac:spMk id="3" creationId="{D7B837D7-EA76-4DCE-A319-CA73C9382C6C}"/>
          </ac:spMkLst>
        </pc:spChg>
        <pc:spChg chg="add mod">
          <ac:chgData name="Mat Gallehawk" userId="93dd6677-ad92-4f4d-8ebe-555150310a93" providerId="ADAL" clId="{3C7ECEED-684C-49A4-BEF6-5FB0174D5EB9}" dt="2022-10-11T04:25:55.421" v="4235" actId="313"/>
          <ac:spMkLst>
            <pc:docMk/>
            <pc:sldMk cId="3152809585" sldId="313"/>
            <ac:spMk id="4" creationId="{B6641D24-1BCE-4977-9CF0-8EDE3255B9C8}"/>
          </ac:spMkLst>
        </pc:spChg>
      </pc:sldChg>
      <pc:sldChg chg="modSp add del mod">
        <pc:chgData name="Mat Gallehawk" userId="93dd6677-ad92-4f4d-8ebe-555150310a93" providerId="ADAL" clId="{3C7ECEED-684C-49A4-BEF6-5FB0174D5EB9}" dt="2022-10-11T03:05:17.668" v="3243" actId="2696"/>
        <pc:sldMkLst>
          <pc:docMk/>
          <pc:sldMk cId="2970221754" sldId="314"/>
        </pc:sldMkLst>
        <pc:spChg chg="mod">
          <ac:chgData name="Mat Gallehawk" userId="93dd6677-ad92-4f4d-8ebe-555150310a93" providerId="ADAL" clId="{3C7ECEED-684C-49A4-BEF6-5FB0174D5EB9}" dt="2022-10-10T00:45:28.974" v="1827" actId="20577"/>
          <ac:spMkLst>
            <pc:docMk/>
            <pc:sldMk cId="2970221754" sldId="314"/>
            <ac:spMk id="2" creationId="{00000000-0000-0000-0000-000000000000}"/>
          </ac:spMkLst>
        </pc:spChg>
        <pc:spChg chg="mod">
          <ac:chgData name="Mat Gallehawk" userId="93dd6677-ad92-4f4d-8ebe-555150310a93" providerId="ADAL" clId="{3C7ECEED-684C-49A4-BEF6-5FB0174D5EB9}" dt="2022-10-10T01:59:28.627" v="2149" actId="403"/>
          <ac:spMkLst>
            <pc:docMk/>
            <pc:sldMk cId="2970221754" sldId="314"/>
            <ac:spMk id="3" creationId="{00000000-0000-0000-0000-000000000000}"/>
          </ac:spMkLst>
        </pc:spChg>
        <pc:spChg chg="mod">
          <ac:chgData name="Mat Gallehawk" userId="93dd6677-ad92-4f4d-8ebe-555150310a93" providerId="ADAL" clId="{3C7ECEED-684C-49A4-BEF6-5FB0174D5EB9}" dt="2022-10-10T01:17:43.985" v="1851" actId="20577"/>
          <ac:spMkLst>
            <pc:docMk/>
            <pc:sldMk cId="2970221754" sldId="314"/>
            <ac:spMk id="4" creationId="{B533686E-DED5-79ED-3198-13065191F8E6}"/>
          </ac:spMkLst>
        </pc:spChg>
        <pc:spChg chg="mod">
          <ac:chgData name="Mat Gallehawk" userId="93dd6677-ad92-4f4d-8ebe-555150310a93" providerId="ADAL" clId="{3C7ECEED-684C-49A4-BEF6-5FB0174D5EB9}" dt="2022-10-10T23:44:39.711" v="2216" actId="207"/>
          <ac:spMkLst>
            <pc:docMk/>
            <pc:sldMk cId="2970221754" sldId="314"/>
            <ac:spMk id="9" creationId="{301614A1-BB3D-054B-E815-E9BF1D49A26D}"/>
          </ac:spMkLst>
        </pc:spChg>
      </pc:sldChg>
      <pc:sldChg chg="addSp delSp modSp add mod">
        <pc:chgData name="Mat Gallehawk" userId="93dd6677-ad92-4f4d-8ebe-555150310a93" providerId="ADAL" clId="{3C7ECEED-684C-49A4-BEF6-5FB0174D5EB9}" dt="2022-10-11T04:27:12.579" v="4262" actId="20577"/>
        <pc:sldMkLst>
          <pc:docMk/>
          <pc:sldMk cId="864889402" sldId="315"/>
        </pc:sldMkLst>
        <pc:spChg chg="mod">
          <ac:chgData name="Mat Gallehawk" userId="93dd6677-ad92-4f4d-8ebe-555150310a93" providerId="ADAL" clId="{3C7ECEED-684C-49A4-BEF6-5FB0174D5EB9}" dt="2022-10-11T03:07:44.047" v="3471" actId="6549"/>
          <ac:spMkLst>
            <pc:docMk/>
            <pc:sldMk cId="864889402" sldId="315"/>
            <ac:spMk id="3" creationId="{00000000-0000-0000-0000-000000000000}"/>
          </ac:spMkLst>
        </pc:spChg>
        <pc:spChg chg="del mod">
          <ac:chgData name="Mat Gallehawk" userId="93dd6677-ad92-4f4d-8ebe-555150310a93" providerId="ADAL" clId="{3C7ECEED-684C-49A4-BEF6-5FB0174D5EB9}" dt="2022-10-11T00:21:36.893" v="2227" actId="478"/>
          <ac:spMkLst>
            <pc:docMk/>
            <pc:sldMk cId="864889402" sldId="315"/>
            <ac:spMk id="6" creationId="{BAD9F871-7840-45CF-8899-D82D1C6D3998}"/>
          </ac:spMkLst>
        </pc:spChg>
        <pc:spChg chg="del">
          <ac:chgData name="Mat Gallehawk" userId="93dd6677-ad92-4f4d-8ebe-555150310a93" providerId="ADAL" clId="{3C7ECEED-684C-49A4-BEF6-5FB0174D5EB9}" dt="2022-10-11T03:04:51.666" v="3239" actId="478"/>
          <ac:spMkLst>
            <pc:docMk/>
            <pc:sldMk cId="864889402" sldId="315"/>
            <ac:spMk id="7" creationId="{F296C6C4-5EE0-4A20-9F8A-B29C7088846C}"/>
          </ac:spMkLst>
        </pc:spChg>
        <pc:spChg chg="add del mod">
          <ac:chgData name="Mat Gallehawk" userId="93dd6677-ad92-4f4d-8ebe-555150310a93" providerId="ADAL" clId="{3C7ECEED-684C-49A4-BEF6-5FB0174D5EB9}" dt="2022-10-11T03:04:59.984" v="3241" actId="478"/>
          <ac:spMkLst>
            <pc:docMk/>
            <pc:sldMk cId="864889402" sldId="315"/>
            <ac:spMk id="8" creationId="{EF64CF46-327C-1B3C-4F4C-E161F9066D82}"/>
          </ac:spMkLst>
        </pc:spChg>
        <pc:spChg chg="add mod">
          <ac:chgData name="Mat Gallehawk" userId="93dd6677-ad92-4f4d-8ebe-555150310a93" providerId="ADAL" clId="{3C7ECEED-684C-49A4-BEF6-5FB0174D5EB9}" dt="2022-10-11T04:24:27.406" v="4166" actId="20577"/>
          <ac:spMkLst>
            <pc:docMk/>
            <pc:sldMk cId="864889402" sldId="315"/>
            <ac:spMk id="9" creationId="{4A3B9C3E-FF40-F074-399E-809A1495C177}"/>
          </ac:spMkLst>
        </pc:spChg>
        <pc:spChg chg="add mod">
          <ac:chgData name="Mat Gallehawk" userId="93dd6677-ad92-4f4d-8ebe-555150310a93" providerId="ADAL" clId="{3C7ECEED-684C-49A4-BEF6-5FB0174D5EB9}" dt="2022-10-11T04:27:12.579" v="4262" actId="20577"/>
          <ac:spMkLst>
            <pc:docMk/>
            <pc:sldMk cId="864889402" sldId="315"/>
            <ac:spMk id="10" creationId="{2FC868CC-D014-C8D5-0AFF-143EFAB8F5F3}"/>
          </ac:spMkLst>
        </pc:spChg>
      </pc:sldChg>
      <pc:sldChg chg="modSp add mod">
        <pc:chgData name="Mat Gallehawk" userId="93dd6677-ad92-4f4d-8ebe-555150310a93" providerId="ADAL" clId="{3C7ECEED-684C-49A4-BEF6-5FB0174D5EB9}" dt="2022-10-11T04:25:02.630" v="4215" actId="20577"/>
        <pc:sldMkLst>
          <pc:docMk/>
          <pc:sldMk cId="1955995688" sldId="316"/>
        </pc:sldMkLst>
        <pc:spChg chg="mod">
          <ac:chgData name="Mat Gallehawk" userId="93dd6677-ad92-4f4d-8ebe-555150310a93" providerId="ADAL" clId="{3C7ECEED-684C-49A4-BEF6-5FB0174D5EB9}" dt="2022-10-11T04:25:02.630" v="4215" actId="20577"/>
          <ac:spMkLst>
            <pc:docMk/>
            <pc:sldMk cId="1955995688" sldId="316"/>
            <ac:spMk id="3" creationId="{E412A0F2-9C53-4B4C-9047-008D5D9FFC77}"/>
          </ac:spMkLst>
        </pc:spChg>
        <pc:spChg chg="mod">
          <ac:chgData name="Mat Gallehawk" userId="93dd6677-ad92-4f4d-8ebe-555150310a93" providerId="ADAL" clId="{3C7ECEED-684C-49A4-BEF6-5FB0174D5EB9}" dt="2022-10-11T04:24:44.263" v="4174" actId="20577"/>
          <ac:spMkLst>
            <pc:docMk/>
            <pc:sldMk cId="1955995688" sldId="316"/>
            <ac:spMk id="15" creationId="{04C46337-4239-4616-927D-022E4784226F}"/>
          </ac:spMkLst>
        </pc:spChg>
      </pc:sldChg>
      <pc:sldChg chg="modSp add mod">
        <pc:chgData name="Mat Gallehawk" userId="93dd6677-ad92-4f4d-8ebe-555150310a93" providerId="ADAL" clId="{3C7ECEED-684C-49A4-BEF6-5FB0174D5EB9}" dt="2022-10-11T04:27:52.998" v="4283" actId="313"/>
        <pc:sldMkLst>
          <pc:docMk/>
          <pc:sldMk cId="2984330994" sldId="317"/>
        </pc:sldMkLst>
        <pc:spChg chg="mod">
          <ac:chgData name="Mat Gallehawk" userId="93dd6677-ad92-4f4d-8ebe-555150310a93" providerId="ADAL" clId="{3C7ECEED-684C-49A4-BEF6-5FB0174D5EB9}" dt="2022-10-11T04:27:43.508" v="4263" actId="20577"/>
          <ac:spMkLst>
            <pc:docMk/>
            <pc:sldMk cId="2984330994" sldId="317"/>
            <ac:spMk id="3" creationId="{D7B837D7-EA76-4DCE-A319-CA73C9382C6C}"/>
          </ac:spMkLst>
        </pc:spChg>
        <pc:spChg chg="mod">
          <ac:chgData name="Mat Gallehawk" userId="93dd6677-ad92-4f4d-8ebe-555150310a93" providerId="ADAL" clId="{3C7ECEED-684C-49A4-BEF6-5FB0174D5EB9}" dt="2022-10-11T04:27:52.998" v="4283" actId="313"/>
          <ac:spMkLst>
            <pc:docMk/>
            <pc:sldMk cId="2984330994" sldId="317"/>
            <ac:spMk id="4" creationId="{B6641D24-1BCE-4977-9CF0-8EDE3255B9C8}"/>
          </ac:spMkLst>
        </pc:spChg>
      </pc:sldChg>
      <pc:sldChg chg="modSp add mod">
        <pc:chgData name="Mat Gallehawk" userId="93dd6677-ad92-4f4d-8ebe-555150310a93" providerId="ADAL" clId="{3C7ECEED-684C-49A4-BEF6-5FB0174D5EB9}" dt="2022-10-11T04:33:12.127" v="4355" actId="20577"/>
        <pc:sldMkLst>
          <pc:docMk/>
          <pc:sldMk cId="1785570828" sldId="318"/>
        </pc:sldMkLst>
        <pc:spChg chg="mod">
          <ac:chgData name="Mat Gallehawk" userId="93dd6677-ad92-4f4d-8ebe-555150310a93" providerId="ADAL" clId="{3C7ECEED-684C-49A4-BEF6-5FB0174D5EB9}" dt="2022-10-11T03:08:56.731" v="3480" actId="20577"/>
          <ac:spMkLst>
            <pc:docMk/>
            <pc:sldMk cId="1785570828" sldId="318"/>
            <ac:spMk id="2" creationId="{00000000-0000-0000-0000-000000000000}"/>
          </ac:spMkLst>
        </pc:spChg>
        <pc:spChg chg="mod">
          <ac:chgData name="Mat Gallehawk" userId="93dd6677-ad92-4f4d-8ebe-555150310a93" providerId="ADAL" clId="{3C7ECEED-684C-49A4-BEF6-5FB0174D5EB9}" dt="2022-10-11T04:23:34.808" v="4151" actId="20577"/>
          <ac:spMkLst>
            <pc:docMk/>
            <pc:sldMk cId="1785570828" sldId="318"/>
            <ac:spMk id="3" creationId="{00000000-0000-0000-0000-000000000000}"/>
          </ac:spMkLst>
        </pc:spChg>
        <pc:spChg chg="mod">
          <ac:chgData name="Mat Gallehawk" userId="93dd6677-ad92-4f4d-8ebe-555150310a93" providerId="ADAL" clId="{3C7ECEED-684C-49A4-BEF6-5FB0174D5EB9}" dt="2022-10-11T03:09:09.648" v="3496" actId="20577"/>
          <ac:spMkLst>
            <pc:docMk/>
            <pc:sldMk cId="1785570828" sldId="318"/>
            <ac:spMk id="4" creationId="{B533686E-DED5-79ED-3198-13065191F8E6}"/>
          </ac:spMkLst>
        </pc:spChg>
        <pc:spChg chg="mod">
          <ac:chgData name="Mat Gallehawk" userId="93dd6677-ad92-4f4d-8ebe-555150310a93" providerId="ADAL" clId="{3C7ECEED-684C-49A4-BEF6-5FB0174D5EB9}" dt="2022-10-11T04:33:12.127" v="4355" actId="20577"/>
          <ac:spMkLst>
            <pc:docMk/>
            <pc:sldMk cId="1785570828" sldId="318"/>
            <ac:spMk id="9" creationId="{301614A1-BB3D-054B-E815-E9BF1D49A26D}"/>
          </ac:spMkLst>
        </pc:spChg>
      </pc:sldChg>
      <pc:sldChg chg="new del">
        <pc:chgData name="Mat Gallehawk" userId="93dd6677-ad92-4f4d-8ebe-555150310a93" providerId="ADAL" clId="{3C7ECEED-684C-49A4-BEF6-5FB0174D5EB9}" dt="2022-10-11T03:35:57.541" v="3940" actId="680"/>
        <pc:sldMkLst>
          <pc:docMk/>
          <pc:sldMk cId="1059810657" sldId="319"/>
        </pc:sldMkLst>
      </pc:sldChg>
      <pc:sldChg chg="new del">
        <pc:chgData name="Mat Gallehawk" userId="93dd6677-ad92-4f4d-8ebe-555150310a93" providerId="ADAL" clId="{3C7ECEED-684C-49A4-BEF6-5FB0174D5EB9}" dt="2022-10-11T03:10:32.205" v="3506" actId="680"/>
        <pc:sldMkLst>
          <pc:docMk/>
          <pc:sldMk cId="1772558673" sldId="319"/>
        </pc:sldMkLst>
      </pc:sldChg>
    </pc:docChg>
  </pc:docChgLst>
  <pc:docChgLst>
    <pc:chgData name="Mat Gallehawk" userId="S::mathew_gallehawk@gjames.com.au::93dd6677-ad92-4f4d-8ebe-555150310a93" providerId="AD" clId="Web-{22A8EC16-BBEB-418A-875B-BDD267443A72}"/>
    <pc:docChg chg="addSld modSld sldOrd">
      <pc:chgData name="Mat Gallehawk" userId="S::mathew_gallehawk@gjames.com.au::93dd6677-ad92-4f4d-8ebe-555150310a93" providerId="AD" clId="Web-{22A8EC16-BBEB-418A-875B-BDD267443A72}" dt="2022-10-13T03:12:09.577" v="200" actId="14100"/>
      <pc:docMkLst>
        <pc:docMk/>
      </pc:docMkLst>
      <pc:sldChg chg="modSp">
        <pc:chgData name="Mat Gallehawk" userId="S::mathew_gallehawk@gjames.com.au::93dd6677-ad92-4f4d-8ebe-555150310a93" providerId="AD" clId="Web-{22A8EC16-BBEB-418A-875B-BDD267443A72}" dt="2022-10-13T02:58:57.519" v="18" actId="20577"/>
        <pc:sldMkLst>
          <pc:docMk/>
          <pc:sldMk cId="3065177915" sldId="298"/>
        </pc:sldMkLst>
        <pc:spChg chg="mod">
          <ac:chgData name="Mat Gallehawk" userId="S::mathew_gallehawk@gjames.com.au::93dd6677-ad92-4f4d-8ebe-555150310a93" providerId="AD" clId="Web-{22A8EC16-BBEB-418A-875B-BDD267443A72}" dt="2022-10-13T02:58:57.519" v="18" actId="20577"/>
          <ac:spMkLst>
            <pc:docMk/>
            <pc:sldMk cId="3065177915" sldId="298"/>
            <ac:spMk id="3" creationId="{00000000-0000-0000-0000-000000000000}"/>
          </ac:spMkLst>
        </pc:spChg>
      </pc:sldChg>
      <pc:sldChg chg="modSp">
        <pc:chgData name="Mat Gallehawk" userId="S::mathew_gallehawk@gjames.com.au::93dd6677-ad92-4f4d-8ebe-555150310a93" providerId="AD" clId="Web-{22A8EC16-BBEB-418A-875B-BDD267443A72}" dt="2022-10-13T03:01:41.446" v="35" actId="20577"/>
        <pc:sldMkLst>
          <pc:docMk/>
          <pc:sldMk cId="3169463616" sldId="307"/>
        </pc:sldMkLst>
        <pc:spChg chg="mod">
          <ac:chgData name="Mat Gallehawk" userId="S::mathew_gallehawk@gjames.com.au::93dd6677-ad92-4f4d-8ebe-555150310a93" providerId="AD" clId="Web-{22A8EC16-BBEB-418A-875B-BDD267443A72}" dt="2022-10-13T03:01:41.446" v="35" actId="20577"/>
          <ac:spMkLst>
            <pc:docMk/>
            <pc:sldMk cId="3169463616" sldId="307"/>
            <ac:spMk id="2" creationId="{2311DB63-4880-45EE-A96E-24E426039F8B}"/>
          </ac:spMkLst>
        </pc:spChg>
        <pc:spChg chg="mod">
          <ac:chgData name="Mat Gallehawk" userId="S::mathew_gallehawk@gjames.com.au::93dd6677-ad92-4f4d-8ebe-555150310a93" providerId="AD" clId="Web-{22A8EC16-BBEB-418A-875B-BDD267443A72}" dt="2022-10-13T03:01:33.571" v="30" actId="20577"/>
          <ac:spMkLst>
            <pc:docMk/>
            <pc:sldMk cId="3169463616" sldId="307"/>
            <ac:spMk id="4" creationId="{50F94588-C705-B491-BF78-59809F3C35DA}"/>
          </ac:spMkLst>
        </pc:spChg>
      </pc:sldChg>
      <pc:sldChg chg="modSp">
        <pc:chgData name="Mat Gallehawk" userId="S::mathew_gallehawk@gjames.com.au::93dd6677-ad92-4f4d-8ebe-555150310a93" providerId="AD" clId="Web-{22A8EC16-BBEB-418A-875B-BDD267443A72}" dt="2022-10-13T03:03:46.888" v="71" actId="20577"/>
        <pc:sldMkLst>
          <pc:docMk/>
          <pc:sldMk cId="1409120268" sldId="310"/>
        </pc:sldMkLst>
        <pc:spChg chg="mod">
          <ac:chgData name="Mat Gallehawk" userId="S::mathew_gallehawk@gjames.com.au::93dd6677-ad92-4f4d-8ebe-555150310a93" providerId="AD" clId="Web-{22A8EC16-BBEB-418A-875B-BDD267443A72}" dt="2022-10-13T03:02:09.588" v="36" actId="20577"/>
          <ac:spMkLst>
            <pc:docMk/>
            <pc:sldMk cId="1409120268" sldId="310"/>
            <ac:spMk id="2" creationId="{00000000-0000-0000-0000-000000000000}"/>
          </ac:spMkLst>
        </pc:spChg>
        <pc:spChg chg="mod">
          <ac:chgData name="Mat Gallehawk" userId="S::mathew_gallehawk@gjames.com.au::93dd6677-ad92-4f4d-8ebe-555150310a93" providerId="AD" clId="Web-{22A8EC16-BBEB-418A-875B-BDD267443A72}" dt="2022-10-13T03:02:35.683" v="50" actId="20577"/>
          <ac:spMkLst>
            <pc:docMk/>
            <pc:sldMk cId="1409120268" sldId="310"/>
            <ac:spMk id="3" creationId="{00000000-0000-0000-0000-000000000000}"/>
          </ac:spMkLst>
        </pc:spChg>
        <pc:spChg chg="mod">
          <ac:chgData name="Mat Gallehawk" userId="S::mathew_gallehawk@gjames.com.au::93dd6677-ad92-4f4d-8ebe-555150310a93" providerId="AD" clId="Web-{22A8EC16-BBEB-418A-875B-BDD267443A72}" dt="2022-10-13T03:03:34.341" v="63" actId="20577"/>
          <ac:spMkLst>
            <pc:docMk/>
            <pc:sldMk cId="1409120268" sldId="310"/>
            <ac:spMk id="4" creationId="{B533686E-DED5-79ED-3198-13065191F8E6}"/>
          </ac:spMkLst>
        </pc:spChg>
        <pc:spChg chg="mod">
          <ac:chgData name="Mat Gallehawk" userId="S::mathew_gallehawk@gjames.com.au::93dd6677-ad92-4f4d-8ebe-555150310a93" providerId="AD" clId="Web-{22A8EC16-BBEB-418A-875B-BDD267443A72}" dt="2022-10-13T03:03:46.888" v="71" actId="20577"/>
          <ac:spMkLst>
            <pc:docMk/>
            <pc:sldMk cId="1409120268" sldId="310"/>
            <ac:spMk id="9" creationId="{301614A1-BB3D-054B-E815-E9BF1D49A26D}"/>
          </ac:spMkLst>
        </pc:spChg>
      </pc:sldChg>
      <pc:sldChg chg="modSp">
        <pc:chgData name="Mat Gallehawk" userId="S::mathew_gallehawk@gjames.com.au::93dd6677-ad92-4f4d-8ebe-555150310a93" providerId="AD" clId="Web-{22A8EC16-BBEB-418A-875B-BDD267443A72}" dt="2022-10-13T03:06:30.362" v="128" actId="20577"/>
        <pc:sldMkLst>
          <pc:docMk/>
          <pc:sldMk cId="2714862628" sldId="311"/>
        </pc:sldMkLst>
        <pc:spChg chg="mod">
          <ac:chgData name="Mat Gallehawk" userId="S::mathew_gallehawk@gjames.com.au::93dd6677-ad92-4f4d-8ebe-555150310a93" providerId="AD" clId="Web-{22A8EC16-BBEB-418A-875B-BDD267443A72}" dt="2022-10-13T03:06:30.362" v="128" actId="20577"/>
          <ac:spMkLst>
            <pc:docMk/>
            <pc:sldMk cId="2714862628" sldId="311"/>
            <ac:spMk id="3" creationId="{00000000-0000-0000-0000-000000000000}"/>
          </ac:spMkLst>
        </pc:spChg>
      </pc:sldChg>
      <pc:sldChg chg="modSp">
        <pc:chgData name="Mat Gallehawk" userId="S::mathew_gallehawk@gjames.com.au::93dd6677-ad92-4f4d-8ebe-555150310a93" providerId="AD" clId="Web-{22A8EC16-BBEB-418A-875B-BDD267443A72}" dt="2022-10-13T03:06:48.941" v="138" actId="20577"/>
        <pc:sldMkLst>
          <pc:docMk/>
          <pc:sldMk cId="3152809585" sldId="313"/>
        </pc:sldMkLst>
        <pc:spChg chg="mod">
          <ac:chgData name="Mat Gallehawk" userId="S::mathew_gallehawk@gjames.com.au::93dd6677-ad92-4f4d-8ebe-555150310a93" providerId="AD" clId="Web-{22A8EC16-BBEB-418A-875B-BDD267443A72}" dt="2022-10-13T03:06:48.941" v="138" actId="20577"/>
          <ac:spMkLst>
            <pc:docMk/>
            <pc:sldMk cId="3152809585" sldId="313"/>
            <ac:spMk id="5" creationId="{50F94588-C705-B491-BF78-59809F3C35DA}"/>
          </ac:spMkLst>
        </pc:spChg>
      </pc:sldChg>
      <pc:sldChg chg="modSp">
        <pc:chgData name="Mat Gallehawk" userId="S::mathew_gallehawk@gjames.com.au::93dd6677-ad92-4f4d-8ebe-555150310a93" providerId="AD" clId="Web-{22A8EC16-BBEB-418A-875B-BDD267443A72}" dt="2022-10-13T03:08:18.882" v="165" actId="20577"/>
        <pc:sldMkLst>
          <pc:docMk/>
          <pc:sldMk cId="864889402" sldId="315"/>
        </pc:sldMkLst>
        <pc:spChg chg="mod">
          <ac:chgData name="Mat Gallehawk" userId="S::mathew_gallehawk@gjames.com.au::93dd6677-ad92-4f4d-8ebe-555150310a93" providerId="AD" clId="Web-{22A8EC16-BBEB-418A-875B-BDD267443A72}" dt="2022-10-13T03:08:18.882" v="165" actId="20577"/>
          <ac:spMkLst>
            <pc:docMk/>
            <pc:sldMk cId="864889402" sldId="315"/>
            <ac:spMk id="3" creationId="{00000000-0000-0000-0000-000000000000}"/>
          </ac:spMkLst>
        </pc:spChg>
      </pc:sldChg>
      <pc:sldChg chg="modSp">
        <pc:chgData name="Mat Gallehawk" userId="S::mathew_gallehawk@gjames.com.au::93dd6677-ad92-4f4d-8ebe-555150310a93" providerId="AD" clId="Web-{22A8EC16-BBEB-418A-875B-BDD267443A72}" dt="2022-10-13T03:09:24.056" v="169" actId="20577"/>
        <pc:sldMkLst>
          <pc:docMk/>
          <pc:sldMk cId="1955995688" sldId="316"/>
        </pc:sldMkLst>
        <pc:spChg chg="mod">
          <ac:chgData name="Mat Gallehawk" userId="S::mathew_gallehawk@gjames.com.au::93dd6677-ad92-4f4d-8ebe-555150310a93" providerId="AD" clId="Web-{22A8EC16-BBEB-418A-875B-BDD267443A72}" dt="2022-10-13T03:09:24.056" v="169" actId="20577"/>
          <ac:spMkLst>
            <pc:docMk/>
            <pc:sldMk cId="1955995688" sldId="316"/>
            <ac:spMk id="35" creationId="{FAD3D517-F03D-1712-4F9D-BFC76369E810}"/>
          </ac:spMkLst>
        </pc:spChg>
      </pc:sldChg>
      <pc:sldChg chg="modSp">
        <pc:chgData name="Mat Gallehawk" userId="S::mathew_gallehawk@gjames.com.au::93dd6677-ad92-4f4d-8ebe-555150310a93" providerId="AD" clId="Web-{22A8EC16-BBEB-418A-875B-BDD267443A72}" dt="2022-10-13T03:09:40.822" v="173" actId="20577"/>
        <pc:sldMkLst>
          <pc:docMk/>
          <pc:sldMk cId="2984330994" sldId="317"/>
        </pc:sldMkLst>
        <pc:spChg chg="mod">
          <ac:chgData name="Mat Gallehawk" userId="S::mathew_gallehawk@gjames.com.au::93dd6677-ad92-4f4d-8ebe-555150310a93" providerId="AD" clId="Web-{22A8EC16-BBEB-418A-875B-BDD267443A72}" dt="2022-10-13T03:09:34.275" v="170" actId="20577"/>
          <ac:spMkLst>
            <pc:docMk/>
            <pc:sldMk cId="2984330994" sldId="317"/>
            <ac:spMk id="3" creationId="{D7B837D7-EA76-4DCE-A319-CA73C9382C6C}"/>
          </ac:spMkLst>
        </pc:spChg>
        <pc:spChg chg="mod">
          <ac:chgData name="Mat Gallehawk" userId="S::mathew_gallehawk@gjames.com.au::93dd6677-ad92-4f4d-8ebe-555150310a93" providerId="AD" clId="Web-{22A8EC16-BBEB-418A-875B-BDD267443A72}" dt="2022-10-13T03:09:40.822" v="173" actId="20577"/>
          <ac:spMkLst>
            <pc:docMk/>
            <pc:sldMk cId="2984330994" sldId="317"/>
            <ac:spMk id="4" creationId="{B6641D24-1BCE-4977-9CF0-8EDE3255B9C8}"/>
          </ac:spMkLst>
        </pc:spChg>
      </pc:sldChg>
      <pc:sldChg chg="modSp">
        <pc:chgData name="Mat Gallehawk" userId="S::mathew_gallehawk@gjames.com.au::93dd6677-ad92-4f4d-8ebe-555150310a93" providerId="AD" clId="Web-{22A8EC16-BBEB-418A-875B-BDD267443A72}" dt="2022-10-13T03:12:09.577" v="200" actId="14100"/>
        <pc:sldMkLst>
          <pc:docMk/>
          <pc:sldMk cId="1176781208" sldId="318"/>
        </pc:sldMkLst>
        <pc:spChg chg="mod">
          <ac:chgData name="Mat Gallehawk" userId="S::mathew_gallehawk@gjames.com.au::93dd6677-ad92-4f4d-8ebe-555150310a93" providerId="AD" clId="Web-{22A8EC16-BBEB-418A-875B-BDD267443A72}" dt="2022-10-13T03:07:02.457" v="152" actId="20577"/>
          <ac:spMkLst>
            <pc:docMk/>
            <pc:sldMk cId="1176781208" sldId="318"/>
            <ac:spMk id="2" creationId="{00000000-0000-0000-0000-000000000000}"/>
          </ac:spMkLst>
        </pc:spChg>
        <pc:spChg chg="mod">
          <ac:chgData name="Mat Gallehawk" userId="S::mathew_gallehawk@gjames.com.au::93dd6677-ad92-4f4d-8ebe-555150310a93" providerId="AD" clId="Web-{22A8EC16-BBEB-418A-875B-BDD267443A72}" dt="2022-10-13T03:04:04.389" v="75" actId="20577"/>
          <ac:spMkLst>
            <pc:docMk/>
            <pc:sldMk cId="1176781208" sldId="318"/>
            <ac:spMk id="3" creationId="{00000000-0000-0000-0000-000000000000}"/>
          </ac:spMkLst>
        </pc:spChg>
        <pc:spChg chg="mod">
          <ac:chgData name="Mat Gallehawk" userId="S::mathew_gallehawk@gjames.com.au::93dd6677-ad92-4f4d-8ebe-555150310a93" providerId="AD" clId="Web-{22A8EC16-BBEB-418A-875B-BDD267443A72}" dt="2022-10-13T03:12:09.577" v="200" actId="14100"/>
          <ac:spMkLst>
            <pc:docMk/>
            <pc:sldMk cId="1176781208" sldId="318"/>
            <ac:spMk id="4" creationId="{B533686E-DED5-79ED-3198-13065191F8E6}"/>
          </ac:spMkLst>
        </pc:spChg>
        <pc:spChg chg="mod">
          <ac:chgData name="Mat Gallehawk" userId="S::mathew_gallehawk@gjames.com.au::93dd6677-ad92-4f4d-8ebe-555150310a93" providerId="AD" clId="Web-{22A8EC16-BBEB-418A-875B-BDD267443A72}" dt="2022-10-13T03:04:46.953" v="89" actId="14100"/>
          <ac:spMkLst>
            <pc:docMk/>
            <pc:sldMk cId="1176781208" sldId="318"/>
            <ac:spMk id="9" creationId="{301614A1-BB3D-054B-E815-E9BF1D49A26D}"/>
          </ac:spMkLst>
        </pc:spChg>
      </pc:sldChg>
      <pc:sldChg chg="modSp add ord replId">
        <pc:chgData name="Mat Gallehawk" userId="S::mathew_gallehawk@gjames.com.au::93dd6677-ad92-4f4d-8ebe-555150310a93" providerId="AD" clId="Web-{22A8EC16-BBEB-418A-875B-BDD267443A72}" dt="2022-10-13T03:10:28.152" v="191" actId="20577"/>
        <pc:sldMkLst>
          <pc:docMk/>
          <pc:sldMk cId="2450910828" sldId="319"/>
        </pc:sldMkLst>
        <pc:spChg chg="mod">
          <ac:chgData name="Mat Gallehawk" userId="S::mathew_gallehawk@gjames.com.au::93dd6677-ad92-4f4d-8ebe-555150310a93" providerId="AD" clId="Web-{22A8EC16-BBEB-418A-875B-BDD267443A72}" dt="2022-10-13T03:10:13.276" v="179" actId="20577"/>
          <ac:spMkLst>
            <pc:docMk/>
            <pc:sldMk cId="2450910828" sldId="319"/>
            <ac:spMk id="2" creationId="{00000000-0000-0000-0000-000000000000}"/>
          </ac:spMkLst>
        </pc:spChg>
        <pc:spChg chg="mod">
          <ac:chgData name="Mat Gallehawk" userId="S::mathew_gallehawk@gjames.com.au::93dd6677-ad92-4f4d-8ebe-555150310a93" providerId="AD" clId="Web-{22A8EC16-BBEB-418A-875B-BDD267443A72}" dt="2022-10-13T03:10:28.152" v="191" actId="20577"/>
          <ac:spMkLst>
            <pc:docMk/>
            <pc:sldMk cId="2450910828" sldId="319"/>
            <ac:spMk id="4" creationId="{B533686E-DED5-79ED-3198-13065191F8E6}"/>
          </ac:spMkLst>
        </pc:spChg>
      </pc:sldChg>
    </pc:docChg>
  </pc:docChgLst>
  <pc:docChgLst>
    <pc:chgData name="Mat Gallehawk" userId="S::mathew_gallehawk@gjames.com.au::93dd6677-ad92-4f4d-8ebe-555150310a93" providerId="AD" clId="Web-{9D9E6718-8C89-45E4-A7A5-ED3D99AB80FA}"/>
    <pc:docChg chg="modSld">
      <pc:chgData name="Mat Gallehawk" userId="S::mathew_gallehawk@gjames.com.au::93dd6677-ad92-4f4d-8ebe-555150310a93" providerId="AD" clId="Web-{9D9E6718-8C89-45E4-A7A5-ED3D99AB80FA}" dt="2022-10-13T03:52:25.789" v="100" actId="20577"/>
      <pc:docMkLst>
        <pc:docMk/>
      </pc:docMkLst>
      <pc:sldChg chg="modSp">
        <pc:chgData name="Mat Gallehawk" userId="S::mathew_gallehawk@gjames.com.au::93dd6677-ad92-4f4d-8ebe-555150310a93" providerId="AD" clId="Web-{9D9E6718-8C89-45E4-A7A5-ED3D99AB80FA}" dt="2022-10-13T03:46:29.313" v="3" actId="20577"/>
        <pc:sldMkLst>
          <pc:docMk/>
          <pc:sldMk cId="498560464" sldId="297"/>
        </pc:sldMkLst>
        <pc:spChg chg="mod">
          <ac:chgData name="Mat Gallehawk" userId="S::mathew_gallehawk@gjames.com.au::93dd6677-ad92-4f4d-8ebe-555150310a93" providerId="AD" clId="Web-{9D9E6718-8C89-45E4-A7A5-ED3D99AB80FA}" dt="2022-10-13T03:46:29.313" v="3" actId="20577"/>
          <ac:spMkLst>
            <pc:docMk/>
            <pc:sldMk cId="498560464" sldId="297"/>
            <ac:spMk id="3" creationId="{00000000-0000-0000-0000-000000000000}"/>
          </ac:spMkLst>
        </pc:spChg>
      </pc:sldChg>
      <pc:sldChg chg="modSp">
        <pc:chgData name="Mat Gallehawk" userId="S::mathew_gallehawk@gjames.com.au::93dd6677-ad92-4f4d-8ebe-555150310a93" providerId="AD" clId="Web-{9D9E6718-8C89-45E4-A7A5-ED3D99AB80FA}" dt="2022-10-13T03:46:59.501" v="9" actId="20577"/>
        <pc:sldMkLst>
          <pc:docMk/>
          <pc:sldMk cId="2148006341" sldId="299"/>
        </pc:sldMkLst>
        <pc:spChg chg="mod">
          <ac:chgData name="Mat Gallehawk" userId="S::mathew_gallehawk@gjames.com.au::93dd6677-ad92-4f4d-8ebe-555150310a93" providerId="AD" clId="Web-{9D9E6718-8C89-45E4-A7A5-ED3D99AB80FA}" dt="2022-10-13T03:46:59.501" v="9" actId="20577"/>
          <ac:spMkLst>
            <pc:docMk/>
            <pc:sldMk cId="2148006341" sldId="299"/>
            <ac:spMk id="15" creationId="{04C46337-4239-4616-927D-022E4784226F}"/>
          </ac:spMkLst>
        </pc:spChg>
      </pc:sldChg>
      <pc:sldChg chg="modSp">
        <pc:chgData name="Mat Gallehawk" userId="S::mathew_gallehawk@gjames.com.au::93dd6677-ad92-4f4d-8ebe-555150310a93" providerId="AD" clId="Web-{9D9E6718-8C89-45E4-A7A5-ED3D99AB80FA}" dt="2022-10-13T03:47:11.251" v="10" actId="20577"/>
        <pc:sldMkLst>
          <pc:docMk/>
          <pc:sldMk cId="3169463616" sldId="307"/>
        </pc:sldMkLst>
        <pc:spChg chg="mod">
          <ac:chgData name="Mat Gallehawk" userId="S::mathew_gallehawk@gjames.com.au::93dd6677-ad92-4f4d-8ebe-555150310a93" providerId="AD" clId="Web-{9D9E6718-8C89-45E4-A7A5-ED3D99AB80FA}" dt="2022-10-13T03:47:11.251" v="10" actId="20577"/>
          <ac:spMkLst>
            <pc:docMk/>
            <pc:sldMk cId="3169463616" sldId="307"/>
            <ac:spMk id="4" creationId="{50F94588-C705-B491-BF78-59809F3C35DA}"/>
          </ac:spMkLst>
        </pc:spChg>
      </pc:sldChg>
      <pc:sldChg chg="modSp">
        <pc:chgData name="Mat Gallehawk" userId="S::mathew_gallehawk@gjames.com.au::93dd6677-ad92-4f4d-8ebe-555150310a93" providerId="AD" clId="Web-{9D9E6718-8C89-45E4-A7A5-ED3D99AB80FA}" dt="2022-10-13T03:47:47.424" v="17" actId="20577"/>
        <pc:sldMkLst>
          <pc:docMk/>
          <pc:sldMk cId="1409120268" sldId="310"/>
        </pc:sldMkLst>
        <pc:spChg chg="mod">
          <ac:chgData name="Mat Gallehawk" userId="S::mathew_gallehawk@gjames.com.au::93dd6677-ad92-4f4d-8ebe-555150310a93" providerId="AD" clId="Web-{9D9E6718-8C89-45E4-A7A5-ED3D99AB80FA}" dt="2022-10-13T03:47:47.424" v="17" actId="20577"/>
          <ac:spMkLst>
            <pc:docMk/>
            <pc:sldMk cId="1409120268" sldId="310"/>
            <ac:spMk id="3" creationId="{00000000-0000-0000-0000-000000000000}"/>
          </ac:spMkLst>
        </pc:spChg>
        <pc:spChg chg="mod">
          <ac:chgData name="Mat Gallehawk" userId="S::mathew_gallehawk@gjames.com.au::93dd6677-ad92-4f4d-8ebe-555150310a93" providerId="AD" clId="Web-{9D9E6718-8C89-45E4-A7A5-ED3D99AB80FA}" dt="2022-10-13T03:47:22.923" v="11" actId="20577"/>
          <ac:spMkLst>
            <pc:docMk/>
            <pc:sldMk cId="1409120268" sldId="310"/>
            <ac:spMk id="9" creationId="{301614A1-BB3D-054B-E815-E9BF1D49A26D}"/>
          </ac:spMkLst>
        </pc:spChg>
      </pc:sldChg>
      <pc:sldChg chg="modSp">
        <pc:chgData name="Mat Gallehawk" userId="S::mathew_gallehawk@gjames.com.au::93dd6677-ad92-4f4d-8ebe-555150310a93" providerId="AD" clId="Web-{9D9E6718-8C89-45E4-A7A5-ED3D99AB80FA}" dt="2022-10-13T03:48:27.643" v="21" actId="20577"/>
        <pc:sldMkLst>
          <pc:docMk/>
          <pc:sldMk cId="991768596" sldId="312"/>
        </pc:sldMkLst>
        <pc:spChg chg="mod">
          <ac:chgData name="Mat Gallehawk" userId="S::mathew_gallehawk@gjames.com.au::93dd6677-ad92-4f4d-8ebe-555150310a93" providerId="AD" clId="Web-{9D9E6718-8C89-45E4-A7A5-ED3D99AB80FA}" dt="2022-10-13T03:48:27.643" v="21" actId="20577"/>
          <ac:spMkLst>
            <pc:docMk/>
            <pc:sldMk cId="991768596" sldId="312"/>
            <ac:spMk id="35" creationId="{8C84C605-D816-05F3-3697-7E339B199725}"/>
          </ac:spMkLst>
        </pc:spChg>
      </pc:sldChg>
      <pc:sldChg chg="modSp">
        <pc:chgData name="Mat Gallehawk" userId="S::mathew_gallehawk@gjames.com.au::93dd6677-ad92-4f4d-8ebe-555150310a93" providerId="AD" clId="Web-{9D9E6718-8C89-45E4-A7A5-ED3D99AB80FA}" dt="2022-10-13T03:50:43.865" v="74" actId="20577"/>
        <pc:sldMkLst>
          <pc:docMk/>
          <pc:sldMk cId="3152809585" sldId="313"/>
        </pc:sldMkLst>
        <pc:spChg chg="mod">
          <ac:chgData name="Mat Gallehawk" userId="S::mathew_gallehawk@gjames.com.au::93dd6677-ad92-4f4d-8ebe-555150310a93" providerId="AD" clId="Web-{9D9E6718-8C89-45E4-A7A5-ED3D99AB80FA}" dt="2022-10-13T03:50:43.865" v="74" actId="20577"/>
          <ac:spMkLst>
            <pc:docMk/>
            <pc:sldMk cId="3152809585" sldId="313"/>
            <ac:spMk id="3" creationId="{D7B837D7-EA76-4DCE-A319-CA73C9382C6C}"/>
          </ac:spMkLst>
        </pc:spChg>
      </pc:sldChg>
      <pc:sldChg chg="modSp">
        <pc:chgData name="Mat Gallehawk" userId="S::mathew_gallehawk@gjames.com.au::93dd6677-ad92-4f4d-8ebe-555150310a93" providerId="AD" clId="Web-{9D9E6718-8C89-45E4-A7A5-ED3D99AB80FA}" dt="2022-10-13T03:52:01.726" v="91" actId="20577"/>
        <pc:sldMkLst>
          <pc:docMk/>
          <pc:sldMk cId="1955995688" sldId="316"/>
        </pc:sldMkLst>
        <pc:spChg chg="mod">
          <ac:chgData name="Mat Gallehawk" userId="S::mathew_gallehawk@gjames.com.au::93dd6677-ad92-4f4d-8ebe-555150310a93" providerId="AD" clId="Web-{9D9E6718-8C89-45E4-A7A5-ED3D99AB80FA}" dt="2022-10-13T03:52:01.726" v="91" actId="20577"/>
          <ac:spMkLst>
            <pc:docMk/>
            <pc:sldMk cId="1955995688" sldId="316"/>
            <ac:spMk id="35" creationId="{FAD3D517-F03D-1712-4F9D-BFC76369E810}"/>
          </ac:spMkLst>
        </pc:spChg>
      </pc:sldChg>
      <pc:sldChg chg="modSp">
        <pc:chgData name="Mat Gallehawk" userId="S::mathew_gallehawk@gjames.com.au::93dd6677-ad92-4f4d-8ebe-555150310a93" providerId="AD" clId="Web-{9D9E6718-8C89-45E4-A7A5-ED3D99AB80FA}" dt="2022-10-13T03:51:24.725" v="83" actId="20577"/>
        <pc:sldMkLst>
          <pc:docMk/>
          <pc:sldMk cId="1176781208" sldId="318"/>
        </pc:sldMkLst>
        <pc:spChg chg="mod">
          <ac:chgData name="Mat Gallehawk" userId="S::mathew_gallehawk@gjames.com.au::93dd6677-ad92-4f4d-8ebe-555150310a93" providerId="AD" clId="Web-{9D9E6718-8C89-45E4-A7A5-ED3D99AB80FA}" dt="2022-10-13T03:51:24.725" v="83" actId="20577"/>
          <ac:spMkLst>
            <pc:docMk/>
            <pc:sldMk cId="1176781208" sldId="318"/>
            <ac:spMk id="3" creationId="{00000000-0000-0000-0000-000000000000}"/>
          </ac:spMkLst>
        </pc:spChg>
        <pc:spChg chg="mod">
          <ac:chgData name="Mat Gallehawk" userId="S::mathew_gallehawk@gjames.com.au::93dd6677-ad92-4f4d-8ebe-555150310a93" providerId="AD" clId="Web-{9D9E6718-8C89-45E4-A7A5-ED3D99AB80FA}" dt="2022-10-13T03:50:48.709" v="77" actId="20577"/>
          <ac:spMkLst>
            <pc:docMk/>
            <pc:sldMk cId="1176781208" sldId="318"/>
            <ac:spMk id="9" creationId="{301614A1-BB3D-054B-E815-E9BF1D49A26D}"/>
          </ac:spMkLst>
        </pc:spChg>
      </pc:sldChg>
      <pc:sldChg chg="modSp">
        <pc:chgData name="Mat Gallehawk" userId="S::mathew_gallehawk@gjames.com.au::93dd6677-ad92-4f4d-8ebe-555150310a93" providerId="AD" clId="Web-{9D9E6718-8C89-45E4-A7A5-ED3D99AB80FA}" dt="2022-10-13T03:52:25.789" v="100" actId="20577"/>
        <pc:sldMkLst>
          <pc:docMk/>
          <pc:sldMk cId="2450910828" sldId="319"/>
        </pc:sldMkLst>
        <pc:spChg chg="mod">
          <ac:chgData name="Mat Gallehawk" userId="S::mathew_gallehawk@gjames.com.au::93dd6677-ad92-4f4d-8ebe-555150310a93" providerId="AD" clId="Web-{9D9E6718-8C89-45E4-A7A5-ED3D99AB80FA}" dt="2022-10-13T03:52:17.242" v="96" actId="20577"/>
          <ac:spMkLst>
            <pc:docMk/>
            <pc:sldMk cId="2450910828" sldId="319"/>
            <ac:spMk id="3" creationId="{00000000-0000-0000-0000-000000000000}"/>
          </ac:spMkLst>
        </pc:spChg>
        <pc:spChg chg="mod">
          <ac:chgData name="Mat Gallehawk" userId="S::mathew_gallehawk@gjames.com.au::93dd6677-ad92-4f4d-8ebe-555150310a93" providerId="AD" clId="Web-{9D9E6718-8C89-45E4-A7A5-ED3D99AB80FA}" dt="2022-10-13T03:52:25.789" v="100" actId="20577"/>
          <ac:spMkLst>
            <pc:docMk/>
            <pc:sldMk cId="2450910828" sldId="319"/>
            <ac:spMk id="9" creationId="{301614A1-BB3D-054B-E815-E9BF1D49A26D}"/>
          </ac:spMkLst>
        </pc:spChg>
      </pc:sldChg>
    </pc:docChg>
  </pc:docChgLst>
</pc:chgInfo>
</file>

<file path=ppt/comments/modernComment_13D_B1E146F2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68014473-D569-4F2D-96B6-67F51F0BE574}" authorId="{0A5C4997-7FF8-9C08-50BF-F106406D0064}" created="2022-10-17T22:20:34.863">
    <ac:deMkLst xmlns:ac="http://schemas.microsoft.com/office/drawing/2013/main/command">
      <pc:docMk xmlns:pc="http://schemas.microsoft.com/office/powerpoint/2013/main/command"/>
      <pc:sldMk xmlns:pc="http://schemas.microsoft.com/office/powerpoint/2013/main/command" cId="2984330994" sldId="317"/>
      <ac:spMk id="3" creationId="{D7B837D7-EA76-4DCE-A319-CA73C9382C6C}"/>
    </ac:deMkLst>
    <p188:txBody>
      <a:bodyPr/>
      <a:lstStyle/>
      <a:p>
        <a:r>
          <a:rPr lang="en-AU"/>
          <a:t>I'd add this..... I know it's not email only but ransomware is very dangerous. </a:t>
        </a:r>
      </a:p>
    </p188:txBody>
  </p188:cm>
</p188:cmLst>
</file>

<file path=ppt/comments/modernComment_120_0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9DFBE4D6-4BC4-44A5-BAB9-0E894087B474}" authorId="{40A5DFDA-5CC7-2000-BFAB-7A132380A200}" created="2022-10-17T05:58:31.004">
    <ac:deMkLst xmlns:ac="http://schemas.microsoft.com/office/drawing/2013/main/command">
      <pc:docMk xmlns:pc="http://schemas.microsoft.com/office/powerpoint/2013/main/command"/>
      <pc:sldMk xmlns:pc="http://schemas.microsoft.com/office/powerpoint/2013/main/command" cId="0" sldId="288"/>
      <ac:spMk id="2" creationId="{00000000-0000-0000-0000-000000000000}"/>
    </ac:deMkLst>
    <p188:replyLst>
      <p188:reply id="{0E456E9E-6293-4DB4-860A-791DF12118A8}" authorId="{0A5C4997-7FF8-9C08-50BF-F106406D0064}" created="2022-10-17T22:09:46.983">
        <p188:txBody>
          <a:bodyPr/>
          <a:lstStyle/>
          <a:p>
            <a:r>
              <a:rPr lang="en-AU"/>
              <a:t>[@Mat Gallehawk] I think one idea is that after the training we send an SMS to everyone with a link to another fake/education site.     
</a:t>
            </a:r>
          </a:p>
        </p188:txBody>
      </p188:reply>
    </p188:replyLst>
    <p188:txBody>
      <a:bodyPr/>
      <a:lstStyle/>
      <a:p>
        <a:r>
          <a:rPr lang="en-AU"/>
          <a:t>Have to think of something to include SMS security into the program</a:t>
        </a:r>
      </a:p>
    </p188:txBody>
  </p188:cm>
</p188:cmLst>
</file>

<file path=ppt/comments/modernComment_139_BBEC0E71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A466F678-7622-4452-B2C8-235BF778DF29}" authorId="{0A5C4997-7FF8-9C08-50BF-F106406D0064}" created="2022-10-17T22:15:55.964">
    <ac:txMkLst xmlns:ac="http://schemas.microsoft.com/office/drawing/2013/main/command">
      <pc:docMk xmlns:pc="http://schemas.microsoft.com/office/powerpoint/2013/main/command"/>
      <pc:sldMk xmlns:pc="http://schemas.microsoft.com/office/powerpoint/2013/main/command" cId="3152809585" sldId="313"/>
      <ac:spMk id="3" creationId="{D7B837D7-EA76-4DCE-A319-CA73C9382C6C}"/>
      <ac:txMk cp="234" len="135">
        <ac:context len="370" hash="4233756256"/>
      </ac:txMk>
    </ac:txMkLst>
    <p188:pos x="7712542" y="1512306"/>
    <p188:txBody>
      <a:bodyPr/>
      <a:lstStyle/>
      <a:p>
        <a:r>
          <a:rPr lang="en-AU"/>
          <a:t>[@Darren Daly] Is this what you want?  There are a lot of single email targets.  Instead of deleting, do you want people to inform the SD every time?
</a:t>
        </a:r>
      </a:p>
    </p188:txBody>
  </p188:cm>
</p188:cmLst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AutoShape 1"/>
          <p:cNvSpPr>
            <a:spLocks noChangeArrowheads="1"/>
          </p:cNvSpPr>
          <p:nvPr/>
        </p:nvSpPr>
        <p:spPr bwMode="auto">
          <a:xfrm>
            <a:off x="0" y="0"/>
            <a:ext cx="6796088" cy="9928225"/>
          </a:xfrm>
          <a:prstGeom prst="roundRect">
            <a:avLst>
              <a:gd name="adj" fmla="val 23"/>
            </a:avLst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rgbClr val="3465AF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AU"/>
          </a:p>
        </p:txBody>
      </p:sp>
      <p:sp>
        <p:nvSpPr>
          <p:cNvPr id="39939" name="Text Box 2"/>
          <p:cNvSpPr txBox="1">
            <a:spLocks noChangeArrowheads="1"/>
          </p:cNvSpPr>
          <p:nvPr/>
        </p:nvSpPr>
        <p:spPr bwMode="auto">
          <a:xfrm>
            <a:off x="0" y="0"/>
            <a:ext cx="2946400" cy="4968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3465AF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AU"/>
          </a:p>
        </p:txBody>
      </p:sp>
      <p:sp>
        <p:nvSpPr>
          <p:cNvPr id="3075" name="Rectangle 3"/>
          <p:cNvSpPr>
            <a:spLocks noGrp="1" noChangeArrowheads="1"/>
          </p:cNvSpPr>
          <p:nvPr>
            <p:ph type="dt"/>
          </p:nvPr>
        </p:nvSpPr>
        <p:spPr bwMode="auto">
          <a:xfrm>
            <a:off x="3849688" y="0"/>
            <a:ext cx="2944812" cy="495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F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0000" tIns="46800" rIns="90000" bIns="46800" numCol="1" anchor="t" anchorCtr="0" compatLnSpc="1">
            <a:prstTxWarp prst="textNoShape">
              <a:avLst/>
            </a:prstTxWarp>
          </a:bodyPr>
          <a:lstStyle>
            <a:lvl1pPr algn="r">
              <a:buClrTx/>
              <a:buFontTx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ea typeface="+mn-ea"/>
                <a:cs typeface="Arial" charset="0"/>
              </a:defRPr>
            </a:lvl1pPr>
          </a:lstStyle>
          <a:p>
            <a:pPr>
              <a:defRPr/>
            </a:pPr>
            <a:endParaRPr lang="en-AU"/>
          </a:p>
        </p:txBody>
      </p:sp>
      <p:sp>
        <p:nvSpPr>
          <p:cNvPr id="39941" name="Rectangle 4"/>
          <p:cNvSpPr>
            <a:spLocks noGrp="1" noRot="1" noChangeAspect="1" noChangeArrowheads="1"/>
          </p:cNvSpPr>
          <p:nvPr>
            <p:ph type="sldImg"/>
          </p:nvPr>
        </p:nvSpPr>
        <p:spPr bwMode="auto">
          <a:xfrm>
            <a:off x="917575" y="744538"/>
            <a:ext cx="4960938" cy="3721100"/>
          </a:xfrm>
          <a:prstGeom prst="rect">
            <a:avLst/>
          </a:prstGeom>
          <a:noFill/>
          <a:ln w="12600" cap="sq">
            <a:solidFill>
              <a:srgbClr val="00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sp>
      <p:sp>
        <p:nvSpPr>
          <p:cNvPr id="3077" name="Rectangle 5"/>
          <p:cNvSpPr>
            <a:spLocks noGrp="1" noChangeArrowheads="1"/>
          </p:cNvSpPr>
          <p:nvPr>
            <p:ph type="body"/>
          </p:nvPr>
        </p:nvSpPr>
        <p:spPr bwMode="auto">
          <a:xfrm>
            <a:off x="679450" y="4716463"/>
            <a:ext cx="5437188" cy="44656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F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0000" tIns="46800" rIns="90000" bIns="4680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 noProof="0"/>
          </a:p>
        </p:txBody>
      </p:sp>
      <p:sp>
        <p:nvSpPr>
          <p:cNvPr id="39943" name="Text Box 6"/>
          <p:cNvSpPr txBox="1">
            <a:spLocks noChangeArrowheads="1"/>
          </p:cNvSpPr>
          <p:nvPr/>
        </p:nvSpPr>
        <p:spPr bwMode="auto">
          <a:xfrm>
            <a:off x="0" y="9429750"/>
            <a:ext cx="2946400" cy="4968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3465AF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AU"/>
          </a:p>
        </p:txBody>
      </p:sp>
      <p:sp>
        <p:nvSpPr>
          <p:cNvPr id="3079" name="Rectangle 7"/>
          <p:cNvSpPr>
            <a:spLocks noGrp="1" noChangeArrowheads="1"/>
          </p:cNvSpPr>
          <p:nvPr>
            <p:ph type="sldNum"/>
          </p:nvPr>
        </p:nvSpPr>
        <p:spPr bwMode="auto">
          <a:xfrm>
            <a:off x="3849688" y="9429750"/>
            <a:ext cx="2944812" cy="495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F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0000" tIns="46800" rIns="90000" bIns="46800" numCol="1" anchor="b" anchorCtr="0" compatLnSpc="1">
            <a:prstTxWarp prst="textNoShape">
              <a:avLst/>
            </a:prstTxWarp>
          </a:bodyPr>
          <a:lstStyle>
            <a:lvl1pPr algn="r">
              <a:buClrTx/>
              <a:buFontTx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ea typeface="+mn-ea"/>
                <a:cs typeface="Arial" charset="0"/>
              </a:defRPr>
            </a:lvl1pPr>
          </a:lstStyle>
          <a:p>
            <a:pPr>
              <a:defRPr/>
            </a:pPr>
            <a:fld id="{B2648A16-E134-4B8A-8E0B-E67E8027D834}" type="slidenum">
              <a:rPr lang="en-AU"/>
              <a:pPr>
                <a:defRPr/>
              </a:pPr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746781252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defTabSz="449263" rtl="0" eaLnBrk="0" fontAlgn="base" hangingPunct="0">
      <a:spcBef>
        <a:spcPct val="30000"/>
      </a:spcBef>
      <a:spcAft>
        <a:spcPct val="0"/>
      </a:spcAft>
      <a:buClr>
        <a:srgbClr val="000000"/>
      </a:buClr>
      <a:buSzPct val="100000"/>
      <a:buFont typeface="Times New Roman" pitchFamily="16" charset="0"/>
      <a:defRPr sz="1200" kern="1200">
        <a:solidFill>
          <a:srgbClr val="000000"/>
        </a:solidFill>
        <a:latin typeface="Times New Roman" pitchFamily="16" charset="0"/>
        <a:ea typeface="+mn-ea"/>
        <a:cs typeface="+mn-cs"/>
      </a:defRPr>
    </a:lvl1pPr>
    <a:lvl2pPr marL="742950" indent="-285750" algn="l" defTabSz="449263" rtl="0" eaLnBrk="0" fontAlgn="base" hangingPunct="0">
      <a:spcBef>
        <a:spcPct val="30000"/>
      </a:spcBef>
      <a:spcAft>
        <a:spcPct val="0"/>
      </a:spcAft>
      <a:buClr>
        <a:srgbClr val="000000"/>
      </a:buClr>
      <a:buSzPct val="100000"/>
      <a:buFont typeface="Times New Roman" pitchFamily="16" charset="0"/>
      <a:defRPr sz="1200" kern="1200">
        <a:solidFill>
          <a:srgbClr val="000000"/>
        </a:solidFill>
        <a:latin typeface="Times New Roman" pitchFamily="16" charset="0"/>
        <a:ea typeface="+mn-ea"/>
        <a:cs typeface="+mn-cs"/>
      </a:defRPr>
    </a:lvl2pPr>
    <a:lvl3pPr marL="1143000" indent="-228600" algn="l" defTabSz="449263" rtl="0" eaLnBrk="0" fontAlgn="base" hangingPunct="0">
      <a:spcBef>
        <a:spcPct val="30000"/>
      </a:spcBef>
      <a:spcAft>
        <a:spcPct val="0"/>
      </a:spcAft>
      <a:buClr>
        <a:srgbClr val="000000"/>
      </a:buClr>
      <a:buSzPct val="100000"/>
      <a:buFont typeface="Times New Roman" pitchFamily="16" charset="0"/>
      <a:defRPr sz="1200" kern="1200">
        <a:solidFill>
          <a:srgbClr val="000000"/>
        </a:solidFill>
        <a:latin typeface="Times New Roman" pitchFamily="16" charset="0"/>
        <a:ea typeface="+mn-ea"/>
        <a:cs typeface="+mn-cs"/>
      </a:defRPr>
    </a:lvl3pPr>
    <a:lvl4pPr marL="1600200" indent="-228600" algn="l" defTabSz="449263" rtl="0" eaLnBrk="0" fontAlgn="base" hangingPunct="0">
      <a:spcBef>
        <a:spcPct val="30000"/>
      </a:spcBef>
      <a:spcAft>
        <a:spcPct val="0"/>
      </a:spcAft>
      <a:buClr>
        <a:srgbClr val="000000"/>
      </a:buClr>
      <a:buSzPct val="100000"/>
      <a:buFont typeface="Times New Roman" pitchFamily="16" charset="0"/>
      <a:defRPr sz="1200" kern="1200">
        <a:solidFill>
          <a:srgbClr val="000000"/>
        </a:solidFill>
        <a:latin typeface="Times New Roman" pitchFamily="16" charset="0"/>
        <a:ea typeface="+mn-ea"/>
        <a:cs typeface="+mn-cs"/>
      </a:defRPr>
    </a:lvl4pPr>
    <a:lvl5pPr marL="2057400" indent="-228600" algn="l" defTabSz="449263" rtl="0" eaLnBrk="0" fontAlgn="base" hangingPunct="0">
      <a:spcBef>
        <a:spcPct val="30000"/>
      </a:spcBef>
      <a:spcAft>
        <a:spcPct val="0"/>
      </a:spcAft>
      <a:buClr>
        <a:srgbClr val="000000"/>
      </a:buClr>
      <a:buSzPct val="100000"/>
      <a:buFont typeface="Times New Roman" pitchFamily="16" charset="0"/>
      <a:defRPr sz="1200" kern="1200">
        <a:solidFill>
          <a:srgbClr val="000000"/>
        </a:solidFill>
        <a:latin typeface="Times New Roman" pitchFamily="16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0"/>
          </p:nvPr>
        </p:nvSpPr>
        <p:spPr/>
        <p:txBody>
          <a:bodyPr/>
          <a:lstStyle/>
          <a:p>
            <a:pPr>
              <a:defRPr/>
            </a:pPr>
            <a:fld id="{B2648A16-E134-4B8A-8E0B-E67E8027D834}" type="slidenum">
              <a:rPr lang="en-AU" smtClean="0"/>
              <a:pPr>
                <a:defRPr/>
              </a:pPr>
              <a:t>2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37599566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0"/>
          </p:nvPr>
        </p:nvSpPr>
        <p:spPr/>
        <p:txBody>
          <a:bodyPr/>
          <a:lstStyle/>
          <a:p>
            <a:pPr>
              <a:defRPr/>
            </a:pPr>
            <a:fld id="{B2648A16-E134-4B8A-8E0B-E67E8027D834}" type="slidenum">
              <a:rPr lang="en-AU" smtClean="0"/>
              <a:pPr>
                <a:defRPr/>
              </a:pPr>
              <a:t>4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11107741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Waiting Slide">
    <p:bg>
      <p:bgPr>
        <a:blipFill dpi="0" rotWithShape="0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16050680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Pr>
        <a:blipFill dpi="0" rotWithShape="0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64600" y="3702378"/>
            <a:ext cx="6858000" cy="610422"/>
          </a:xfrm>
        </p:spPr>
        <p:txBody>
          <a:bodyPr anchor="b">
            <a:normAutofit/>
          </a:bodyPr>
          <a:lstStyle>
            <a:lvl1pPr algn="l"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64600" y="5424835"/>
            <a:ext cx="6858000" cy="398769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defTabSz="449263">
              <a:buClr>
                <a:srgbClr val="000000"/>
              </a:buClr>
              <a:buSzPct val="100000"/>
              <a:buFont typeface="Times New Roman" pitchFamily="16" charset="0"/>
              <a:buNone/>
              <a:defRPr/>
            </a:lvl1pPr>
          </a:lstStyle>
          <a:p>
            <a:pPr>
              <a:defRPr/>
            </a:pPr>
            <a:fld id="{90D6ED98-98A9-431F-A354-964E57644AAB}" type="datetimeFigureOut">
              <a:rPr lang="en-AU"/>
              <a:pPr>
                <a:defRPr/>
              </a:pPr>
              <a:t>20/10/2022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10097197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bg>
      <p:bgPr>
        <a:blipFill dpi="0" rotWithShape="0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365125"/>
            <a:ext cx="7886700" cy="471587"/>
          </a:xfrm>
        </p:spPr>
        <p:txBody>
          <a:bodyPr/>
          <a:lstStyle>
            <a:lvl1pPr>
              <a:defRPr sz="2400" b="1">
                <a:latin typeface="+mj-lt"/>
                <a:cs typeface="DINOT-Bold" panose="020B0804020101020102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8650" y="980728"/>
            <a:ext cx="7886700" cy="5196235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5024438" y="6542088"/>
            <a:ext cx="1449387" cy="160337"/>
          </a:xfrm>
        </p:spPr>
        <p:txBody>
          <a:bodyPr/>
          <a:lstStyle>
            <a:lvl1pPr defTabSz="449263">
              <a:buClr>
                <a:srgbClr val="000000"/>
              </a:buClr>
              <a:buSzPct val="100000"/>
              <a:buFont typeface="Times New Roman" pitchFamily="16" charset="0"/>
              <a:buNone/>
              <a:defRPr/>
            </a:lvl1pPr>
          </a:lstStyle>
          <a:p>
            <a:pPr>
              <a:defRPr/>
            </a:pPr>
            <a:fld id="{7D784D61-7083-48BD-845D-71EFBFC88A37}" type="datetimeFigureOut">
              <a:rPr lang="en-AU"/>
              <a:pPr>
                <a:defRPr/>
              </a:pPr>
              <a:t>20/10/2022</a:t>
            </a:fld>
            <a:endParaRPr lang="en-AU" dirty="0"/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1"/>
          </p:nvPr>
        </p:nvSpPr>
        <p:spPr>
          <a:xfrm>
            <a:off x="6592888" y="6542088"/>
            <a:ext cx="922337" cy="160337"/>
          </a:xfrm>
        </p:spPr>
        <p:txBody>
          <a:bodyPr/>
          <a:lstStyle>
            <a:lvl1pPr defTabSz="449263">
              <a:buClr>
                <a:srgbClr val="000000"/>
              </a:buClr>
              <a:buSzPct val="100000"/>
              <a:buFont typeface="Times New Roman" pitchFamily="16" charset="0"/>
              <a:buNone/>
              <a:defRPr/>
            </a:lvl1pPr>
          </a:lstStyle>
          <a:p>
            <a:pPr>
              <a:defRPr/>
            </a:pPr>
            <a:r>
              <a:rPr lang="en-AU" dirty="0"/>
              <a:t>Slide </a:t>
            </a:r>
            <a:fld id="{C855FA6A-73C9-40CD-8885-046E95F4DBEE}" type="slidenum">
              <a:rPr lang="en-AU"/>
              <a:pPr>
                <a:defRPr/>
              </a:pPr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323786330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hank You Slide">
    <p:bg>
      <p:bgPr>
        <a:blipFill dpi="0" rotWithShape="0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>
            <a:spLocks noChangeArrowheads="1"/>
          </p:cNvSpPr>
          <p:nvPr userDrawn="1"/>
        </p:nvSpPr>
        <p:spPr bwMode="auto">
          <a:xfrm>
            <a:off x="1447800" y="3892550"/>
            <a:ext cx="2498725" cy="708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DINOT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DINOT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DINOT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DINOT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DINOT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DINOT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DINOT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DINOT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DINOT" pitchFamily="34" charset="0"/>
              </a:defRPr>
            </a:lvl9pPr>
          </a:lstStyle>
          <a:p>
            <a:pPr defTabSz="914400">
              <a:buClrTx/>
              <a:buSzTx/>
              <a:buFontTx/>
              <a:buNone/>
              <a:defRPr/>
            </a:pPr>
            <a:r>
              <a:rPr lang="en-US" sz="4000" dirty="0">
                <a:solidFill>
                  <a:prstClr val="black"/>
                </a:solidFill>
                <a:latin typeface="+mj-lt"/>
                <a:ea typeface="+mn-ea"/>
                <a:cs typeface="Arial" pitchFamily="34" charset="0"/>
              </a:rPr>
              <a:t>Thank You</a:t>
            </a:r>
            <a:endParaRPr lang="en-AU" sz="4000" dirty="0">
              <a:solidFill>
                <a:prstClr val="black"/>
              </a:solidFill>
              <a:latin typeface="+mj-lt"/>
              <a:ea typeface="+mn-ea"/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6225730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Placeholder 1"/>
          <p:cNvSpPr>
            <a:spLocks noGrp="1"/>
          </p:cNvSpPr>
          <p:nvPr>
            <p:ph type="title"/>
          </p:nvPr>
        </p:nvSpPr>
        <p:spPr bwMode="auto">
          <a:xfrm>
            <a:off x="628650" y="365125"/>
            <a:ext cx="7886700" cy="13255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2051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628650" y="1825625"/>
            <a:ext cx="7886700" cy="43513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0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defTabSz="914400" fontAlgn="auto"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1200">
                <a:solidFill>
                  <a:prstClr val="black">
                    <a:tint val="75000"/>
                  </a:prstClr>
                </a:solidFill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fld id="{6AC8ABA3-2CFE-4914-BD55-C3414EA44363}" type="datetimeFigureOut">
              <a:rPr lang="en-AU"/>
              <a:pPr>
                <a:defRPr/>
              </a:pPr>
              <a:t>20/10/2022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defTabSz="914400" fontAlgn="auto"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1200">
                <a:solidFill>
                  <a:prstClr val="black">
                    <a:tint val="75000"/>
                  </a:prstClr>
                </a:solidFill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0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defTabSz="914400" fontAlgn="auto"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1200">
                <a:solidFill>
                  <a:prstClr val="black">
                    <a:tint val="75000"/>
                  </a:prstClr>
                </a:solidFill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fld id="{BEA4CD63-EB59-409A-A92C-0520842419CE}" type="slidenum">
              <a:rPr lang="en-AU"/>
              <a:pPr>
                <a:defRPr/>
              </a:pPr>
              <a:t>‹#›</a:t>
            </a:fld>
            <a:endParaRPr lang="en-AU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50" r:id="rId1"/>
    <p:sldLayoutId id="2147483751" r:id="rId2"/>
    <p:sldLayoutId id="2147483752" r:id="rId3"/>
    <p:sldLayoutId id="2147483753" r:id="rId4"/>
  </p:sldLayoutIdLst>
  <p:txStyles>
    <p:titleStyle>
      <a:lvl1pPr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DINOT" pitchFamily="34" charset="0"/>
        </a:defRPr>
      </a:lvl2pPr>
      <a:lvl3pPr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DINOT" pitchFamily="34" charset="0"/>
        </a:defRPr>
      </a:lvl3pPr>
      <a:lvl4pPr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DINOT" pitchFamily="34" charset="0"/>
        </a:defRPr>
      </a:lvl4pPr>
      <a:lvl5pPr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DINOT" pitchFamily="34" charset="0"/>
        </a:defRPr>
      </a:lvl5pPr>
      <a:lvl6pPr marL="457200"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DINOT" pitchFamily="34" charset="0"/>
        </a:defRPr>
      </a:lvl6pPr>
      <a:lvl7pPr marL="914400"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DINOT" pitchFamily="34" charset="0"/>
        </a:defRPr>
      </a:lvl7pPr>
      <a:lvl8pPr marL="1371600"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DINOT" pitchFamily="34" charset="0"/>
        </a:defRPr>
      </a:lvl8pPr>
      <a:lvl9pPr marL="1828800"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DINOT" pitchFamily="34" charset="0"/>
        </a:defRPr>
      </a:lvl9pPr>
    </p:titleStyle>
    <p:bodyStyle>
      <a:lvl1pPr marL="228600" indent="-228600" algn="l" rtl="0" eaLnBrk="1" fontAlgn="base" hangingPunct="1">
        <a:lnSpc>
          <a:spcPct val="90000"/>
        </a:lnSpc>
        <a:spcBef>
          <a:spcPts val="1000"/>
        </a:spcBef>
        <a:spcAft>
          <a:spcPct val="0"/>
        </a:spcAft>
        <a:buFont typeface="Arial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rtl="0" eaLnBrk="1" fontAlgn="base" hangingPunct="1">
        <a:lnSpc>
          <a:spcPct val="90000"/>
        </a:lnSpc>
        <a:spcBef>
          <a:spcPts val="5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1" fontAlgn="base" hangingPunct="1">
        <a:lnSpc>
          <a:spcPct val="90000"/>
        </a:lnSpc>
        <a:spcBef>
          <a:spcPts val="500"/>
        </a:spcBef>
        <a:spcAft>
          <a:spcPct val="0"/>
        </a:spcAft>
        <a:buFont typeface="Arial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1" fontAlgn="base" hangingPunct="1">
        <a:lnSpc>
          <a:spcPct val="90000"/>
        </a:lnSpc>
        <a:spcBef>
          <a:spcPts val="500"/>
        </a:spcBef>
        <a:spcAft>
          <a:spcPct val="0"/>
        </a:spcAft>
        <a:buFont typeface="Arial" charset="0"/>
        <a:buChar char="•"/>
        <a:defRPr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1" fontAlgn="base" hangingPunct="1">
        <a:lnSpc>
          <a:spcPct val="90000"/>
        </a:lnSpc>
        <a:spcBef>
          <a:spcPts val="500"/>
        </a:spcBef>
        <a:spcAft>
          <a:spcPct val="0"/>
        </a:spcAft>
        <a:buFont typeface="Arial" charset="0"/>
        <a:buChar char="•"/>
        <a:defRPr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Relationship Id="rId5" Type="http://schemas.openxmlformats.org/officeDocument/2006/relationships/hyperlink" Target="https://flatworldknowledge.lardbucket.org/books/public-speaking-practice-and-ethics/s09-finding-a-purpose-and-selectin.html" TargetMode="External"/><Relationship Id="rId4" Type="http://schemas.microsoft.com/office/2007/relationships/hdphoto" Target="../media/hdphoto1.wdp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13" Type="http://schemas.openxmlformats.org/officeDocument/2006/relationships/hyperlink" Target="https://www.wallpaperflare.com/two-round-black-analog-watches-macbook-pro-wristwatch-desk-setup-wallpaper-awkqy" TargetMode="External"/><Relationship Id="rId3" Type="http://schemas.openxmlformats.org/officeDocument/2006/relationships/image" Target="../media/image6.png"/><Relationship Id="rId7" Type="http://schemas.openxmlformats.org/officeDocument/2006/relationships/hyperlink" Target="https://www.campbellpropertymanagement.com/blog/2020/10/05/dont-get-hooked-how-to-spot-a-phishing-email-scam/" TargetMode="External"/><Relationship Id="rId12" Type="http://schemas.openxmlformats.org/officeDocument/2006/relationships/image" Target="../media/image10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Relationship Id="rId6" Type="http://schemas.microsoft.com/office/2007/relationships/hdphoto" Target="../media/hdphoto3.wdp"/><Relationship Id="rId11" Type="http://schemas.openxmlformats.org/officeDocument/2006/relationships/hyperlink" Target="https://openclipart.org/detail/289283/password-reset" TargetMode="External"/><Relationship Id="rId5" Type="http://schemas.openxmlformats.org/officeDocument/2006/relationships/image" Target="../media/image7.png"/><Relationship Id="rId15" Type="http://schemas.openxmlformats.org/officeDocument/2006/relationships/hyperlink" Target="https://www.ibtimes.com/7-rocket-launch-photos-historic-nasa-missions-2653621" TargetMode="External"/><Relationship Id="rId10" Type="http://schemas.openxmlformats.org/officeDocument/2006/relationships/image" Target="../media/image9.png"/><Relationship Id="rId4" Type="http://schemas.microsoft.com/office/2007/relationships/hdphoto" Target="../media/hdphoto2.wdp"/><Relationship Id="rId9" Type="http://schemas.openxmlformats.org/officeDocument/2006/relationships/hyperlink" Target="https://commons.wikimedia.org/wiki/File:Gnome-dev-removable-usb.svg" TargetMode="External"/><Relationship Id="rId14" Type="http://schemas.openxmlformats.org/officeDocument/2006/relationships/image" Target="../media/image11.jpe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ibtimes.com/7-rocket-launch-photos-historic-nasa-missions-2653621" TargetMode="External"/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microsoft.com/office/2018/10/relationships/comments" Target="../comments/modernComment_120_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5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2" Type="http://schemas.microsoft.com/office/2018/10/relationships/comments" Target="../comments/modernComment_139_BBEC0E71.xml"/><Relationship Id="rId1" Type="http://schemas.openxmlformats.org/officeDocument/2006/relationships/slideLayout" Target="../slideLayouts/slideLayout3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3.xml.rels><?xml version="1.0" encoding="UTF-8" standalone="yes"?>
<Relationships xmlns="http://schemas.openxmlformats.org/package/2006/relationships"><Relationship Id="rId2" Type="http://schemas.microsoft.com/office/2018/10/relationships/comments" Target="../comments/modernComment_13D_B1E146F2.xml"/><Relationship Id="rId1" Type="http://schemas.openxmlformats.org/officeDocument/2006/relationships/slideLayout" Target="../slideLayouts/slideLayout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989B5B-2B42-4899-9C33-3CAA42A16ACB}"/>
              </a:ext>
            </a:extLst>
          </p:cNvPr>
          <p:cNvSpPr txBox="1">
            <a:spLocks/>
          </p:cNvSpPr>
          <p:nvPr/>
        </p:nvSpPr>
        <p:spPr>
          <a:xfrm>
            <a:off x="1672988" y="3248122"/>
            <a:ext cx="6858000" cy="1906566"/>
          </a:xfrm>
          <a:prstGeom prst="rect">
            <a:avLst/>
          </a:prstGeom>
        </p:spPr>
        <p:txBody>
          <a:bodyPr>
            <a:normAutofit/>
          </a:bodyPr>
          <a:lstStyle>
            <a:lvl1pPr algn="l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DINOT" pitchFamily="34" charset="0"/>
              </a:defRPr>
            </a:lvl2pPr>
            <a:lvl3pPr algn="l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DINOT" pitchFamily="34" charset="0"/>
              </a:defRPr>
            </a:lvl3pPr>
            <a:lvl4pPr algn="l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DINOT" pitchFamily="34" charset="0"/>
              </a:defRPr>
            </a:lvl4pPr>
            <a:lvl5pPr algn="l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DINOT" pitchFamily="34" charset="0"/>
              </a:defRPr>
            </a:lvl5pPr>
            <a:lvl6pPr marL="457200" algn="l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DINOT" pitchFamily="34" charset="0"/>
              </a:defRPr>
            </a:lvl6pPr>
            <a:lvl7pPr marL="914400" algn="l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DINOT" pitchFamily="34" charset="0"/>
              </a:defRPr>
            </a:lvl7pPr>
            <a:lvl8pPr marL="1371600" algn="l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DINOT" pitchFamily="34" charset="0"/>
              </a:defRPr>
            </a:lvl8pPr>
            <a:lvl9pPr marL="1828800" algn="l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DINOT" pitchFamily="34" charset="0"/>
              </a:defRPr>
            </a:lvl9pPr>
          </a:lstStyle>
          <a:p>
            <a:pPr defTabSz="914400">
              <a:buClrTx/>
              <a:buSzTx/>
              <a:buFontTx/>
              <a:defRPr/>
            </a:pPr>
            <a:r>
              <a:rPr lang="en-AU" sz="3200" b="1" dirty="0"/>
              <a:t>Cyber Security Awareness</a:t>
            </a:r>
          </a:p>
          <a:p>
            <a:pPr defTabSz="914400">
              <a:buClrTx/>
              <a:buSzTx/>
              <a:buFontTx/>
              <a:defRPr/>
            </a:pPr>
            <a:r>
              <a:rPr lang="en-AU" sz="3200" b="1" dirty="0"/>
              <a:t>Campaign Plan 2022/23</a:t>
            </a:r>
            <a:endParaRPr lang="en-AU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A7221BBE-0A07-402A-9652-98CBFE677FF4}"/>
              </a:ext>
            </a:extLst>
          </p:cNvPr>
          <p:cNvSpPr txBox="1">
            <a:spLocks/>
          </p:cNvSpPr>
          <p:nvPr/>
        </p:nvSpPr>
        <p:spPr>
          <a:xfrm>
            <a:off x="162471" y="153375"/>
            <a:ext cx="6858000" cy="1906566"/>
          </a:xfrm>
          <a:prstGeom prst="rect">
            <a:avLst/>
          </a:prstGeom>
        </p:spPr>
        <p:txBody>
          <a:bodyPr>
            <a:normAutofit/>
          </a:bodyPr>
          <a:lstStyle>
            <a:lvl1pPr algn="l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DINOT" pitchFamily="34" charset="0"/>
              </a:defRPr>
            </a:lvl2pPr>
            <a:lvl3pPr algn="l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DINOT" pitchFamily="34" charset="0"/>
              </a:defRPr>
            </a:lvl3pPr>
            <a:lvl4pPr algn="l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DINOT" pitchFamily="34" charset="0"/>
              </a:defRPr>
            </a:lvl4pPr>
            <a:lvl5pPr algn="l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DINOT" pitchFamily="34" charset="0"/>
              </a:defRPr>
            </a:lvl5pPr>
            <a:lvl6pPr marL="457200" algn="l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DINOT" pitchFamily="34" charset="0"/>
              </a:defRPr>
            </a:lvl6pPr>
            <a:lvl7pPr marL="914400" algn="l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DINOT" pitchFamily="34" charset="0"/>
              </a:defRPr>
            </a:lvl7pPr>
            <a:lvl8pPr marL="1371600" algn="l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DINOT" pitchFamily="34" charset="0"/>
              </a:defRPr>
            </a:lvl8pPr>
            <a:lvl9pPr marL="1828800" algn="l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DINOT" pitchFamily="34" charset="0"/>
              </a:defRPr>
            </a:lvl9pPr>
          </a:lstStyle>
          <a:p>
            <a:pPr defTabSz="914400">
              <a:buClrTx/>
              <a:buSzTx/>
              <a:buFontTx/>
              <a:defRPr/>
            </a:pPr>
            <a:r>
              <a:rPr lang="en-AU" sz="3200" b="1" dirty="0"/>
              <a:t>Cyber Security Awareness</a:t>
            </a:r>
          </a:p>
          <a:p>
            <a:pPr defTabSz="914400">
              <a:buClrTx/>
              <a:buSzTx/>
              <a:buFontTx/>
              <a:defRPr/>
            </a:pPr>
            <a:r>
              <a:rPr lang="en-AU" sz="3200" b="1" dirty="0"/>
              <a:t>Campaign Objectives</a:t>
            </a:r>
          </a:p>
          <a:p>
            <a:pPr defTabSz="914400">
              <a:buClrTx/>
              <a:buSzTx/>
              <a:buFontTx/>
              <a:defRPr/>
            </a:pPr>
            <a:endParaRPr lang="en-AU" dirty="0"/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A37147EC-B486-4DBF-BF93-B38E58DA3CF7}"/>
              </a:ext>
            </a:extLst>
          </p:cNvPr>
          <p:cNvSpPr txBox="1"/>
          <p:nvPr/>
        </p:nvSpPr>
        <p:spPr>
          <a:xfrm>
            <a:off x="162471" y="1319245"/>
            <a:ext cx="8317167" cy="224138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</a:pPr>
            <a:r>
              <a:rPr lang="en-US" sz="1800" dirty="0"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With an ever-evolving threat landscape we find it critical that we develop and align our enterprise to protect ourselves against </a:t>
            </a:r>
            <a:r>
              <a:rPr lang="en-US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Cyber</a:t>
            </a:r>
            <a:r>
              <a:rPr lang="en-US" sz="1800" dirty="0"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threats. 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lang="en-US" sz="1800" dirty="0"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Failing to do so will put our business in severe risk of being compromised with the potential for large manufacturing outages and safety risks for our machine operators.  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lang="en-US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Individual user </a:t>
            </a:r>
            <a:r>
              <a:rPr lang="en-US" sz="1800" dirty="0"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awareness training assists us to mitigate many of the key risks by identifying and dealing with threats in a consistent manner.</a:t>
            </a:r>
            <a:endParaRPr lang="en-AU" dirty="0">
              <a:solidFill>
                <a:schemeClr val="tx1"/>
              </a:solidFill>
            </a:endParaRPr>
          </a:p>
        </p:txBody>
      </p:sp>
      <p:pic>
        <p:nvPicPr>
          <p:cNvPr id="3" name="Picture 2" descr="A picture containing LEGO, toy&#10;&#10;Description automatically generated">
            <a:extLst>
              <a:ext uri="{FF2B5EF4-FFF2-40B4-BE49-F238E27FC236}">
                <a16:creationId xmlns:a16="http://schemas.microsoft.com/office/drawing/2014/main" id="{CB548FD8-25D5-4B15-88CC-CA1FF93817B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9959" b="97879" l="826" r="90918">
                        <a14:foregroundMark x1="12627" y1="89688" x2="5051" y2="87684"/>
                        <a14:foregroundMark x1="32831" y1="88686" x2="12627" y2="97879"/>
                        <a14:foregroundMark x1="32831" y1="87684" x2="4225" y2="91750"/>
                        <a14:foregroundMark x1="26906" y1="93813" x2="826" y2="94814"/>
                        <a14:foregroundMark x1="90044" y1="45787" x2="90918" y2="63170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5"/>
              </a:ext>
            </a:extLst>
          </a:blip>
          <a:stretch>
            <a:fillRect/>
          </a:stretch>
        </p:blipFill>
        <p:spPr>
          <a:xfrm>
            <a:off x="4131007" y="3789040"/>
            <a:ext cx="3723624" cy="30689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5534863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74FFAAB6-AECC-4A2B-81B7-0C038B99B6D2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8711"/>
          <a:stretch/>
        </p:blipFill>
        <p:spPr>
          <a:xfrm>
            <a:off x="251520" y="836712"/>
            <a:ext cx="8821684" cy="6036566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B5E9AB3F-FDE4-4C29-A0FC-0F1081D31B70}"/>
              </a:ext>
            </a:extLst>
          </p:cNvPr>
          <p:cNvSpPr txBox="1"/>
          <p:nvPr/>
        </p:nvSpPr>
        <p:spPr>
          <a:xfrm>
            <a:off x="539552" y="260648"/>
            <a:ext cx="369793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>
                <a:solidFill>
                  <a:schemeClr val="tx1"/>
                </a:solidFill>
              </a:rPr>
              <a:t>Current Threat levels (March extract)</a:t>
            </a:r>
          </a:p>
        </p:txBody>
      </p:sp>
    </p:spTree>
    <p:extLst>
      <p:ext uri="{BB962C8B-B14F-4D97-AF65-F5344CB8AC3E}">
        <p14:creationId xmlns:p14="http://schemas.microsoft.com/office/powerpoint/2010/main" val="345108327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4" name="Picture 33">
            <a:extLst>
              <a:ext uri="{FF2B5EF4-FFF2-40B4-BE49-F238E27FC236}">
                <a16:creationId xmlns:a16="http://schemas.microsoft.com/office/drawing/2014/main" id="{4CD861B6-9728-4339-98C9-6BA8E39AF0F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artisticBlur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2019275" y="1325883"/>
            <a:ext cx="5630313" cy="4885237"/>
          </a:xfrm>
          <a:prstGeom prst="rect">
            <a:avLst/>
          </a:prstGeom>
        </p:spPr>
      </p:pic>
      <p:sp>
        <p:nvSpPr>
          <p:cNvPr id="5" name="Title 1">
            <a:extLst>
              <a:ext uri="{FF2B5EF4-FFF2-40B4-BE49-F238E27FC236}">
                <a16:creationId xmlns:a16="http://schemas.microsoft.com/office/drawing/2014/main" id="{A7221BBE-0A07-402A-9652-98CBFE677FF4}"/>
              </a:ext>
            </a:extLst>
          </p:cNvPr>
          <p:cNvSpPr txBox="1">
            <a:spLocks/>
          </p:cNvSpPr>
          <p:nvPr/>
        </p:nvSpPr>
        <p:spPr>
          <a:xfrm>
            <a:off x="162471" y="153375"/>
            <a:ext cx="6858000" cy="1906566"/>
          </a:xfrm>
          <a:prstGeom prst="rect">
            <a:avLst/>
          </a:prstGeom>
        </p:spPr>
        <p:txBody>
          <a:bodyPr>
            <a:normAutofit/>
          </a:bodyPr>
          <a:lstStyle>
            <a:lvl1pPr algn="l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DINOT" pitchFamily="34" charset="0"/>
              </a:defRPr>
            </a:lvl2pPr>
            <a:lvl3pPr algn="l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DINOT" pitchFamily="34" charset="0"/>
              </a:defRPr>
            </a:lvl3pPr>
            <a:lvl4pPr algn="l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DINOT" pitchFamily="34" charset="0"/>
              </a:defRPr>
            </a:lvl4pPr>
            <a:lvl5pPr algn="l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DINOT" pitchFamily="34" charset="0"/>
              </a:defRPr>
            </a:lvl5pPr>
            <a:lvl6pPr marL="457200" algn="l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DINOT" pitchFamily="34" charset="0"/>
              </a:defRPr>
            </a:lvl6pPr>
            <a:lvl7pPr marL="914400" algn="l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DINOT" pitchFamily="34" charset="0"/>
              </a:defRPr>
            </a:lvl7pPr>
            <a:lvl8pPr marL="1371600" algn="l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DINOT" pitchFamily="34" charset="0"/>
              </a:defRPr>
            </a:lvl8pPr>
            <a:lvl9pPr marL="1828800" algn="l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DINOT" pitchFamily="34" charset="0"/>
              </a:defRPr>
            </a:lvl9pPr>
          </a:lstStyle>
          <a:p>
            <a:pPr defTabSz="914400">
              <a:buClrTx/>
              <a:buSzTx/>
              <a:buFontTx/>
              <a:defRPr/>
            </a:pPr>
            <a:r>
              <a:rPr lang="en-AU" sz="3200" b="1" dirty="0"/>
              <a:t>Cyber Security Awareness</a:t>
            </a:r>
          </a:p>
          <a:p>
            <a:pPr defTabSz="914400">
              <a:buClrTx/>
              <a:buSzTx/>
              <a:buFontTx/>
              <a:defRPr/>
            </a:pPr>
            <a:r>
              <a:rPr lang="en-AU" sz="3200" b="1" dirty="0"/>
              <a:t>Campaign Phases</a:t>
            </a:r>
            <a:endParaRPr lang="en-AU" dirty="0"/>
          </a:p>
        </p:txBody>
      </p:sp>
      <p:sp>
        <p:nvSpPr>
          <p:cNvPr id="2" name="Flowchart: Card 1">
            <a:extLst>
              <a:ext uri="{FF2B5EF4-FFF2-40B4-BE49-F238E27FC236}">
                <a16:creationId xmlns:a16="http://schemas.microsoft.com/office/drawing/2014/main" id="{062F38BC-5121-4BED-9C93-3B0A6850F1DE}"/>
              </a:ext>
            </a:extLst>
          </p:cNvPr>
          <p:cNvSpPr/>
          <p:nvPr/>
        </p:nvSpPr>
        <p:spPr>
          <a:xfrm>
            <a:off x="4842360" y="3768500"/>
            <a:ext cx="2781946" cy="2409987"/>
          </a:xfrm>
          <a:prstGeom prst="flowChartPunchedCard">
            <a:avLst/>
          </a:prstGeom>
          <a:solidFill>
            <a:srgbClr val="5B9BD5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6" name="Flowchart: Card 5">
            <a:extLst>
              <a:ext uri="{FF2B5EF4-FFF2-40B4-BE49-F238E27FC236}">
                <a16:creationId xmlns:a16="http://schemas.microsoft.com/office/drawing/2014/main" id="{C1767A89-BABA-4D8E-A1A3-1C65F07817B6}"/>
              </a:ext>
            </a:extLst>
          </p:cNvPr>
          <p:cNvSpPr/>
          <p:nvPr/>
        </p:nvSpPr>
        <p:spPr>
          <a:xfrm rot="10800000">
            <a:off x="2029932" y="1337447"/>
            <a:ext cx="2781946" cy="2409987"/>
          </a:xfrm>
          <a:prstGeom prst="flowChartPunchedCard">
            <a:avLst/>
          </a:prstGeom>
          <a:solidFill>
            <a:srgbClr val="74D2E7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7" name="Flowchart: Card 6">
            <a:extLst>
              <a:ext uri="{FF2B5EF4-FFF2-40B4-BE49-F238E27FC236}">
                <a16:creationId xmlns:a16="http://schemas.microsoft.com/office/drawing/2014/main" id="{568F4A87-4B64-406C-93FA-504C8C96CF0C}"/>
              </a:ext>
            </a:extLst>
          </p:cNvPr>
          <p:cNvSpPr/>
          <p:nvPr/>
        </p:nvSpPr>
        <p:spPr>
          <a:xfrm flipV="1">
            <a:off x="4852176" y="1352293"/>
            <a:ext cx="2781946" cy="2409987"/>
          </a:xfrm>
          <a:prstGeom prst="flowChartPunchedCard">
            <a:avLst/>
          </a:prstGeom>
          <a:solidFill>
            <a:srgbClr val="CCFFFF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9" name="Flowchart: Card 8">
            <a:extLst>
              <a:ext uri="{FF2B5EF4-FFF2-40B4-BE49-F238E27FC236}">
                <a16:creationId xmlns:a16="http://schemas.microsoft.com/office/drawing/2014/main" id="{2C0350E2-7E2B-4BA3-87FA-C15FF09BCEA4}"/>
              </a:ext>
            </a:extLst>
          </p:cNvPr>
          <p:cNvSpPr/>
          <p:nvPr/>
        </p:nvSpPr>
        <p:spPr>
          <a:xfrm rot="10800000" flipV="1">
            <a:off x="2044753" y="3768501"/>
            <a:ext cx="2781946" cy="2409987"/>
          </a:xfrm>
          <a:prstGeom prst="flowChartPunchedCard">
            <a:avLst/>
          </a:prstGeom>
          <a:solidFill>
            <a:srgbClr val="00BBDC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3CD8FF2-DFE5-468E-8A92-6EA7489AEB37}"/>
              </a:ext>
            </a:extLst>
          </p:cNvPr>
          <p:cNvSpPr txBox="1"/>
          <p:nvPr/>
        </p:nvSpPr>
        <p:spPr>
          <a:xfrm>
            <a:off x="2029931" y="1337175"/>
            <a:ext cx="260552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>
                <a:solidFill>
                  <a:schemeClr val="tx1"/>
                </a:solidFill>
              </a:rPr>
              <a:t>Part 1</a:t>
            </a:r>
          </a:p>
          <a:p>
            <a:r>
              <a:rPr lang="en-AU" dirty="0">
                <a:solidFill>
                  <a:schemeClr val="tx1"/>
                </a:solidFill>
              </a:rPr>
              <a:t>Topic: Email/SMS Security</a:t>
            </a:r>
          </a:p>
        </p:txBody>
      </p:sp>
      <p:pic>
        <p:nvPicPr>
          <p:cNvPr id="10" name="Picture 9" descr="A picture containing text, electronics, computer&#10;&#10;Description automatically generated">
            <a:extLst>
              <a:ext uri="{FF2B5EF4-FFF2-40B4-BE49-F238E27FC236}">
                <a16:creationId xmlns:a16="http://schemas.microsoft.com/office/drawing/2014/main" id="{9DD13D65-51B2-482D-8586-DDE7B970976C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backgroundRemoval t="9961" b="89844" l="8724" r="91797">
                        <a14:foregroundMark x1="10807" y1="76758" x2="8854" y2="79883"/>
                        <a14:foregroundMark x1="11589" y1="72266" x2="12500" y2="69336"/>
                        <a14:foregroundMark x1="89453" y1="77344" x2="91797" y2="79492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7"/>
              </a:ext>
            </a:extLst>
          </a:blip>
          <a:stretch>
            <a:fillRect/>
          </a:stretch>
        </p:blipFill>
        <p:spPr>
          <a:xfrm>
            <a:off x="2035131" y="1909194"/>
            <a:ext cx="2576560" cy="1717707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C8C088C8-15FD-4C05-8FD2-8A434AFA29A4}"/>
              </a:ext>
            </a:extLst>
          </p:cNvPr>
          <p:cNvSpPr txBox="1"/>
          <p:nvPr/>
        </p:nvSpPr>
        <p:spPr>
          <a:xfrm>
            <a:off x="5154083" y="1337174"/>
            <a:ext cx="2480039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AU">
                <a:solidFill>
                  <a:schemeClr val="tx1"/>
                </a:solidFill>
              </a:rPr>
              <a:t>Part 2</a:t>
            </a:r>
          </a:p>
          <a:p>
            <a:pPr algn="r"/>
            <a:r>
              <a:rPr lang="en-AU">
                <a:solidFill>
                  <a:schemeClr val="tx1"/>
                </a:solidFill>
              </a:rPr>
              <a:t>Topic: Removable Media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0629EF28-AB82-4410-A792-5E4AFE39F2A1}"/>
              </a:ext>
            </a:extLst>
          </p:cNvPr>
          <p:cNvSpPr txBox="1"/>
          <p:nvPr/>
        </p:nvSpPr>
        <p:spPr>
          <a:xfrm>
            <a:off x="2029931" y="3793384"/>
            <a:ext cx="2163028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>
                <a:solidFill>
                  <a:schemeClr val="tx1"/>
                </a:solidFill>
              </a:rPr>
              <a:t>Part 3</a:t>
            </a:r>
          </a:p>
          <a:p>
            <a:r>
              <a:rPr lang="en-AU" dirty="0">
                <a:solidFill>
                  <a:schemeClr val="tx1"/>
                </a:solidFill>
              </a:rPr>
              <a:t>Topic: Password and </a:t>
            </a:r>
          </a:p>
          <a:p>
            <a:r>
              <a:rPr lang="en-AU" dirty="0">
                <a:solidFill>
                  <a:schemeClr val="tx1"/>
                </a:solidFill>
              </a:rPr>
              <a:t>           Authentication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38EA2AF0-E297-4269-AF20-46526B085DAF}"/>
              </a:ext>
            </a:extLst>
          </p:cNvPr>
          <p:cNvSpPr txBox="1"/>
          <p:nvPr/>
        </p:nvSpPr>
        <p:spPr>
          <a:xfrm>
            <a:off x="5292080" y="3793383"/>
            <a:ext cx="233429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AU">
                <a:solidFill>
                  <a:schemeClr val="tx1"/>
                </a:solidFill>
              </a:rPr>
              <a:t>Part 4</a:t>
            </a:r>
          </a:p>
          <a:p>
            <a:pPr algn="r"/>
            <a:r>
              <a:rPr lang="en-AU">
                <a:solidFill>
                  <a:schemeClr val="tx1"/>
                </a:solidFill>
              </a:rPr>
              <a:t>Topic: Physical Security</a:t>
            </a:r>
          </a:p>
        </p:txBody>
      </p:sp>
      <p:pic>
        <p:nvPicPr>
          <p:cNvPr id="25" name="Picture 24">
            <a:extLst>
              <a:ext uri="{FF2B5EF4-FFF2-40B4-BE49-F238E27FC236}">
                <a16:creationId xmlns:a16="http://schemas.microsoft.com/office/drawing/2014/main" id="{04E5C904-3C93-48FB-8542-3843C27E927F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9"/>
              </a:ext>
            </a:extLst>
          </a:blip>
          <a:stretch>
            <a:fillRect/>
          </a:stretch>
        </p:blipFill>
        <p:spPr>
          <a:xfrm>
            <a:off x="5471895" y="1956685"/>
            <a:ext cx="1600139" cy="1600139"/>
          </a:xfrm>
          <a:prstGeom prst="rect">
            <a:avLst/>
          </a:prstGeom>
        </p:spPr>
      </p:pic>
      <p:pic>
        <p:nvPicPr>
          <p:cNvPr id="32" name="Picture 31" descr="A crescent moon in a black sky&#10;&#10;Description automatically generated with low confidence">
            <a:extLst>
              <a:ext uri="{FF2B5EF4-FFF2-40B4-BE49-F238E27FC236}">
                <a16:creationId xmlns:a16="http://schemas.microsoft.com/office/drawing/2014/main" id="{93E8061C-AB61-4EF4-BBD0-ED763DD52AC9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11"/>
              </a:ext>
            </a:extLst>
          </a:blip>
          <a:stretch>
            <a:fillRect/>
          </a:stretch>
        </p:blipFill>
        <p:spPr>
          <a:xfrm>
            <a:off x="2736974" y="4762663"/>
            <a:ext cx="1172873" cy="1045323"/>
          </a:xfrm>
          <a:prstGeom prst="rect">
            <a:avLst/>
          </a:prstGeom>
        </p:spPr>
      </p:pic>
      <p:pic>
        <p:nvPicPr>
          <p:cNvPr id="33" name="Picture 32" descr="A picture containing text, indoor, table, computer&#10;&#10;Description automatically generated">
            <a:extLst>
              <a:ext uri="{FF2B5EF4-FFF2-40B4-BE49-F238E27FC236}">
                <a16:creationId xmlns:a16="http://schemas.microsoft.com/office/drawing/2014/main" id="{3744BE7E-FBCB-4980-A992-45FF6B2AD336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13"/>
              </a:ext>
            </a:extLst>
          </a:blip>
          <a:stretch>
            <a:fillRect/>
          </a:stretch>
        </p:blipFill>
        <p:spPr>
          <a:xfrm>
            <a:off x="5292080" y="4509120"/>
            <a:ext cx="1959770" cy="1306513"/>
          </a:xfrm>
          <a:prstGeom prst="ellipse">
            <a:avLst/>
          </a:prstGeom>
        </p:spPr>
      </p:pic>
      <p:pic>
        <p:nvPicPr>
          <p:cNvPr id="8" name="Picture 7" descr="A rocket taking off&#10;&#10;Description automatically generated with medium confidence">
            <a:extLst>
              <a:ext uri="{FF2B5EF4-FFF2-40B4-BE49-F238E27FC236}">
                <a16:creationId xmlns:a16="http://schemas.microsoft.com/office/drawing/2014/main" id="{BB75A5D4-F1AD-451A-B863-4E7D349607F4}"/>
              </a:ext>
            </a:extLst>
          </p:cNvPr>
          <p:cNvPicPr>
            <a:picLocks noChangeAspect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15"/>
              </a:ext>
            </a:extLst>
          </a:blip>
          <a:stretch>
            <a:fillRect/>
          </a:stretch>
        </p:blipFill>
        <p:spPr>
          <a:xfrm>
            <a:off x="475285" y="2038536"/>
            <a:ext cx="1275587" cy="2780928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5B99103B-2C94-4E1C-B7EE-A5A78881C4C7}"/>
              </a:ext>
            </a:extLst>
          </p:cNvPr>
          <p:cNvSpPr txBox="1"/>
          <p:nvPr/>
        </p:nvSpPr>
        <p:spPr>
          <a:xfrm>
            <a:off x="614409" y="4793044"/>
            <a:ext cx="85632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>
                <a:solidFill>
                  <a:schemeClr val="tx1"/>
                </a:solidFill>
              </a:rPr>
              <a:t>Launch</a:t>
            </a:r>
          </a:p>
        </p:txBody>
      </p:sp>
    </p:spTree>
    <p:extLst>
      <p:ext uri="{BB962C8B-B14F-4D97-AF65-F5344CB8AC3E}">
        <p14:creationId xmlns:p14="http://schemas.microsoft.com/office/powerpoint/2010/main" val="374017697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7D7D264-5503-483B-A74D-B37BC994107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1772816"/>
            <a:ext cx="7886700" cy="4404147"/>
          </a:xfrm>
        </p:spPr>
        <p:txBody>
          <a:bodyPr/>
          <a:lstStyle/>
          <a:p>
            <a:r>
              <a:rPr lang="en-AU" dirty="0"/>
              <a:t>October 2022 – Plan approval by GM’s &amp; MD</a:t>
            </a:r>
          </a:p>
          <a:p>
            <a:r>
              <a:rPr lang="en-AU" dirty="0"/>
              <a:t>October 2022 – Campaign Launch &amp; initial awareness / Toolbox talks</a:t>
            </a:r>
          </a:p>
          <a:p>
            <a:r>
              <a:rPr lang="en-AU" dirty="0"/>
              <a:t>Nov-Dec 2022 – Part 1 – Email/SMS Security Simulations &amp; Training</a:t>
            </a:r>
          </a:p>
          <a:p>
            <a:r>
              <a:rPr lang="en-AU" dirty="0"/>
              <a:t>Jan-Feb 2023 – Part 2 – Removable Media</a:t>
            </a:r>
          </a:p>
          <a:p>
            <a:r>
              <a:rPr lang="en-AU" dirty="0"/>
              <a:t>Mar-Apr 2023 – Part 3 – Passwords and Authentication</a:t>
            </a:r>
          </a:p>
          <a:p>
            <a:r>
              <a:rPr lang="en-AU" dirty="0"/>
              <a:t>May-Jun 2023 – Part 4 –  Physical Security</a:t>
            </a:r>
          </a:p>
          <a:p>
            <a:endParaRPr lang="en-AU" dirty="0"/>
          </a:p>
          <a:p>
            <a:endParaRPr lang="en-AU" dirty="0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C05398F6-CE71-45F9-869B-2525FC77DD64}"/>
              </a:ext>
            </a:extLst>
          </p:cNvPr>
          <p:cNvSpPr txBox="1">
            <a:spLocks/>
          </p:cNvSpPr>
          <p:nvPr/>
        </p:nvSpPr>
        <p:spPr>
          <a:xfrm>
            <a:off x="162471" y="153375"/>
            <a:ext cx="6858000" cy="1906566"/>
          </a:xfrm>
          <a:prstGeom prst="rect">
            <a:avLst/>
          </a:prstGeom>
        </p:spPr>
        <p:txBody>
          <a:bodyPr>
            <a:normAutofit/>
          </a:bodyPr>
          <a:lstStyle>
            <a:lvl1pPr algn="l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DINOT" pitchFamily="34" charset="0"/>
              </a:defRPr>
            </a:lvl2pPr>
            <a:lvl3pPr algn="l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DINOT" pitchFamily="34" charset="0"/>
              </a:defRPr>
            </a:lvl3pPr>
            <a:lvl4pPr algn="l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DINOT" pitchFamily="34" charset="0"/>
              </a:defRPr>
            </a:lvl4pPr>
            <a:lvl5pPr algn="l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DINOT" pitchFamily="34" charset="0"/>
              </a:defRPr>
            </a:lvl5pPr>
            <a:lvl6pPr marL="457200" algn="l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DINOT" pitchFamily="34" charset="0"/>
              </a:defRPr>
            </a:lvl6pPr>
            <a:lvl7pPr marL="914400" algn="l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DINOT" pitchFamily="34" charset="0"/>
              </a:defRPr>
            </a:lvl7pPr>
            <a:lvl8pPr marL="1371600" algn="l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DINOT" pitchFamily="34" charset="0"/>
              </a:defRPr>
            </a:lvl8pPr>
            <a:lvl9pPr marL="1828800" algn="l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DINOT" pitchFamily="34" charset="0"/>
              </a:defRPr>
            </a:lvl9pPr>
          </a:lstStyle>
          <a:p>
            <a:pPr defTabSz="914400">
              <a:buClrTx/>
              <a:buSzTx/>
              <a:buFontTx/>
              <a:defRPr/>
            </a:pPr>
            <a:r>
              <a:rPr lang="en-AU" sz="3200" b="1" dirty="0"/>
              <a:t>Cyber Security Awareness</a:t>
            </a:r>
          </a:p>
          <a:p>
            <a:pPr defTabSz="914400">
              <a:buClrTx/>
              <a:buSzTx/>
              <a:buFontTx/>
              <a:defRPr/>
            </a:pPr>
            <a:r>
              <a:rPr lang="en-AU" sz="3200" b="1" dirty="0"/>
              <a:t>Campaign Timeline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97593982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7D7D264-5503-483B-A74D-B37BC994107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9552" y="1484784"/>
            <a:ext cx="7886700" cy="4404147"/>
          </a:xfrm>
        </p:spPr>
        <p:txBody>
          <a:bodyPr/>
          <a:lstStyle/>
          <a:p>
            <a:r>
              <a:rPr lang="en-AU" sz="1600" dirty="0"/>
              <a:t>Initial</a:t>
            </a:r>
          </a:p>
          <a:p>
            <a:pPr lvl="1"/>
            <a:r>
              <a:rPr lang="en-AU" sz="1400" dirty="0"/>
              <a:t>Preparation</a:t>
            </a:r>
          </a:p>
          <a:p>
            <a:pPr lvl="2"/>
            <a:r>
              <a:rPr lang="en-AU" sz="1400" dirty="0"/>
              <a:t>Management awareness and support for campaign</a:t>
            </a:r>
          </a:p>
          <a:p>
            <a:pPr lvl="2"/>
            <a:r>
              <a:rPr lang="en-AU" sz="1400" dirty="0"/>
              <a:t>Toolbox Talk documents</a:t>
            </a:r>
          </a:p>
          <a:p>
            <a:pPr lvl="2"/>
            <a:r>
              <a:rPr lang="en-AU" sz="1400" dirty="0"/>
              <a:t>Toolbox talk sessions to be conducted</a:t>
            </a:r>
          </a:p>
          <a:p>
            <a:pPr lvl="2"/>
            <a:r>
              <a:rPr lang="en-AU" sz="1400" dirty="0"/>
              <a:t>Lunch and Learn awareness sessions</a:t>
            </a:r>
          </a:p>
          <a:p>
            <a:pPr lvl="1"/>
            <a:r>
              <a:rPr lang="en-AU" sz="1400" dirty="0"/>
              <a:t>Microsoft Defender </a:t>
            </a:r>
          </a:p>
          <a:p>
            <a:pPr lvl="2"/>
            <a:r>
              <a:rPr lang="en-AU" sz="1400" dirty="0"/>
              <a:t>Email Phishing simulations</a:t>
            </a:r>
          </a:p>
          <a:p>
            <a:pPr lvl="2"/>
            <a:r>
              <a:rPr lang="en-AU" sz="1400" dirty="0"/>
              <a:t>Email Ransomware simulations</a:t>
            </a:r>
          </a:p>
          <a:p>
            <a:pPr lvl="2"/>
            <a:r>
              <a:rPr lang="en-AU" sz="1400" dirty="0"/>
              <a:t>Microsoft training</a:t>
            </a:r>
          </a:p>
          <a:p>
            <a:pPr lvl="2"/>
            <a:r>
              <a:rPr lang="en-AU" sz="1400" dirty="0"/>
              <a:t>Results reporting</a:t>
            </a:r>
          </a:p>
          <a:p>
            <a:r>
              <a:rPr lang="en-AU" sz="1600" dirty="0"/>
              <a:t>Later</a:t>
            </a:r>
          </a:p>
          <a:p>
            <a:pPr lvl="1"/>
            <a:r>
              <a:rPr lang="en-AU" sz="1400" dirty="0"/>
              <a:t>USB &amp; Physical security </a:t>
            </a:r>
          </a:p>
          <a:p>
            <a:pPr lvl="2"/>
            <a:r>
              <a:rPr lang="en-AU" sz="1400" dirty="0"/>
              <a:t>Education and exercises </a:t>
            </a:r>
          </a:p>
          <a:p>
            <a:pPr lvl="1"/>
            <a:r>
              <a:rPr lang="en-AU" sz="1400" dirty="0"/>
              <a:t>Management Training</a:t>
            </a:r>
          </a:p>
          <a:p>
            <a:pPr lvl="2"/>
            <a:r>
              <a:rPr lang="en-AU" sz="1400" dirty="0"/>
              <a:t>Situation simulations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C05398F6-CE71-45F9-869B-2525FC77DD64}"/>
              </a:ext>
            </a:extLst>
          </p:cNvPr>
          <p:cNvSpPr txBox="1">
            <a:spLocks/>
          </p:cNvSpPr>
          <p:nvPr/>
        </p:nvSpPr>
        <p:spPr>
          <a:xfrm>
            <a:off x="162471" y="153375"/>
            <a:ext cx="6858000" cy="1906566"/>
          </a:xfrm>
          <a:prstGeom prst="rect">
            <a:avLst/>
          </a:prstGeom>
        </p:spPr>
        <p:txBody>
          <a:bodyPr>
            <a:normAutofit/>
          </a:bodyPr>
          <a:lstStyle>
            <a:lvl1pPr algn="l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DINOT" pitchFamily="34" charset="0"/>
              </a:defRPr>
            </a:lvl2pPr>
            <a:lvl3pPr algn="l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DINOT" pitchFamily="34" charset="0"/>
              </a:defRPr>
            </a:lvl3pPr>
            <a:lvl4pPr algn="l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DINOT" pitchFamily="34" charset="0"/>
              </a:defRPr>
            </a:lvl4pPr>
            <a:lvl5pPr algn="l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DINOT" pitchFamily="34" charset="0"/>
              </a:defRPr>
            </a:lvl5pPr>
            <a:lvl6pPr marL="457200" algn="l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DINOT" pitchFamily="34" charset="0"/>
              </a:defRPr>
            </a:lvl6pPr>
            <a:lvl7pPr marL="914400" algn="l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DINOT" pitchFamily="34" charset="0"/>
              </a:defRPr>
            </a:lvl7pPr>
            <a:lvl8pPr marL="1371600" algn="l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DINOT" pitchFamily="34" charset="0"/>
              </a:defRPr>
            </a:lvl8pPr>
            <a:lvl9pPr marL="1828800" algn="l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DINOT" pitchFamily="34" charset="0"/>
              </a:defRPr>
            </a:lvl9pPr>
          </a:lstStyle>
          <a:p>
            <a:pPr defTabSz="914400">
              <a:buClrTx/>
              <a:buSzTx/>
              <a:buFontTx/>
              <a:defRPr/>
            </a:pPr>
            <a:r>
              <a:rPr lang="en-AU" sz="3200" b="1" dirty="0"/>
              <a:t>Cyber Security Awareness</a:t>
            </a:r>
          </a:p>
          <a:p>
            <a:pPr defTabSz="914400">
              <a:buClrTx/>
              <a:buSzTx/>
              <a:buFontTx/>
              <a:defRPr/>
            </a:pPr>
            <a:r>
              <a:rPr lang="en-AU" sz="3200" b="1" dirty="0"/>
              <a:t>Key components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419196665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pPr eaLnBrk="1" hangingPunct="1">
              <a:defRPr/>
            </a:pPr>
            <a:r>
              <a:rPr lang="en-US" dirty="0"/>
              <a:t>Cyber Security Awareness</a:t>
            </a:r>
            <a:br>
              <a:rPr lang="en-US" dirty="0"/>
            </a:br>
            <a:r>
              <a:rPr lang="en-US" dirty="0"/>
              <a:t>Campaign Launch </a:t>
            </a:r>
            <a:endParaRPr lang="en-AU" dirty="0"/>
          </a:p>
        </p:txBody>
      </p:sp>
      <p:pic>
        <p:nvPicPr>
          <p:cNvPr id="6" name="Picture 5" descr="A rocket taking off&#10;&#10;Description automatically generated with medium confidence">
            <a:extLst>
              <a:ext uri="{FF2B5EF4-FFF2-40B4-BE49-F238E27FC236}">
                <a16:creationId xmlns:a16="http://schemas.microsoft.com/office/drawing/2014/main" id="{4312F513-7968-4E7C-A3E7-E15B6F77054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3"/>
              </a:ext>
            </a:extLst>
          </a:blip>
          <a:stretch>
            <a:fillRect/>
          </a:stretch>
        </p:blipFill>
        <p:spPr>
          <a:xfrm>
            <a:off x="7478548" y="2209128"/>
            <a:ext cx="1088104" cy="29864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0795176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7D7D264-5503-483B-A74D-B37BC994107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1520" y="1340768"/>
            <a:ext cx="8746070" cy="4404147"/>
          </a:xfrm>
        </p:spPr>
        <p:txBody>
          <a:bodyPr/>
          <a:lstStyle/>
          <a:p>
            <a:r>
              <a:rPr lang="en-AU" dirty="0"/>
              <a:t>Oct 20 2022 – Toolbox Talk documents &amp; Training material published on intranet</a:t>
            </a:r>
          </a:p>
          <a:p>
            <a:pPr lvl="3"/>
            <a:r>
              <a:rPr lang="en-AU" dirty="0"/>
              <a:t>Mail message delivery to GM’s &amp; Branch Managers noting times for sessions below</a:t>
            </a:r>
          </a:p>
          <a:p>
            <a:r>
              <a:rPr lang="en-AU" dirty="0"/>
              <a:t>Oct 21 &amp; 24 2022 – Optional session for those delivering Toolbox Talks (ICT Hosted)</a:t>
            </a:r>
          </a:p>
          <a:p>
            <a:r>
              <a:rPr lang="en-AU" dirty="0"/>
              <a:t>Oct 21-30 2022 – Toolbox Talks conducted across the business</a:t>
            </a:r>
          </a:p>
          <a:p>
            <a:r>
              <a:rPr lang="en-AU" dirty="0"/>
              <a:t>Oct 28-30 2022 – Optional Lunch &amp; Learn sessions via Teams (ICT Hosted)</a:t>
            </a:r>
          </a:p>
          <a:p>
            <a:endParaRPr lang="en-AU" dirty="0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C05398F6-CE71-45F9-869B-2525FC77DD64}"/>
              </a:ext>
            </a:extLst>
          </p:cNvPr>
          <p:cNvSpPr txBox="1">
            <a:spLocks/>
          </p:cNvSpPr>
          <p:nvPr/>
        </p:nvSpPr>
        <p:spPr>
          <a:xfrm>
            <a:off x="162471" y="153375"/>
            <a:ext cx="6858000" cy="1906566"/>
          </a:xfrm>
          <a:prstGeom prst="rect">
            <a:avLst/>
          </a:prstGeom>
        </p:spPr>
        <p:txBody>
          <a:bodyPr>
            <a:normAutofit/>
          </a:bodyPr>
          <a:lstStyle>
            <a:lvl1pPr algn="l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DINOT" pitchFamily="34" charset="0"/>
              </a:defRPr>
            </a:lvl2pPr>
            <a:lvl3pPr algn="l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DINOT" pitchFamily="34" charset="0"/>
              </a:defRPr>
            </a:lvl3pPr>
            <a:lvl4pPr algn="l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DINOT" pitchFamily="34" charset="0"/>
              </a:defRPr>
            </a:lvl4pPr>
            <a:lvl5pPr algn="l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DINOT" pitchFamily="34" charset="0"/>
              </a:defRPr>
            </a:lvl5pPr>
            <a:lvl6pPr marL="457200" algn="l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DINOT" pitchFamily="34" charset="0"/>
              </a:defRPr>
            </a:lvl6pPr>
            <a:lvl7pPr marL="914400" algn="l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DINOT" pitchFamily="34" charset="0"/>
              </a:defRPr>
            </a:lvl7pPr>
            <a:lvl8pPr marL="1371600" algn="l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DINOT" pitchFamily="34" charset="0"/>
              </a:defRPr>
            </a:lvl8pPr>
            <a:lvl9pPr marL="1828800" algn="l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DINOT" pitchFamily="34" charset="0"/>
              </a:defRPr>
            </a:lvl9pPr>
          </a:lstStyle>
          <a:p>
            <a:pPr defTabSz="914400">
              <a:buClrTx/>
              <a:buSzTx/>
              <a:buFontTx/>
              <a:defRPr/>
            </a:pPr>
            <a:r>
              <a:rPr lang="en-AU" sz="3200" b="1" dirty="0"/>
              <a:t>Cyber Security Awareness</a:t>
            </a:r>
          </a:p>
          <a:p>
            <a:pPr defTabSz="914400">
              <a:buClrTx/>
              <a:buSzTx/>
              <a:buFontTx/>
              <a:defRPr/>
            </a:pPr>
            <a:r>
              <a:rPr lang="en-AU" sz="3200" b="1" dirty="0"/>
              <a:t>Campaign Launch</a:t>
            </a:r>
            <a:endParaRPr lang="en-AU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0CB071F7-19B5-4BF8-B676-170619998A8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75656" y="3289193"/>
            <a:ext cx="2232248" cy="3112809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ED645991-23BB-488C-B599-27AFAA634C0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39989" y="3289193"/>
            <a:ext cx="2232248" cy="3138574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2E59B473-818A-4650-80A5-4955E4911DE8}"/>
              </a:ext>
            </a:extLst>
          </p:cNvPr>
          <p:cNvSpPr txBox="1"/>
          <p:nvPr/>
        </p:nvSpPr>
        <p:spPr>
          <a:xfrm>
            <a:off x="2151689" y="6427767"/>
            <a:ext cx="484062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400" dirty="0">
                <a:solidFill>
                  <a:schemeClr val="tx1"/>
                </a:solidFill>
              </a:rPr>
              <a:t>Note: Samples provided for review – We will publish on intranet</a:t>
            </a:r>
          </a:p>
        </p:txBody>
      </p:sp>
    </p:spTree>
    <p:extLst>
      <p:ext uri="{BB962C8B-B14F-4D97-AF65-F5344CB8AC3E}">
        <p14:creationId xmlns:p14="http://schemas.microsoft.com/office/powerpoint/2010/main" val="24182940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pPr eaLnBrk="1" hangingPunct="1">
              <a:defRPr/>
            </a:pPr>
            <a:r>
              <a:rPr lang="en-US" dirty="0"/>
              <a:t>Email/SMS Security Training</a:t>
            </a:r>
            <a:endParaRPr lang="en-AU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B9B61FA-5DEA-4B8C-A364-5D5DFBE7992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04048" y="4509120"/>
            <a:ext cx="3360420" cy="1879735"/>
          </a:xfrm>
          <a:prstGeom prst="rect">
            <a:avLst/>
          </a:prstGeom>
        </p:spPr>
      </p:pic>
      <p:pic>
        <p:nvPicPr>
          <p:cNvPr id="21" name="Picture 20">
            <a:extLst>
              <a:ext uri="{FF2B5EF4-FFF2-40B4-BE49-F238E27FC236}">
                <a16:creationId xmlns:a16="http://schemas.microsoft.com/office/drawing/2014/main" id="{DB2480C1-983B-4889-A0BC-C982D3E0551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07888" y="260648"/>
            <a:ext cx="2656580" cy="2320106"/>
          </a:xfrm>
          <a:prstGeom prst="rect">
            <a:avLst/>
          </a:prstGeom>
        </p:spPr>
      </p:pic>
      <p:sp>
        <p:nvSpPr>
          <p:cNvPr id="22" name="Rectangle 21">
            <a:extLst>
              <a:ext uri="{FF2B5EF4-FFF2-40B4-BE49-F238E27FC236}">
                <a16:creationId xmlns:a16="http://schemas.microsoft.com/office/drawing/2014/main" id="{9A5BC2D1-D297-438E-A8A8-4A1669E4BF07}"/>
              </a:ext>
            </a:extLst>
          </p:cNvPr>
          <p:cNvSpPr/>
          <p:nvPr/>
        </p:nvSpPr>
        <p:spPr>
          <a:xfrm>
            <a:off x="5707888" y="1420701"/>
            <a:ext cx="2656580" cy="1097823"/>
          </a:xfrm>
          <a:prstGeom prst="rect">
            <a:avLst/>
          </a:prstGeom>
          <a:solidFill>
            <a:schemeClr val="bg2">
              <a:alpha val="74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F1BEFD70-F31A-4F4E-8CF2-A790FFE79C38}"/>
              </a:ext>
            </a:extLst>
          </p:cNvPr>
          <p:cNvSpPr/>
          <p:nvPr/>
        </p:nvSpPr>
        <p:spPr>
          <a:xfrm>
            <a:off x="7036178" y="299077"/>
            <a:ext cx="1328290" cy="1097823"/>
          </a:xfrm>
          <a:prstGeom prst="rect">
            <a:avLst/>
          </a:prstGeom>
          <a:solidFill>
            <a:schemeClr val="bg2">
              <a:alpha val="74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</p:spTree>
  </p:cSld>
  <p:clrMapOvr>
    <a:masterClrMapping/>
  </p:clrMapOvr>
  <p:extLst>
    <p:ext uri="{6950BFC3-D8DA-4A85-94F7-54DA5524770B}">
      <p188:commentRel xmlns:p188="http://schemas.microsoft.com/office/powerpoint/2018/8/main" r:id="rId2"/>
    </p:ext>
  </p:extLs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AU" dirty="0">
                <a:latin typeface="+mj-lt"/>
              </a:rPr>
              <a:t>Microsoft Defender – Data available</a:t>
            </a:r>
            <a:endParaRPr lang="en-AU" dirty="0">
              <a:latin typeface="+mj-lt"/>
              <a:ea typeface="Roboto Condensed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8650" y="980728"/>
            <a:ext cx="7471742" cy="2808312"/>
          </a:xfrm>
        </p:spPr>
        <p:txBody>
          <a:bodyPr/>
          <a:lstStyle/>
          <a:p>
            <a:r>
              <a:rPr lang="en-AU" sz="1600" dirty="0"/>
              <a:t>Over the sample month, Microsoft Defender detected 183 email threats against G. James employees that made it through Network/end User defences</a:t>
            </a:r>
            <a:endParaRPr lang="en-AU" sz="1600" dirty="0">
              <a:ea typeface="Roboto Condensed Light"/>
              <a:cs typeface="Roboto Condensed Light"/>
            </a:endParaRPr>
          </a:p>
          <a:p>
            <a:r>
              <a:rPr lang="en-AU" sz="1600" dirty="0"/>
              <a:t>This is normal mass for Phishing attacks in business at the moment.</a:t>
            </a:r>
          </a:p>
          <a:p>
            <a:r>
              <a:rPr lang="en-AU" sz="1600" dirty="0"/>
              <a:t>Service Desk was alerted to this by employees.  We then had the email sender and URLs blocked, then deleted the emails on mass from the organisations mail boxes.</a:t>
            </a:r>
          </a:p>
          <a:p>
            <a:endParaRPr lang="en-AU" sz="1600" dirty="0"/>
          </a:p>
          <a:p>
            <a:pPr marL="0" indent="0">
              <a:buNone/>
            </a:pPr>
            <a:r>
              <a:rPr lang="en-AU" sz="1600" dirty="0">
                <a:ea typeface="+mn-lt"/>
                <a:cs typeface="+mn-lt"/>
              </a:rPr>
              <a:t>The below graph shows the volume and time frame of these attacks.</a:t>
            </a:r>
            <a:endParaRPr lang="en-AU" sz="1600" dirty="0">
              <a:ea typeface="Roboto Condensed Light"/>
              <a:cs typeface="Roboto Condensed Light"/>
            </a:endParaRPr>
          </a:p>
          <a:p>
            <a:pPr marL="0" indent="0">
              <a:buNone/>
            </a:pPr>
            <a:endParaRPr lang="en-AU" sz="1600" dirty="0"/>
          </a:p>
          <a:p>
            <a:pPr marL="0" indent="0">
              <a:buNone/>
            </a:pPr>
            <a:endParaRPr lang="en-AU" dirty="0"/>
          </a:p>
          <a:p>
            <a:endParaRPr lang="en-AU" dirty="0"/>
          </a:p>
          <a:p>
            <a:endParaRPr lang="en-AU" dirty="0"/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FE6D1A0C-0ADE-4F10-9269-AEC31EABBDC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9730" y="3140968"/>
            <a:ext cx="8704540" cy="252207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9856046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AU" dirty="0"/>
              <a:t>Phishing Simulation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0918" y="1052611"/>
            <a:ext cx="3951082" cy="2775967"/>
          </a:xfrm>
        </p:spPr>
        <p:txBody>
          <a:bodyPr/>
          <a:lstStyle/>
          <a:p>
            <a:pPr marL="0" indent="0">
              <a:buNone/>
            </a:pPr>
            <a:r>
              <a:rPr lang="en-AU" b="1" dirty="0"/>
              <a:t>First Month</a:t>
            </a:r>
          </a:p>
          <a:p>
            <a:pPr marL="0" indent="0">
              <a:buNone/>
            </a:pPr>
            <a:r>
              <a:rPr lang="en-AU" sz="1600" dirty="0">
                <a:ea typeface="Roboto Condensed Light"/>
                <a:cs typeface="Roboto Condensed Light"/>
              </a:rPr>
              <a:t>First month simulation will cover:</a:t>
            </a:r>
          </a:p>
          <a:p>
            <a:r>
              <a:rPr lang="en-AU" sz="1600" dirty="0"/>
              <a:t>What phishing is, and how to detect and react to it?</a:t>
            </a:r>
            <a:endParaRPr lang="en-AU" dirty="0"/>
          </a:p>
          <a:p>
            <a:r>
              <a:rPr lang="en-AU" sz="1600" dirty="0"/>
              <a:t>Why are phishing attacks targeting the business?</a:t>
            </a:r>
          </a:p>
          <a:p>
            <a:r>
              <a:rPr lang="en-AU" sz="1600" dirty="0"/>
              <a:t>What are the dangers of URLs’ (links) in Emails?</a:t>
            </a:r>
          </a:p>
          <a:p>
            <a:pPr marL="457200" lvl="1" indent="0">
              <a:buNone/>
            </a:pPr>
            <a:endParaRPr lang="en-AU" sz="1600" dirty="0"/>
          </a:p>
          <a:p>
            <a:endParaRPr lang="en-AU" dirty="0"/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BAD9F871-7840-45CF-8899-D82D1C6D3998}"/>
              </a:ext>
            </a:extLst>
          </p:cNvPr>
          <p:cNvSpPr txBox="1">
            <a:spLocks/>
          </p:cNvSpPr>
          <p:nvPr/>
        </p:nvSpPr>
        <p:spPr bwMode="auto">
          <a:xfrm>
            <a:off x="628650" y="3900587"/>
            <a:ext cx="8246740" cy="25922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228600" indent="-228600" algn="l" rtl="0" eaLnBrk="1" fontAlgn="base" hangingPunct="1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Font typeface="Arial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rtl="0" eaLnBrk="1" fontAlgn="base" hangingPunct="1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1" fontAlgn="base" hangingPunct="1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1" fontAlgn="base" hangingPunct="1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1" fontAlgn="base" hangingPunct="1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defTabSz="914400">
              <a:buClrTx/>
              <a:buSzTx/>
              <a:buNone/>
            </a:pPr>
            <a:r>
              <a:rPr lang="en-AU" b="1" dirty="0"/>
              <a:t>Note:</a:t>
            </a:r>
            <a:endParaRPr lang="en-AU" b="1" dirty="0">
              <a:ea typeface="Roboto Condensed Light"/>
              <a:cs typeface="Roboto Condensed Light"/>
            </a:endParaRPr>
          </a:p>
          <a:p>
            <a:pPr lvl="1" defTabSz="914400"/>
            <a:r>
              <a:rPr lang="en-AU" b="1" dirty="0">
                <a:ea typeface="+mn-lt"/>
                <a:cs typeface="+mn-lt"/>
              </a:rPr>
              <a:t>Training via Toolbox talks will be provided to the employees before the simulation</a:t>
            </a:r>
            <a:r>
              <a:rPr lang="en-AU" dirty="0">
                <a:ea typeface="+mn-lt"/>
                <a:cs typeface="+mn-lt"/>
              </a:rPr>
              <a:t>.</a:t>
            </a:r>
            <a:endParaRPr lang="en-US" dirty="0">
              <a:ea typeface="+mn-lt"/>
              <a:cs typeface="+mn-lt"/>
            </a:endParaRPr>
          </a:p>
          <a:p>
            <a:pPr lvl="1" defTabSz="914400">
              <a:buClrTx/>
              <a:buSzTx/>
            </a:pPr>
            <a:r>
              <a:rPr lang="en-AU" dirty="0">
                <a:ea typeface="+mn-lt"/>
                <a:cs typeface="+mn-lt"/>
              </a:rPr>
              <a:t>Simulations will be sent to all computer employees.</a:t>
            </a:r>
            <a:endParaRPr lang="en-AU" dirty="0"/>
          </a:p>
          <a:p>
            <a:pPr lvl="1" defTabSz="914400">
              <a:buClrTx/>
              <a:buSzTx/>
            </a:pPr>
            <a:r>
              <a:rPr lang="en-AU" dirty="0"/>
              <a:t>No credentials gathered by the simulations are kept but summarised data reported.</a:t>
            </a:r>
            <a:endParaRPr lang="en-AU" dirty="0">
              <a:ea typeface="Roboto Condensed Light"/>
              <a:cs typeface="Roboto Condensed Light"/>
            </a:endParaRPr>
          </a:p>
          <a:p>
            <a:pPr lvl="1" defTabSz="914400">
              <a:buClrTx/>
              <a:buSzTx/>
            </a:pPr>
            <a:endParaRPr lang="en-AU" dirty="0"/>
          </a:p>
          <a:p>
            <a:pPr marL="0" indent="0" defTabSz="914400">
              <a:buClrTx/>
              <a:buSzTx/>
              <a:buNone/>
            </a:pPr>
            <a:endParaRPr lang="en-AU" dirty="0"/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336DA5BB-80C8-8BEE-EE80-62248775AE81}"/>
              </a:ext>
            </a:extLst>
          </p:cNvPr>
          <p:cNvSpPr txBox="1">
            <a:spLocks/>
          </p:cNvSpPr>
          <p:nvPr/>
        </p:nvSpPr>
        <p:spPr bwMode="auto">
          <a:xfrm>
            <a:off x="4499992" y="980603"/>
            <a:ext cx="4375398" cy="277596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228600" indent="-228600" algn="l" rtl="0" eaLnBrk="1" fontAlgn="base" hangingPunct="1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Font typeface="Arial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rtl="0" eaLnBrk="1" fontAlgn="base" hangingPunct="1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1" fontAlgn="base" hangingPunct="1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1" fontAlgn="base" hangingPunct="1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1" fontAlgn="base" hangingPunct="1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defTabSz="914400">
              <a:buClrTx/>
              <a:buSzTx/>
              <a:buNone/>
            </a:pPr>
            <a:r>
              <a:rPr lang="en-AU" b="1" dirty="0"/>
              <a:t>Training</a:t>
            </a:r>
            <a:endParaRPr lang="en-AU" sz="1600" b="1" dirty="0">
              <a:ea typeface="Roboto Condensed Light"/>
              <a:cs typeface="Roboto Condensed Light"/>
            </a:endParaRPr>
          </a:p>
          <a:p>
            <a:pPr defTabSz="914400">
              <a:buClrTx/>
              <a:buSzTx/>
            </a:pPr>
            <a:r>
              <a:rPr lang="en-AU" sz="1600" dirty="0"/>
              <a:t>Microsoft provides feedback at the end of the simulation, highlighting the elements of the email that should raise suspicion.</a:t>
            </a:r>
          </a:p>
          <a:p>
            <a:pPr defTabSz="914400">
              <a:buClrTx/>
              <a:buSzTx/>
            </a:pPr>
            <a:r>
              <a:rPr lang="en-AU" sz="1600" dirty="0"/>
              <a:t>Microsoft then assigns the user training. This is sent as an email to their inbox.</a:t>
            </a:r>
          </a:p>
          <a:p>
            <a:pPr defTabSz="914400">
              <a:buClrTx/>
              <a:buSzTx/>
            </a:pPr>
            <a:r>
              <a:rPr lang="en-AU" sz="1600" dirty="0"/>
              <a:t>The training provided by Microsoft is a concise interactive tutorial and is tailored to the simulation that they have undertaken.</a:t>
            </a:r>
          </a:p>
          <a:p>
            <a:pPr defTabSz="914400">
              <a:buClrTx/>
              <a:buSzTx/>
            </a:pPr>
            <a:endParaRPr lang="en-AU" sz="1600" dirty="0"/>
          </a:p>
        </p:txBody>
      </p:sp>
    </p:spTree>
    <p:extLst>
      <p:ext uri="{BB962C8B-B14F-4D97-AF65-F5344CB8AC3E}">
        <p14:creationId xmlns:p14="http://schemas.microsoft.com/office/powerpoint/2010/main" val="306517791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B75AF1-D05B-4283-A256-C1D4A75B7F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AU" dirty="0"/>
              <a:t>Credential Harvest Simulations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412A0F2-9C53-4B4C-9047-008D5D9FFC7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43000" y="943104"/>
            <a:ext cx="3871342" cy="3277983"/>
          </a:xfrm>
        </p:spPr>
        <p:txBody>
          <a:bodyPr/>
          <a:lstStyle/>
          <a:p>
            <a:pPr marL="0" indent="0" algn="ctr">
              <a:buNone/>
            </a:pPr>
            <a:r>
              <a:rPr lang="en-AU" sz="1600" b="1" dirty="0"/>
              <a:t>Planned simulations Adobe &amp; Netflix:</a:t>
            </a:r>
            <a:endParaRPr lang="en-AU" sz="1600" b="1" dirty="0">
              <a:ea typeface="Roboto Condensed Light"/>
              <a:cs typeface="Roboto Condensed Light"/>
            </a:endParaRPr>
          </a:p>
          <a:p>
            <a:pPr marL="0" indent="0">
              <a:buNone/>
            </a:pPr>
            <a:r>
              <a:rPr lang="en-AU" sz="1600" dirty="0">
                <a:ea typeface="Roboto Condensed Light"/>
                <a:cs typeface="Roboto Condensed Light"/>
              </a:rPr>
              <a:t>Things to look out for:</a:t>
            </a:r>
          </a:p>
          <a:p>
            <a:r>
              <a:rPr lang="en-AU" sz="1400" dirty="0"/>
              <a:t>Is the email received, warranted or inappropriate?</a:t>
            </a:r>
            <a:endParaRPr lang="en-AU" sz="1400">
              <a:ea typeface="Roboto Condensed Light"/>
              <a:cs typeface="Roboto Condensed Light"/>
            </a:endParaRPr>
          </a:p>
          <a:p>
            <a:r>
              <a:rPr lang="en-AU" sz="1400" dirty="0"/>
              <a:t>Are there inconsistencies regarding spelling, logos, URLs’ and email addresses?</a:t>
            </a:r>
            <a:endParaRPr lang="en-AU" sz="1400" dirty="0">
              <a:ea typeface="Roboto Condensed Light"/>
              <a:cs typeface="Roboto Condensed Light"/>
            </a:endParaRPr>
          </a:p>
          <a:p>
            <a:r>
              <a:rPr lang="en-AU" sz="1400" dirty="0"/>
              <a:t>Is there an implied sense of urgency portrayed in the email?</a:t>
            </a:r>
            <a:endParaRPr lang="en-AU" sz="1400" dirty="0">
              <a:ea typeface="Roboto Condensed Light"/>
              <a:cs typeface="Roboto Condensed Light"/>
            </a:endParaRPr>
          </a:p>
          <a:p>
            <a:r>
              <a:rPr lang="en-AU" sz="1400" dirty="0"/>
              <a:t>Does the URL or email address make sense and is that the address it will link to?</a:t>
            </a:r>
            <a:endParaRPr lang="en-AU" sz="1400" dirty="0">
              <a:ea typeface="Roboto Condensed Light"/>
              <a:cs typeface="Roboto Condensed Light"/>
            </a:endParaRPr>
          </a:p>
          <a:p>
            <a:pPr marL="0" indent="0">
              <a:buNone/>
            </a:pPr>
            <a:endParaRPr lang="en-AU" sz="1600" dirty="0"/>
          </a:p>
          <a:p>
            <a:endParaRPr lang="en-AU" sz="160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0E3FADE-8BDA-4287-A55B-FDB5DF8873C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78506" y="366757"/>
            <a:ext cx="428819" cy="423177"/>
          </a:xfrm>
          <a:prstGeom prst="rect">
            <a:avLst/>
          </a:prstGeom>
          <a:effectLst>
            <a:softEdge rad="12700"/>
          </a:effectLst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000A078B-9B70-4877-81A0-15DE3189340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20413" y="363714"/>
            <a:ext cx="428819" cy="415654"/>
          </a:xfrm>
          <a:prstGeom prst="rect">
            <a:avLst/>
          </a:prstGeom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79994491-6AC3-451F-A508-31DE0350372E}"/>
              </a:ext>
            </a:extLst>
          </p:cNvPr>
          <p:cNvSpPr/>
          <p:nvPr/>
        </p:nvSpPr>
        <p:spPr>
          <a:xfrm>
            <a:off x="188699" y="5035615"/>
            <a:ext cx="1800200" cy="504056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AU" sz="1100" dirty="0">
                <a:solidFill>
                  <a:schemeClr val="tx1"/>
                </a:solidFill>
              </a:rPr>
              <a:t>Provide training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6CE97A6D-CF1F-44DC-BCBA-D68AE6F14879}"/>
              </a:ext>
            </a:extLst>
          </p:cNvPr>
          <p:cNvSpPr/>
          <p:nvPr/>
        </p:nvSpPr>
        <p:spPr>
          <a:xfrm>
            <a:off x="2454677" y="5035690"/>
            <a:ext cx="1800225" cy="503238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AU" sz="1100" dirty="0">
                <a:solidFill>
                  <a:schemeClr val="tx1"/>
                </a:solidFill>
              </a:rPr>
              <a:t>Send first Phishing email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37CF41D9-E981-486F-B61D-CCCD48CB5B04}"/>
              </a:ext>
            </a:extLst>
          </p:cNvPr>
          <p:cNvSpPr/>
          <p:nvPr/>
        </p:nvSpPr>
        <p:spPr>
          <a:xfrm>
            <a:off x="4720039" y="5035690"/>
            <a:ext cx="1800225" cy="503238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AU" sz="1100" dirty="0">
                <a:solidFill>
                  <a:schemeClr val="tx1"/>
                </a:solidFill>
              </a:rPr>
              <a:t>Send second Phishing email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9B40E896-3979-404F-9805-0B2BF3CF4ED8}"/>
              </a:ext>
            </a:extLst>
          </p:cNvPr>
          <p:cNvSpPr/>
          <p:nvPr/>
        </p:nvSpPr>
        <p:spPr>
          <a:xfrm>
            <a:off x="6985402" y="5035690"/>
            <a:ext cx="1800225" cy="503238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AU" sz="1100" dirty="0">
                <a:solidFill>
                  <a:schemeClr val="tx1"/>
                </a:solidFill>
              </a:rPr>
              <a:t>Review results</a:t>
            </a:r>
          </a:p>
        </p:txBody>
      </p:sp>
      <p:sp>
        <p:nvSpPr>
          <p:cNvPr id="6" name="Arrow: Right 5">
            <a:extLst>
              <a:ext uri="{FF2B5EF4-FFF2-40B4-BE49-F238E27FC236}">
                <a16:creationId xmlns:a16="http://schemas.microsoft.com/office/drawing/2014/main" id="{23C264E4-603C-46DA-B0AD-49DA18B96D2F}"/>
              </a:ext>
            </a:extLst>
          </p:cNvPr>
          <p:cNvSpPr/>
          <p:nvPr/>
        </p:nvSpPr>
        <p:spPr>
          <a:xfrm>
            <a:off x="2069422" y="5219239"/>
            <a:ext cx="322094" cy="138431"/>
          </a:xfrm>
          <a:prstGeom prst="rightArrow">
            <a:avLst/>
          </a:prstGeom>
          <a:solidFill>
            <a:schemeClr val="accent6">
              <a:lumMod val="40000"/>
              <a:lumOff val="60000"/>
            </a:schemeClr>
          </a:solidFill>
          <a:ln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>
              <a:solidFill>
                <a:schemeClr val="tx1"/>
              </a:solidFill>
            </a:endParaRPr>
          </a:p>
        </p:txBody>
      </p:sp>
      <p:sp>
        <p:nvSpPr>
          <p:cNvPr id="13" name="Arrow: Right 12">
            <a:extLst>
              <a:ext uri="{FF2B5EF4-FFF2-40B4-BE49-F238E27FC236}">
                <a16:creationId xmlns:a16="http://schemas.microsoft.com/office/drawing/2014/main" id="{05743933-5A7A-4C82-8014-FBBE6728D0B1}"/>
              </a:ext>
            </a:extLst>
          </p:cNvPr>
          <p:cNvSpPr/>
          <p:nvPr/>
        </p:nvSpPr>
        <p:spPr>
          <a:xfrm>
            <a:off x="4327643" y="5219240"/>
            <a:ext cx="322094" cy="138431"/>
          </a:xfrm>
          <a:prstGeom prst="rightArrow">
            <a:avLst/>
          </a:prstGeom>
          <a:solidFill>
            <a:schemeClr val="accent6">
              <a:lumMod val="40000"/>
              <a:lumOff val="60000"/>
            </a:schemeClr>
          </a:solidFill>
          <a:ln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>
              <a:solidFill>
                <a:schemeClr val="tx1"/>
              </a:solidFill>
            </a:endParaRPr>
          </a:p>
        </p:txBody>
      </p:sp>
      <p:sp>
        <p:nvSpPr>
          <p:cNvPr id="14" name="Arrow: Right 13">
            <a:extLst>
              <a:ext uri="{FF2B5EF4-FFF2-40B4-BE49-F238E27FC236}">
                <a16:creationId xmlns:a16="http://schemas.microsoft.com/office/drawing/2014/main" id="{50055C4A-D13C-4056-BD10-092430B1C213}"/>
              </a:ext>
            </a:extLst>
          </p:cNvPr>
          <p:cNvSpPr/>
          <p:nvPr/>
        </p:nvSpPr>
        <p:spPr>
          <a:xfrm>
            <a:off x="6602610" y="5215351"/>
            <a:ext cx="322094" cy="138431"/>
          </a:xfrm>
          <a:prstGeom prst="rightArrow">
            <a:avLst/>
          </a:prstGeom>
          <a:solidFill>
            <a:schemeClr val="accent6">
              <a:lumMod val="40000"/>
              <a:lumOff val="60000"/>
            </a:schemeClr>
          </a:solidFill>
          <a:ln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>
              <a:solidFill>
                <a:schemeClr val="tx1"/>
              </a:solidFill>
            </a:endParaRPr>
          </a:p>
        </p:txBody>
      </p:sp>
      <p:sp>
        <p:nvSpPr>
          <p:cNvPr id="15" name="Content Placeholder 2">
            <a:extLst>
              <a:ext uri="{FF2B5EF4-FFF2-40B4-BE49-F238E27FC236}">
                <a16:creationId xmlns:a16="http://schemas.microsoft.com/office/drawing/2014/main" id="{04C46337-4239-4616-927D-022E4784226F}"/>
              </a:ext>
            </a:extLst>
          </p:cNvPr>
          <p:cNvSpPr txBox="1">
            <a:spLocks/>
          </p:cNvSpPr>
          <p:nvPr/>
        </p:nvSpPr>
        <p:spPr bwMode="auto">
          <a:xfrm>
            <a:off x="626219" y="943105"/>
            <a:ext cx="3943802" cy="31668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228600" indent="-228600" algn="l" rtl="0" eaLnBrk="1" fontAlgn="base" hangingPunct="1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Font typeface="Arial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rtl="0" eaLnBrk="1" fontAlgn="base" hangingPunct="1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1" fontAlgn="base" hangingPunct="1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1" fontAlgn="base" hangingPunct="1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1" fontAlgn="base" hangingPunct="1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 defTabSz="914400">
              <a:buClrTx/>
              <a:buSzTx/>
              <a:buFont typeface="Arial" charset="0"/>
              <a:buNone/>
            </a:pPr>
            <a:r>
              <a:rPr lang="en-AU" sz="1600" b="1" dirty="0"/>
              <a:t>Process:</a:t>
            </a:r>
            <a:endParaRPr lang="en-AU" sz="1600" b="1" dirty="0">
              <a:ea typeface="Roboto Condensed Light"/>
              <a:cs typeface="Roboto Condensed Light"/>
            </a:endParaRPr>
          </a:p>
          <a:p>
            <a:pPr marL="342900" indent="-342900" defTabSz="914400">
              <a:buClrTx/>
              <a:buSzTx/>
              <a:buFont typeface="+mj-lt"/>
              <a:buAutoNum type="arabicPeriod"/>
            </a:pPr>
            <a:r>
              <a:rPr lang="en-AU" sz="1200" dirty="0"/>
              <a:t>Training is provided to employees via Toolbox Talks.</a:t>
            </a:r>
            <a:endParaRPr lang="en-AU" sz="1200" dirty="0">
              <a:highlight>
                <a:srgbClr val="FFFF00"/>
              </a:highlight>
              <a:ea typeface="Roboto Condensed Light"/>
              <a:cs typeface="Roboto Condensed Light"/>
            </a:endParaRPr>
          </a:p>
          <a:p>
            <a:pPr marL="342900" indent="-342900" defTabSz="914400">
              <a:buClrTx/>
              <a:buSzTx/>
              <a:buFont typeface="+mj-lt"/>
              <a:buAutoNum type="arabicPeriod"/>
            </a:pPr>
            <a:r>
              <a:rPr lang="en-AU" sz="1200" dirty="0"/>
              <a:t>Email is sent informing employees of the simulation.</a:t>
            </a:r>
            <a:endParaRPr lang="en-AU" sz="1200" dirty="0">
              <a:ea typeface="Roboto Condensed Light"/>
              <a:cs typeface="Roboto Condensed Light"/>
            </a:endParaRPr>
          </a:p>
          <a:p>
            <a:pPr marL="342900" indent="-342900" defTabSz="914400">
              <a:buClrTx/>
              <a:buSzTx/>
              <a:buFont typeface="+mj-lt"/>
              <a:buAutoNum type="arabicPeriod"/>
            </a:pPr>
            <a:r>
              <a:rPr lang="en-AU" sz="1200" dirty="0"/>
              <a:t>Simulated phishing emails are sent out to employees.</a:t>
            </a:r>
            <a:endParaRPr lang="en-AU" sz="1200" dirty="0">
              <a:ea typeface="Roboto Condensed Light"/>
              <a:cs typeface="Roboto Condensed Light"/>
            </a:endParaRPr>
          </a:p>
          <a:p>
            <a:pPr marL="342900" indent="-342900" defTabSz="914400">
              <a:buClrTx/>
              <a:buSzTx/>
              <a:buFont typeface="+mj-lt"/>
              <a:buAutoNum type="arabicPeriod"/>
            </a:pPr>
            <a:r>
              <a:rPr lang="en-AU" sz="1200" dirty="0"/>
              <a:t>Recipients interacts with the email (or does not).</a:t>
            </a:r>
            <a:endParaRPr lang="en-AU" sz="1200" dirty="0">
              <a:ea typeface="Roboto Condensed Light"/>
              <a:cs typeface="Roboto Condensed Light"/>
            </a:endParaRPr>
          </a:p>
          <a:p>
            <a:pPr marL="342900" indent="-342900" defTabSz="914400">
              <a:buClrTx/>
              <a:buSzTx/>
              <a:buFont typeface="+mj-lt"/>
              <a:buAutoNum type="arabicPeriod"/>
            </a:pPr>
            <a:r>
              <a:rPr lang="en-AU" sz="1200" dirty="0"/>
              <a:t>Users are provided immediate tailored feedback, from the simulation. </a:t>
            </a:r>
          </a:p>
          <a:p>
            <a:pPr marL="342900" indent="-342900" defTabSz="914400">
              <a:buClrTx/>
              <a:buSzTx/>
              <a:buFont typeface="+mj-lt"/>
              <a:buAutoNum type="arabicPeriod"/>
            </a:pPr>
            <a:r>
              <a:rPr lang="en-AU" sz="1200" dirty="0"/>
              <a:t>Users are assigned training from Microsoft specifically on Phishing awareness.</a:t>
            </a:r>
            <a:endParaRPr lang="en-AU" sz="1200" dirty="0">
              <a:ea typeface="Roboto Condensed Light"/>
              <a:cs typeface="Roboto Condensed Light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607F669-2075-3F07-E4EB-E770AD8EF8E7}"/>
              </a:ext>
            </a:extLst>
          </p:cNvPr>
          <p:cNvSpPr txBox="1"/>
          <p:nvPr/>
        </p:nvSpPr>
        <p:spPr>
          <a:xfrm>
            <a:off x="636395" y="4731098"/>
            <a:ext cx="901106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dirty="0">
                <a:solidFill>
                  <a:schemeClr val="tx1"/>
                </a:solidFill>
                <a:latin typeface="Calibri"/>
                <a:ea typeface="Microsoft YaHei"/>
                <a:cs typeface="Arial"/>
              </a:rPr>
              <a:t>Week 1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7F9F7329-B06F-3FB7-FD9F-9AEA1B8E1F6D}"/>
              </a:ext>
            </a:extLst>
          </p:cNvPr>
          <p:cNvSpPr txBox="1"/>
          <p:nvPr/>
        </p:nvSpPr>
        <p:spPr>
          <a:xfrm>
            <a:off x="2905647" y="4731097"/>
            <a:ext cx="901106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dirty="0">
                <a:solidFill>
                  <a:schemeClr val="tx1"/>
                </a:solidFill>
                <a:latin typeface="Calibri"/>
                <a:ea typeface="Microsoft YaHei"/>
                <a:cs typeface="Arial"/>
              </a:rPr>
              <a:t>Week 2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D176F32B-DC74-BF3C-34E8-5D6B2431266E}"/>
              </a:ext>
            </a:extLst>
          </p:cNvPr>
          <p:cNvSpPr txBox="1"/>
          <p:nvPr/>
        </p:nvSpPr>
        <p:spPr>
          <a:xfrm>
            <a:off x="5166525" y="4731096"/>
            <a:ext cx="901106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dirty="0">
                <a:solidFill>
                  <a:schemeClr val="tx1"/>
                </a:solidFill>
                <a:latin typeface="Calibri"/>
                <a:ea typeface="Microsoft YaHei"/>
                <a:cs typeface="Arial"/>
              </a:rPr>
              <a:t>Week 3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7D0346A0-07C3-C687-9206-E7DAB09B1A4B}"/>
              </a:ext>
            </a:extLst>
          </p:cNvPr>
          <p:cNvSpPr txBox="1"/>
          <p:nvPr/>
        </p:nvSpPr>
        <p:spPr>
          <a:xfrm>
            <a:off x="7435777" y="4731095"/>
            <a:ext cx="901106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dirty="0">
                <a:solidFill>
                  <a:schemeClr val="tx1"/>
                </a:solidFill>
                <a:latin typeface="Calibri"/>
                <a:ea typeface="Microsoft YaHei"/>
                <a:cs typeface="Arial"/>
              </a:rPr>
              <a:t>Week 4</a:t>
            </a:r>
            <a:endParaRPr lang="en-US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4800634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11DB63-4880-45EE-A96E-24E426039F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AU" dirty="0"/>
              <a:t>Key Take Aways for First Month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7B837D7-EA76-4DCE-A319-CA73C9382C6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9455" y="980728"/>
            <a:ext cx="7886700" cy="3742648"/>
          </a:xfrm>
        </p:spPr>
        <p:txBody>
          <a:bodyPr/>
          <a:lstStyle/>
          <a:p>
            <a:r>
              <a:rPr lang="en-AU" sz="1600" dirty="0"/>
              <a:t>Employees should learn to scrutinise URLs and email addresses. </a:t>
            </a:r>
            <a:endParaRPr lang="en-AU" sz="1600">
              <a:ea typeface="Roboto Condensed Light"/>
              <a:cs typeface="Roboto Condensed Light"/>
            </a:endParaRPr>
          </a:p>
          <a:p>
            <a:r>
              <a:rPr lang="en-AU" sz="1600" dirty="0"/>
              <a:t>Email links within emails should be avoided whenever possible.</a:t>
            </a:r>
            <a:endParaRPr lang="en-AU" sz="1600">
              <a:ea typeface="Roboto Condensed Light"/>
              <a:cs typeface="Roboto Condensed Light"/>
            </a:endParaRPr>
          </a:p>
          <a:p>
            <a:r>
              <a:rPr lang="en-AU" sz="1600" dirty="0"/>
              <a:t>Inconsistencies in spelling, logos and addresses give away that the email may be a scam.</a:t>
            </a:r>
            <a:endParaRPr lang="en-AU" sz="1600">
              <a:ea typeface="Roboto Condensed Light"/>
              <a:cs typeface="Roboto Condensed Light"/>
            </a:endParaRPr>
          </a:p>
          <a:p>
            <a:r>
              <a:rPr lang="en-AU" sz="1600" dirty="0"/>
              <a:t>Why is this person talking to me? Unsolicited emails or emails that are sent to incorrect email accounts are indicators of Phishing attacks.</a:t>
            </a:r>
            <a:endParaRPr lang="en-AU" sz="1600">
              <a:ea typeface="Roboto Condensed Light"/>
              <a:cs typeface="Roboto Condensed Light"/>
            </a:endParaRPr>
          </a:p>
          <a:p>
            <a:r>
              <a:rPr lang="en-AU" sz="1600" dirty="0"/>
              <a:t>What’s the rush? Implied urgency is a technique used to panic the user into doing something they should not.</a:t>
            </a:r>
            <a:endParaRPr lang="en-AU" sz="1600">
              <a:ea typeface="Roboto Condensed Light"/>
              <a:cs typeface="Roboto Condensed Light"/>
            </a:endParaRPr>
          </a:p>
          <a:p>
            <a:r>
              <a:rPr lang="en-AU" sz="1600" dirty="0"/>
              <a:t>Employees should delete Phishing emails or inform </a:t>
            </a:r>
            <a:r>
              <a:rPr lang="en-AU" sz="1600" err="1"/>
              <a:t>G.James</a:t>
            </a:r>
            <a:r>
              <a:rPr lang="en-AU" sz="1600" dirty="0"/>
              <a:t> Service Desk of the email so that they can check the email and block any URLs and clean up emails sent out, if required.</a:t>
            </a:r>
            <a:endParaRPr lang="en-AU" sz="1600" dirty="0">
              <a:ea typeface="Roboto Condensed Light"/>
              <a:cs typeface="Roboto Condensed Light"/>
            </a:endParaRPr>
          </a:p>
          <a:p>
            <a:endParaRPr lang="en-AU" dirty="0">
              <a:ea typeface="Roboto Condensed Light"/>
              <a:cs typeface="Roboto Condensed Light"/>
            </a:endParaRPr>
          </a:p>
        </p:txBody>
      </p:sp>
      <p:sp>
        <p:nvSpPr>
          <p:cNvPr id="4" name="TextBox 1">
            <a:extLst>
              <a:ext uri="{FF2B5EF4-FFF2-40B4-BE49-F238E27FC236}">
                <a16:creationId xmlns:a16="http://schemas.microsoft.com/office/drawing/2014/main" id="{50F94588-C705-B491-BF78-59809F3C35DA}"/>
              </a:ext>
            </a:extLst>
          </p:cNvPr>
          <p:cNvSpPr txBox="1"/>
          <p:nvPr/>
        </p:nvSpPr>
        <p:spPr>
          <a:xfrm>
            <a:off x="627845" y="4144117"/>
            <a:ext cx="7886700" cy="1815882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>
            <a:defPPr>
              <a:defRPr lang="en-GB"/>
            </a:defPPr>
            <a:lvl1pPr algn="l" defTabSz="449263" rtl="0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defRPr kern="1200">
                <a:solidFill>
                  <a:schemeClr val="bg1"/>
                </a:solidFill>
                <a:latin typeface="Calibri" pitchFamily="32" charset="0"/>
                <a:ea typeface="Microsoft YaHei" charset="-122"/>
                <a:cs typeface="Arial" charset="0"/>
              </a:defRPr>
            </a:lvl1pPr>
            <a:lvl2pPr marL="742950" indent="-285750" algn="l" defTabSz="449263" rtl="0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defRPr kern="1200">
                <a:solidFill>
                  <a:schemeClr val="bg1"/>
                </a:solidFill>
                <a:latin typeface="Calibri" pitchFamily="32" charset="0"/>
                <a:ea typeface="Microsoft YaHei" charset="-122"/>
                <a:cs typeface="Arial" charset="0"/>
              </a:defRPr>
            </a:lvl2pPr>
            <a:lvl3pPr marL="1143000" indent="-228600" algn="l" defTabSz="449263" rtl="0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defRPr kern="1200">
                <a:solidFill>
                  <a:schemeClr val="bg1"/>
                </a:solidFill>
                <a:latin typeface="Calibri" pitchFamily="32" charset="0"/>
                <a:ea typeface="Microsoft YaHei" charset="-122"/>
                <a:cs typeface="Arial" charset="0"/>
              </a:defRPr>
            </a:lvl3pPr>
            <a:lvl4pPr marL="1600200" indent="-228600" algn="l" defTabSz="449263" rtl="0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defRPr kern="1200">
                <a:solidFill>
                  <a:schemeClr val="bg1"/>
                </a:solidFill>
                <a:latin typeface="Calibri" pitchFamily="32" charset="0"/>
                <a:ea typeface="Microsoft YaHei" charset="-122"/>
                <a:cs typeface="Arial" charset="0"/>
              </a:defRPr>
            </a:lvl4pPr>
            <a:lvl5pPr marL="2057400" indent="-228600" algn="l" defTabSz="449263" rtl="0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defRPr kern="1200">
                <a:solidFill>
                  <a:schemeClr val="bg1"/>
                </a:solidFill>
                <a:latin typeface="Calibri" pitchFamily="32" charset="0"/>
                <a:ea typeface="Microsoft YaHei" charset="-122"/>
                <a:cs typeface="Arial" charset="0"/>
              </a:defRPr>
            </a:lvl5pPr>
            <a:lvl6pPr marL="2286000" algn="l" defTabSz="914400" rtl="0" eaLnBrk="1" latinLnBrk="0" hangingPunct="1">
              <a:defRPr kern="1200">
                <a:solidFill>
                  <a:schemeClr val="bg1"/>
                </a:solidFill>
                <a:latin typeface="Calibri" pitchFamily="32" charset="0"/>
                <a:ea typeface="Microsoft YaHei" charset="-122"/>
                <a:cs typeface="Arial" charset="0"/>
              </a:defRPr>
            </a:lvl6pPr>
            <a:lvl7pPr marL="2743200" algn="l" defTabSz="914400" rtl="0" eaLnBrk="1" latinLnBrk="0" hangingPunct="1">
              <a:defRPr kern="1200">
                <a:solidFill>
                  <a:schemeClr val="bg1"/>
                </a:solidFill>
                <a:latin typeface="Calibri" pitchFamily="32" charset="0"/>
                <a:ea typeface="Microsoft YaHei" charset="-122"/>
                <a:cs typeface="Arial" charset="0"/>
              </a:defRPr>
            </a:lvl7pPr>
            <a:lvl8pPr marL="3200400" algn="l" defTabSz="914400" rtl="0" eaLnBrk="1" latinLnBrk="0" hangingPunct="1">
              <a:defRPr kern="1200">
                <a:solidFill>
                  <a:schemeClr val="bg1"/>
                </a:solidFill>
                <a:latin typeface="Calibri" pitchFamily="32" charset="0"/>
                <a:ea typeface="Microsoft YaHei" charset="-122"/>
                <a:cs typeface="Arial" charset="0"/>
              </a:defRPr>
            </a:lvl8pPr>
            <a:lvl9pPr marL="3657600" algn="l" defTabSz="914400" rtl="0" eaLnBrk="1" latinLnBrk="0" hangingPunct="1">
              <a:defRPr kern="1200">
                <a:solidFill>
                  <a:schemeClr val="bg1"/>
                </a:solidFill>
                <a:latin typeface="Calibri" pitchFamily="32" charset="0"/>
                <a:ea typeface="Microsoft YaHei" charset="-122"/>
                <a:cs typeface="Arial" charset="0"/>
              </a:defRPr>
            </a:lvl9pPr>
          </a:lstStyle>
          <a:p>
            <a:pPr algn="ctr"/>
            <a:r>
              <a:rPr lang="en-AU" sz="2400" b="1" dirty="0">
                <a:solidFill>
                  <a:schemeClr val="tx1"/>
                </a:solidFill>
                <a:latin typeface="Roboto Condensed"/>
                <a:ea typeface="+mj-ea"/>
                <a:cs typeface="Arial"/>
              </a:rPr>
              <a:t>First Month Lessons</a:t>
            </a:r>
            <a:r>
              <a:rPr kumimoji="0" lang="en-AU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Roboto Condensed"/>
                <a:ea typeface="+mj-ea"/>
                <a:cs typeface="Arial"/>
              </a:rPr>
              <a:t> learnt  - by campaign organisers</a:t>
            </a:r>
          </a:p>
          <a:p>
            <a:pPr algn="ctr"/>
            <a:endParaRPr lang="en-AU" sz="24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Roboto Condensed"/>
              <a:ea typeface="Roboto Condensed"/>
              <a:cs typeface="Arial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AU" sz="1600" dirty="0">
                <a:solidFill>
                  <a:schemeClr val="tx1"/>
                </a:solidFill>
                <a:latin typeface="Roboto Condensed Light"/>
                <a:ea typeface="+mn-ea"/>
                <a:cs typeface="+mn-cs"/>
              </a:rPr>
              <a:t>Creating and running simulations.</a:t>
            </a:r>
            <a:endParaRPr lang="en-AU" sz="1600" dirty="0">
              <a:solidFill>
                <a:schemeClr val="tx1"/>
              </a:solidFill>
              <a:latin typeface="Roboto Condensed Light"/>
              <a:ea typeface="Roboto Condensed Light"/>
              <a:cs typeface="Roboto Condensed Light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kumimoji="0" lang="en-AU" sz="16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Roboto Condensed Light"/>
                <a:ea typeface="+mn-ea"/>
                <a:cs typeface="+mn-cs"/>
              </a:rPr>
              <a:t>Collecting analytics from simulations.</a:t>
            </a:r>
            <a:endParaRPr lang="en-AU" sz="16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Roboto Condensed Light"/>
              <a:ea typeface="Roboto Condensed Light"/>
              <a:cs typeface="Roboto Condensed Light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kumimoji="0" lang="en-AU" sz="16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Roboto Condensed Light"/>
                <a:ea typeface="+mn-ea"/>
                <a:cs typeface="+mn-cs"/>
              </a:rPr>
              <a:t>Recipients’ reaction to simulations was ??</a:t>
            </a:r>
            <a:endParaRPr lang="en-AU" sz="16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Roboto Condensed Light"/>
              <a:ea typeface="Roboto Condensed Light"/>
              <a:cs typeface="Roboto Condensed Light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AU" sz="1600" dirty="0">
                <a:solidFill>
                  <a:schemeClr val="tx1"/>
                </a:solidFill>
                <a:latin typeface="Roboto Condensed Light"/>
                <a:ea typeface="+mn-ea"/>
                <a:cs typeface="+mn-cs"/>
              </a:rPr>
              <a:t>Variations we could</a:t>
            </a:r>
            <a:r>
              <a:rPr lang="en-AU" sz="1600" dirty="0">
                <a:latin typeface="Roboto Condensed Light"/>
                <a:ea typeface="+mn-ea"/>
                <a:cs typeface="+mn-cs"/>
              </a:rPr>
              <a:t> </a:t>
            </a:r>
            <a:r>
              <a:rPr lang="en-AU" sz="1600" dirty="0">
                <a:solidFill>
                  <a:schemeClr val="tx1"/>
                </a:solidFill>
                <a:latin typeface="Roboto Condensed Light"/>
                <a:ea typeface="+mn-ea"/>
                <a:cs typeface="+mn-cs"/>
              </a:rPr>
              <a:t>deploy in future simulations. </a:t>
            </a:r>
            <a:endParaRPr lang="en-AU" dirty="0">
              <a:solidFill>
                <a:schemeClr val="tx1"/>
              </a:solidFill>
              <a:latin typeface="Roboto Condensed Light"/>
              <a:ea typeface="Roboto Condensed Light"/>
              <a:cs typeface="Roboto Condensed Light"/>
            </a:endParaRPr>
          </a:p>
        </p:txBody>
      </p:sp>
    </p:spTree>
    <p:extLst>
      <p:ext uri="{BB962C8B-B14F-4D97-AF65-F5344CB8AC3E}">
        <p14:creationId xmlns:p14="http://schemas.microsoft.com/office/powerpoint/2010/main" val="316946361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AU" dirty="0">
                <a:latin typeface="+mj-lt"/>
              </a:rPr>
              <a:t>Sample Report - Summary of </a:t>
            </a:r>
            <a:r>
              <a:rPr lang="en-AU" dirty="0"/>
              <a:t>First Month</a:t>
            </a:r>
            <a:endParaRPr lang="en-AU" dirty="0">
              <a:latin typeface="+mj-lt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31662" y="986715"/>
            <a:ext cx="3943350" cy="2952327"/>
          </a:xfrm>
        </p:spPr>
        <p:txBody>
          <a:bodyPr/>
          <a:lstStyle/>
          <a:p>
            <a:pPr marL="0" indent="0" algn="ctr">
              <a:buNone/>
            </a:pPr>
            <a:r>
              <a:rPr lang="en-AU" b="1" dirty="0"/>
              <a:t>Incidents</a:t>
            </a:r>
          </a:p>
          <a:p>
            <a:r>
              <a:rPr lang="en-AU" sz="1400" dirty="0"/>
              <a:t>Over the first month Microsoft Defender detected </a:t>
            </a:r>
            <a:r>
              <a:rPr lang="en-AU" sz="1400" dirty="0">
                <a:solidFill>
                  <a:srgbClr val="FF0000"/>
                </a:solidFill>
              </a:rPr>
              <a:t>XXX</a:t>
            </a:r>
            <a:r>
              <a:rPr lang="en-AU" sz="1400" dirty="0"/>
              <a:t> email threats against G.James employees.</a:t>
            </a:r>
            <a:endParaRPr lang="en-AU" sz="1400" dirty="0">
              <a:ea typeface="Roboto Condensed Light"/>
              <a:cs typeface="Roboto Condensed Light"/>
            </a:endParaRPr>
          </a:p>
          <a:p>
            <a:r>
              <a:rPr lang="en-AU" sz="1400" dirty="0"/>
              <a:t>Service Desk received </a:t>
            </a:r>
            <a:r>
              <a:rPr lang="en-AU" sz="1400" dirty="0">
                <a:solidFill>
                  <a:srgbClr val="FF0000"/>
                </a:solidFill>
              </a:rPr>
              <a:t>xxx</a:t>
            </a:r>
            <a:r>
              <a:rPr lang="en-AU" sz="1400" dirty="0"/>
              <a:t> calls regarding these emails.</a:t>
            </a:r>
            <a:endParaRPr lang="en-AU" sz="1400" dirty="0">
              <a:ea typeface="Roboto Condensed Light"/>
              <a:cs typeface="Roboto Condensed Light"/>
            </a:endParaRPr>
          </a:p>
          <a:p>
            <a:r>
              <a:rPr lang="en-AU" sz="1400" dirty="0"/>
              <a:t>Service Desk dealt with </a:t>
            </a:r>
            <a:r>
              <a:rPr lang="en-AU" sz="1400" dirty="0">
                <a:solidFill>
                  <a:srgbClr val="FF0000"/>
                </a:solidFill>
              </a:rPr>
              <a:t>XXX</a:t>
            </a:r>
            <a:r>
              <a:rPr lang="en-AU" sz="1400" dirty="0"/>
              <a:t> malicious emails.</a:t>
            </a:r>
            <a:endParaRPr lang="en-AU" sz="1400" dirty="0">
              <a:solidFill>
                <a:srgbClr val="FF0000"/>
              </a:solidFill>
            </a:endParaRPr>
          </a:p>
          <a:p>
            <a:endParaRPr lang="en-AU" dirty="0"/>
          </a:p>
          <a:p>
            <a:endParaRPr lang="en-AU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533686E-DED5-79ED-3198-13065191F8E6}"/>
              </a:ext>
            </a:extLst>
          </p:cNvPr>
          <p:cNvSpPr txBox="1"/>
          <p:nvPr/>
        </p:nvSpPr>
        <p:spPr>
          <a:xfrm>
            <a:off x="412626" y="4005064"/>
            <a:ext cx="7759774" cy="1754326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AU" dirty="0">
                <a:solidFill>
                  <a:schemeClr val="tx1"/>
                </a:solidFill>
                <a:latin typeface="Calibri"/>
                <a:ea typeface="Microsoft YaHei"/>
                <a:cs typeface="Arial"/>
              </a:rPr>
              <a:t>The following graph depicts Email threats detected by Microsoft for the first month.</a:t>
            </a:r>
          </a:p>
          <a:p>
            <a:endParaRPr lang="en-AU" dirty="0">
              <a:solidFill>
                <a:schemeClr val="tx1"/>
              </a:solidFill>
            </a:endParaRPr>
          </a:p>
          <a:p>
            <a:endParaRPr lang="en-AU" dirty="0">
              <a:solidFill>
                <a:schemeClr val="tx1"/>
              </a:solidFill>
            </a:endParaRPr>
          </a:p>
          <a:p>
            <a:endParaRPr lang="en-AU" dirty="0">
              <a:solidFill>
                <a:schemeClr val="tx1"/>
              </a:solidFill>
            </a:endParaRPr>
          </a:p>
          <a:p>
            <a:endParaRPr lang="en-AU" dirty="0">
              <a:solidFill>
                <a:schemeClr val="tx1"/>
              </a:solidFill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8F986D14-B93E-998B-DD9B-FC929A305EF6}"/>
              </a:ext>
            </a:extLst>
          </p:cNvPr>
          <p:cNvSpPr/>
          <p:nvPr/>
        </p:nvSpPr>
        <p:spPr>
          <a:xfrm>
            <a:off x="539552" y="4869160"/>
            <a:ext cx="7560840" cy="122413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dirty="0"/>
              <a:t>Graph goes here</a:t>
            </a:r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301614A1-BB3D-054B-E815-E9BF1D49A26D}"/>
              </a:ext>
            </a:extLst>
          </p:cNvPr>
          <p:cNvSpPr txBox="1">
            <a:spLocks/>
          </p:cNvSpPr>
          <p:nvPr/>
        </p:nvSpPr>
        <p:spPr bwMode="auto">
          <a:xfrm>
            <a:off x="4482902" y="836712"/>
            <a:ext cx="3943350" cy="316835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228600" indent="-228600" algn="l" rtl="0" eaLnBrk="1" fontAlgn="base" hangingPunct="1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Font typeface="Arial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rtl="0" eaLnBrk="1" fontAlgn="base" hangingPunct="1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1" fontAlgn="base" hangingPunct="1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1" fontAlgn="base" hangingPunct="1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1" fontAlgn="base" hangingPunct="1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 defTabSz="914400">
              <a:buClrTx/>
              <a:buSzTx/>
              <a:buFont typeface="Arial" charset="0"/>
              <a:buNone/>
            </a:pPr>
            <a:r>
              <a:rPr lang="en-AU" b="1" dirty="0"/>
              <a:t>Training</a:t>
            </a:r>
          </a:p>
          <a:p>
            <a:pPr defTabSz="914400">
              <a:buClrTx/>
              <a:buSzTx/>
            </a:pPr>
            <a:r>
              <a:rPr lang="en-AU" sz="1400" dirty="0"/>
              <a:t>Over the first month Service Desk has sent two simulations to employees.</a:t>
            </a:r>
            <a:endParaRPr lang="en-AU" sz="1400">
              <a:ea typeface="Roboto Condensed Light"/>
              <a:cs typeface="Roboto Condensed Light"/>
            </a:endParaRPr>
          </a:p>
          <a:p>
            <a:pPr defTabSz="914400">
              <a:buClrTx/>
              <a:buSzTx/>
            </a:pPr>
            <a:r>
              <a:rPr lang="en-AU" sz="1400" dirty="0" err="1">
                <a:solidFill>
                  <a:srgbClr val="FF0000"/>
                </a:solidFill>
              </a:rPr>
              <a:t>Xxx</a:t>
            </a:r>
            <a:r>
              <a:rPr lang="en-AU" sz="1400" dirty="0">
                <a:solidFill>
                  <a:srgbClr val="FF0000"/>
                </a:solidFill>
              </a:rPr>
              <a:t> </a:t>
            </a:r>
            <a:r>
              <a:rPr lang="en-AU" sz="1400" dirty="0"/>
              <a:t>Employees received these emails.</a:t>
            </a:r>
            <a:endParaRPr lang="en-AU" sz="1400" dirty="0">
              <a:ea typeface="Roboto Condensed Light"/>
              <a:cs typeface="Roboto Condensed Light"/>
            </a:endParaRPr>
          </a:p>
          <a:p>
            <a:pPr defTabSz="914400">
              <a:buClrTx/>
              <a:buSzTx/>
            </a:pPr>
            <a:r>
              <a:rPr lang="en-AU" sz="1400" dirty="0" err="1">
                <a:solidFill>
                  <a:srgbClr val="FF0000"/>
                </a:solidFill>
              </a:rPr>
              <a:t>Xxx</a:t>
            </a:r>
            <a:r>
              <a:rPr lang="en-AU" sz="1400" dirty="0">
                <a:solidFill>
                  <a:srgbClr val="FF0000"/>
                </a:solidFill>
              </a:rPr>
              <a:t> </a:t>
            </a:r>
            <a:r>
              <a:rPr lang="en-AU" sz="1400" dirty="0"/>
              <a:t>Employees received training from these emails.</a:t>
            </a:r>
            <a:endParaRPr lang="en-AU" sz="1400" dirty="0">
              <a:ea typeface="Roboto Condensed Light"/>
              <a:cs typeface="Roboto Condensed Light"/>
            </a:endParaRPr>
          </a:p>
          <a:p>
            <a:pPr defTabSz="914400">
              <a:buClrTx/>
              <a:buSzTx/>
            </a:pPr>
            <a:r>
              <a:rPr lang="en-AU" sz="1400" err="1">
                <a:solidFill>
                  <a:srgbClr val="FF0000"/>
                </a:solidFill>
              </a:rPr>
              <a:t>Xxx</a:t>
            </a:r>
            <a:r>
              <a:rPr lang="en-AU" sz="1400" dirty="0">
                <a:solidFill>
                  <a:srgbClr val="FF0000"/>
                </a:solidFill>
              </a:rPr>
              <a:t> </a:t>
            </a:r>
            <a:r>
              <a:rPr lang="en-AU" sz="1400" dirty="0"/>
              <a:t>Employees reported these emails to the service desk.</a:t>
            </a:r>
            <a:endParaRPr lang="en-AU" sz="1400" dirty="0">
              <a:ea typeface="Roboto Condensed Light"/>
              <a:cs typeface="Roboto Condensed Light"/>
            </a:endParaRPr>
          </a:p>
          <a:p>
            <a:pPr defTabSz="914400">
              <a:buClrTx/>
              <a:buSzTx/>
            </a:pPr>
            <a:r>
              <a:rPr lang="en-AU" sz="1400" err="1">
                <a:solidFill>
                  <a:srgbClr val="FF0000"/>
                </a:solidFill>
              </a:rPr>
              <a:t>Xxx</a:t>
            </a:r>
            <a:r>
              <a:rPr lang="en-AU" sz="1400" dirty="0">
                <a:solidFill>
                  <a:srgbClr val="FF0000"/>
                </a:solidFill>
              </a:rPr>
              <a:t> </a:t>
            </a:r>
            <a:r>
              <a:rPr lang="en-AU" sz="1400" dirty="0"/>
              <a:t>Users who have been caught multiple times.</a:t>
            </a:r>
            <a:endParaRPr lang="en-AU" sz="1400">
              <a:ea typeface="Roboto Condensed Light"/>
              <a:cs typeface="Roboto Condensed Light"/>
            </a:endParaRPr>
          </a:p>
          <a:p>
            <a:pPr defTabSz="914400">
              <a:buClrTx/>
              <a:buSzTx/>
            </a:pPr>
            <a:r>
              <a:rPr lang="en-AU" sz="1400" dirty="0" err="1">
                <a:solidFill>
                  <a:srgbClr val="FF0000"/>
                </a:solidFill>
              </a:rPr>
              <a:t>Xxx</a:t>
            </a:r>
            <a:r>
              <a:rPr lang="en-AU" sz="1400" dirty="0">
                <a:solidFill>
                  <a:srgbClr val="FF0000"/>
                </a:solidFill>
              </a:rPr>
              <a:t> </a:t>
            </a:r>
            <a:r>
              <a:rPr lang="en-AU" sz="1400" dirty="0"/>
              <a:t>Users have outstanding training.</a:t>
            </a:r>
            <a:endParaRPr lang="en-AU" sz="1400" dirty="0">
              <a:ea typeface="Roboto Condensed Light"/>
              <a:cs typeface="Roboto Condensed Light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E5BE342-C189-4593-8E55-E6372535E836}"/>
              </a:ext>
            </a:extLst>
          </p:cNvPr>
          <p:cNvSpPr txBox="1"/>
          <p:nvPr/>
        </p:nvSpPr>
        <p:spPr>
          <a:xfrm>
            <a:off x="2576110" y="6254154"/>
            <a:ext cx="303679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>
                <a:solidFill>
                  <a:schemeClr val="tx1"/>
                </a:solidFill>
              </a:rPr>
              <a:t>* To be included in board pack</a:t>
            </a:r>
          </a:p>
        </p:txBody>
      </p:sp>
    </p:spTree>
    <p:extLst>
      <p:ext uri="{BB962C8B-B14F-4D97-AF65-F5344CB8AC3E}">
        <p14:creationId xmlns:p14="http://schemas.microsoft.com/office/powerpoint/2010/main" val="140912026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10425924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A0F37D-10E4-4F0E-87EA-59863E1512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Further Simulations &amp; exercises being planned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0D04522-E536-43A5-8428-773020DEBE9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27584" y="2708920"/>
            <a:ext cx="7886700" cy="504056"/>
          </a:xfrm>
        </p:spPr>
        <p:txBody>
          <a:bodyPr/>
          <a:lstStyle/>
          <a:p>
            <a:r>
              <a:rPr lang="en-AU" dirty="0"/>
              <a:t>Optional Further reading - follows</a:t>
            </a:r>
          </a:p>
        </p:txBody>
      </p:sp>
    </p:spTree>
    <p:extLst>
      <p:ext uri="{BB962C8B-B14F-4D97-AF65-F5344CB8AC3E}">
        <p14:creationId xmlns:p14="http://schemas.microsoft.com/office/powerpoint/2010/main" val="258145482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AU" dirty="0"/>
              <a:t>Malware / Attachments Simulation</a:t>
            </a:r>
            <a:endParaRPr lang="en-US" dirty="0">
              <a:ea typeface="Roboto Condensed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0918" y="1052611"/>
            <a:ext cx="3951082" cy="2775967"/>
          </a:xfrm>
        </p:spPr>
        <p:txBody>
          <a:bodyPr/>
          <a:lstStyle/>
          <a:p>
            <a:pPr marL="0" indent="0" algn="ctr">
              <a:buNone/>
            </a:pPr>
            <a:r>
              <a:rPr lang="en-AU" b="1" dirty="0"/>
              <a:t>Second Month</a:t>
            </a:r>
          </a:p>
          <a:p>
            <a:pPr marL="0" indent="0">
              <a:buNone/>
            </a:pPr>
            <a:r>
              <a:rPr lang="en-AU" sz="1400" dirty="0">
                <a:ea typeface="Roboto Condensed Light"/>
                <a:cs typeface="Roboto Condensed Light"/>
              </a:rPr>
              <a:t>Second month simulation will cover:</a:t>
            </a:r>
          </a:p>
          <a:p>
            <a:r>
              <a:rPr lang="en-AU" sz="1400" dirty="0"/>
              <a:t>How are email attachments dangerous?  </a:t>
            </a:r>
            <a:endParaRPr lang="en-AU" sz="1800">
              <a:ea typeface="Roboto Condensed Light"/>
              <a:cs typeface="Roboto Condensed Light"/>
            </a:endParaRPr>
          </a:p>
          <a:p>
            <a:r>
              <a:rPr lang="en-AU" sz="1400" dirty="0"/>
              <a:t>How can we scrutinize email sender information?</a:t>
            </a:r>
            <a:endParaRPr lang="en-AU" sz="1400" dirty="0">
              <a:ea typeface="Roboto Condensed Light"/>
              <a:cs typeface="Roboto Condensed Light"/>
            </a:endParaRPr>
          </a:p>
          <a:p>
            <a:r>
              <a:rPr lang="en-AU" sz="1400" dirty="0"/>
              <a:t>How to start to critically analysing emails to verify authenticity. </a:t>
            </a:r>
            <a:endParaRPr lang="en-AU" sz="1400" dirty="0">
              <a:ea typeface="Roboto Condensed Light"/>
              <a:cs typeface="Roboto Condensed Light"/>
            </a:endParaRPr>
          </a:p>
          <a:p>
            <a:endParaRPr lang="en-AU" sz="1600" dirty="0"/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3CF6C2BB-FDBD-A27D-56AD-E764DA55D5CA}"/>
              </a:ext>
            </a:extLst>
          </p:cNvPr>
          <p:cNvSpPr txBox="1">
            <a:spLocks/>
          </p:cNvSpPr>
          <p:nvPr/>
        </p:nvSpPr>
        <p:spPr bwMode="auto">
          <a:xfrm>
            <a:off x="628650" y="3900587"/>
            <a:ext cx="7886700" cy="25922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228600" indent="-228600" algn="l" rtl="0" eaLnBrk="1" fontAlgn="base" hangingPunct="1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Font typeface="Arial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rtl="0" eaLnBrk="1" fontAlgn="base" hangingPunct="1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1" fontAlgn="base" hangingPunct="1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1" fontAlgn="base" hangingPunct="1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1" fontAlgn="base" hangingPunct="1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defTabSz="914400">
              <a:buClrTx/>
              <a:buSzTx/>
              <a:buNone/>
            </a:pPr>
            <a:endParaRPr lang="en-AU" dirty="0"/>
          </a:p>
        </p:txBody>
      </p:sp>
      <p:sp>
        <p:nvSpPr>
          <p:cNvPr id="11" name="Content Placeholder 2">
            <a:extLst>
              <a:ext uri="{FF2B5EF4-FFF2-40B4-BE49-F238E27FC236}">
                <a16:creationId xmlns:a16="http://schemas.microsoft.com/office/drawing/2014/main" id="{25E2A3FC-D1E3-5C5D-0616-A78008665ADA}"/>
              </a:ext>
            </a:extLst>
          </p:cNvPr>
          <p:cNvSpPr txBox="1">
            <a:spLocks/>
          </p:cNvSpPr>
          <p:nvPr/>
        </p:nvSpPr>
        <p:spPr bwMode="auto">
          <a:xfrm>
            <a:off x="4499992" y="980603"/>
            <a:ext cx="4375398" cy="277596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228600" indent="-228600" algn="l" rtl="0" eaLnBrk="1" fontAlgn="base" hangingPunct="1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Font typeface="Arial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rtl="0" eaLnBrk="1" fontAlgn="base" hangingPunct="1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1" fontAlgn="base" hangingPunct="1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1" fontAlgn="base" hangingPunct="1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1" fontAlgn="base" hangingPunct="1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 defTabSz="914400">
              <a:buClrTx/>
              <a:buSzTx/>
              <a:buNone/>
            </a:pPr>
            <a:r>
              <a:rPr lang="en-AU" b="1" dirty="0"/>
              <a:t>Training</a:t>
            </a:r>
            <a:endParaRPr lang="en-AU" sz="1600" b="1" dirty="0">
              <a:ea typeface="Roboto Condensed Light"/>
              <a:cs typeface="Roboto Condensed Light"/>
            </a:endParaRPr>
          </a:p>
          <a:p>
            <a:pPr defTabSz="914400">
              <a:buClrTx/>
              <a:buSzTx/>
            </a:pPr>
            <a:r>
              <a:rPr lang="en-AU" sz="1400" dirty="0"/>
              <a:t>Microsoft provides feedback at the end of the simulation, highlighting the elements of the email that should raise suspicion.</a:t>
            </a:r>
            <a:endParaRPr lang="en-AU" sz="1400" dirty="0">
              <a:ea typeface="Roboto Condensed Light"/>
              <a:cs typeface="Roboto Condensed Light"/>
            </a:endParaRPr>
          </a:p>
          <a:p>
            <a:pPr defTabSz="914400">
              <a:buClrTx/>
              <a:buSzTx/>
            </a:pPr>
            <a:r>
              <a:rPr lang="en-AU" sz="1400" dirty="0"/>
              <a:t>Microsoft then assigns the user training. This is sent as an email to their inbox.</a:t>
            </a:r>
            <a:endParaRPr lang="en-AU" sz="1400" dirty="0">
              <a:ea typeface="Roboto Condensed Light"/>
              <a:cs typeface="Roboto Condensed Light"/>
            </a:endParaRPr>
          </a:p>
          <a:p>
            <a:pPr defTabSz="914400">
              <a:buClrTx/>
              <a:buSzTx/>
            </a:pPr>
            <a:r>
              <a:rPr lang="en-AU" sz="1400" dirty="0"/>
              <a:t>The training provided by Microsoft, is a concise interactive tutorial and is tailored to the simulation that they have undertaken.</a:t>
            </a:r>
            <a:endParaRPr lang="en-AU" sz="1400" dirty="0">
              <a:ea typeface="Roboto Condensed Light"/>
              <a:cs typeface="Roboto Condensed Light"/>
            </a:endParaRPr>
          </a:p>
          <a:p>
            <a:pPr defTabSz="914400">
              <a:buClrTx/>
              <a:buSzTx/>
            </a:pPr>
            <a:endParaRPr lang="en-AU" sz="1600" dirty="0"/>
          </a:p>
        </p:txBody>
      </p:sp>
    </p:spTree>
    <p:extLst>
      <p:ext uri="{BB962C8B-B14F-4D97-AF65-F5344CB8AC3E}">
        <p14:creationId xmlns:p14="http://schemas.microsoft.com/office/powerpoint/2010/main" val="271486262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B75AF1-D05B-4283-A256-C1D4A75B7F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AU" dirty="0"/>
              <a:t>Malware Simulations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412A0F2-9C53-4B4C-9047-008D5D9FFC7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43000" y="943104"/>
            <a:ext cx="3872350" cy="3422000"/>
          </a:xfrm>
        </p:spPr>
        <p:txBody>
          <a:bodyPr/>
          <a:lstStyle/>
          <a:p>
            <a:pPr marL="0" indent="0" algn="ctr">
              <a:buNone/>
            </a:pPr>
            <a:r>
              <a:rPr lang="en-AU" sz="1600" b="1" dirty="0"/>
              <a:t>Planned simulations Facebook and Microsoft:</a:t>
            </a:r>
            <a:endParaRPr lang="en-AU" sz="1600" b="1" dirty="0">
              <a:ea typeface="Roboto Condensed Light"/>
              <a:cs typeface="Roboto Condensed Light"/>
            </a:endParaRPr>
          </a:p>
          <a:p>
            <a:pPr marL="0" indent="0">
              <a:buNone/>
            </a:pPr>
            <a:r>
              <a:rPr lang="en-AU" sz="1600" dirty="0">
                <a:ea typeface="Roboto Condensed Light"/>
                <a:cs typeface="Roboto Condensed Light"/>
              </a:rPr>
              <a:t>What to look out for:</a:t>
            </a:r>
          </a:p>
          <a:p>
            <a:r>
              <a:rPr lang="en-AU" sz="1400" dirty="0"/>
              <a:t>Is the email received warranted or inappropriate/unprofessional?</a:t>
            </a:r>
            <a:endParaRPr lang="en-AU" sz="1400">
              <a:ea typeface="Roboto Condensed Light"/>
              <a:cs typeface="Roboto Condensed Light"/>
            </a:endParaRPr>
          </a:p>
          <a:p>
            <a:r>
              <a:rPr lang="en-AU" sz="1400" dirty="0"/>
              <a:t>Is this form of installation appropriate for the company?</a:t>
            </a:r>
            <a:endParaRPr lang="en-AU" sz="1400" dirty="0">
              <a:ea typeface="Roboto Condensed Light"/>
              <a:cs typeface="Roboto Condensed Light"/>
            </a:endParaRPr>
          </a:p>
          <a:p>
            <a:r>
              <a:rPr lang="en-AU" sz="1400" dirty="0"/>
              <a:t>Are there inconsistencies regarding spelling, logos or URLs and email addresses?</a:t>
            </a:r>
            <a:endParaRPr lang="en-AU" sz="1400" dirty="0">
              <a:ea typeface="Roboto Condensed Light"/>
              <a:cs typeface="Roboto Condensed Light"/>
            </a:endParaRPr>
          </a:p>
          <a:p>
            <a:r>
              <a:rPr lang="en-AU" sz="1400" dirty="0"/>
              <a:t>Does the from address make sense? </a:t>
            </a:r>
            <a:endParaRPr lang="en-AU" sz="1400" dirty="0">
              <a:ea typeface="Roboto Condensed Light"/>
              <a:cs typeface="Roboto Condensed Light"/>
            </a:endParaRPr>
          </a:p>
          <a:p>
            <a:r>
              <a:rPr lang="en-AU" sz="1400" dirty="0"/>
              <a:t>Does the URLs make sense and is that the address it will link to?</a:t>
            </a:r>
            <a:endParaRPr lang="en-AU" sz="1400" dirty="0">
              <a:ea typeface="Roboto Condensed Light"/>
              <a:cs typeface="Roboto Condensed Light"/>
            </a:endParaRPr>
          </a:p>
          <a:p>
            <a:pPr marL="0" indent="0">
              <a:buNone/>
            </a:pPr>
            <a:endParaRPr lang="en-AU" sz="1600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CC057202-05D6-F46A-11DD-08F151CFA7E7}"/>
              </a:ext>
            </a:extLst>
          </p:cNvPr>
          <p:cNvSpPr/>
          <p:nvPr/>
        </p:nvSpPr>
        <p:spPr>
          <a:xfrm>
            <a:off x="188699" y="5035615"/>
            <a:ext cx="1800200" cy="504056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AU" sz="1100" dirty="0">
                <a:solidFill>
                  <a:schemeClr val="tx1"/>
                </a:solidFill>
              </a:rPr>
              <a:t>Provide training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4E65BF4E-1663-830C-270E-3BB1CFB44D40}"/>
              </a:ext>
            </a:extLst>
          </p:cNvPr>
          <p:cNvSpPr/>
          <p:nvPr/>
        </p:nvSpPr>
        <p:spPr>
          <a:xfrm>
            <a:off x="2454677" y="5035690"/>
            <a:ext cx="1800225" cy="503238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AU" sz="1100" dirty="0">
                <a:solidFill>
                  <a:schemeClr val="tx1"/>
                </a:solidFill>
              </a:rPr>
              <a:t>Send first Malware email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E475DD2A-1FF5-5554-7622-F120D8867357}"/>
              </a:ext>
            </a:extLst>
          </p:cNvPr>
          <p:cNvSpPr/>
          <p:nvPr/>
        </p:nvSpPr>
        <p:spPr>
          <a:xfrm>
            <a:off x="4720039" y="5035690"/>
            <a:ext cx="1800225" cy="503238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AU" sz="1100" dirty="0">
                <a:solidFill>
                  <a:schemeClr val="tx1"/>
                </a:solidFill>
              </a:rPr>
              <a:t>Send second Malware email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9836D14A-0693-1D42-611D-592243E5F96F}"/>
              </a:ext>
            </a:extLst>
          </p:cNvPr>
          <p:cNvSpPr/>
          <p:nvPr/>
        </p:nvSpPr>
        <p:spPr>
          <a:xfrm>
            <a:off x="6985402" y="5035690"/>
            <a:ext cx="1800225" cy="503238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AU" sz="1100" dirty="0">
                <a:solidFill>
                  <a:schemeClr val="tx1"/>
                </a:solidFill>
              </a:rPr>
              <a:t>Review results</a:t>
            </a:r>
          </a:p>
        </p:txBody>
      </p:sp>
      <p:sp>
        <p:nvSpPr>
          <p:cNvPr id="21" name="Arrow: Right 20">
            <a:extLst>
              <a:ext uri="{FF2B5EF4-FFF2-40B4-BE49-F238E27FC236}">
                <a16:creationId xmlns:a16="http://schemas.microsoft.com/office/drawing/2014/main" id="{012C356A-333A-3C80-14CB-BA84C537FD8F}"/>
              </a:ext>
            </a:extLst>
          </p:cNvPr>
          <p:cNvSpPr/>
          <p:nvPr/>
        </p:nvSpPr>
        <p:spPr>
          <a:xfrm>
            <a:off x="2069422" y="5219239"/>
            <a:ext cx="322094" cy="138431"/>
          </a:xfrm>
          <a:prstGeom prst="rightArrow">
            <a:avLst/>
          </a:prstGeom>
          <a:solidFill>
            <a:schemeClr val="accent6">
              <a:lumMod val="40000"/>
              <a:lumOff val="60000"/>
            </a:schemeClr>
          </a:solidFill>
          <a:ln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>
              <a:solidFill>
                <a:schemeClr val="tx1"/>
              </a:solidFill>
            </a:endParaRPr>
          </a:p>
        </p:txBody>
      </p:sp>
      <p:sp>
        <p:nvSpPr>
          <p:cNvPr id="23" name="Arrow: Right 22">
            <a:extLst>
              <a:ext uri="{FF2B5EF4-FFF2-40B4-BE49-F238E27FC236}">
                <a16:creationId xmlns:a16="http://schemas.microsoft.com/office/drawing/2014/main" id="{437B9E11-06AA-8182-07AC-E72544C9E773}"/>
              </a:ext>
            </a:extLst>
          </p:cNvPr>
          <p:cNvSpPr/>
          <p:nvPr/>
        </p:nvSpPr>
        <p:spPr>
          <a:xfrm>
            <a:off x="4327643" y="5219240"/>
            <a:ext cx="322094" cy="138431"/>
          </a:xfrm>
          <a:prstGeom prst="rightArrow">
            <a:avLst/>
          </a:prstGeom>
          <a:solidFill>
            <a:schemeClr val="accent6">
              <a:lumMod val="40000"/>
              <a:lumOff val="60000"/>
            </a:schemeClr>
          </a:solidFill>
          <a:ln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>
              <a:solidFill>
                <a:schemeClr val="tx1"/>
              </a:solidFill>
            </a:endParaRPr>
          </a:p>
        </p:txBody>
      </p:sp>
      <p:sp>
        <p:nvSpPr>
          <p:cNvPr id="25" name="Arrow: Right 24">
            <a:extLst>
              <a:ext uri="{FF2B5EF4-FFF2-40B4-BE49-F238E27FC236}">
                <a16:creationId xmlns:a16="http://schemas.microsoft.com/office/drawing/2014/main" id="{8D3D4ECD-1151-E1C5-AD43-D7DFFD32986D}"/>
              </a:ext>
            </a:extLst>
          </p:cNvPr>
          <p:cNvSpPr/>
          <p:nvPr/>
        </p:nvSpPr>
        <p:spPr>
          <a:xfrm>
            <a:off x="6602610" y="5215351"/>
            <a:ext cx="322094" cy="138431"/>
          </a:xfrm>
          <a:prstGeom prst="rightArrow">
            <a:avLst/>
          </a:prstGeom>
          <a:solidFill>
            <a:schemeClr val="accent6">
              <a:lumMod val="40000"/>
              <a:lumOff val="60000"/>
            </a:schemeClr>
          </a:solidFill>
          <a:ln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>
              <a:solidFill>
                <a:schemeClr val="tx1"/>
              </a:solidFill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1C13A2AA-C697-5C0A-CFD7-9E2FA0A1C172}"/>
              </a:ext>
            </a:extLst>
          </p:cNvPr>
          <p:cNvSpPr txBox="1"/>
          <p:nvPr/>
        </p:nvSpPr>
        <p:spPr>
          <a:xfrm>
            <a:off x="636395" y="4731098"/>
            <a:ext cx="901106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dirty="0">
                <a:solidFill>
                  <a:schemeClr val="tx1"/>
                </a:solidFill>
                <a:latin typeface="Calibri"/>
                <a:ea typeface="Microsoft YaHei"/>
                <a:cs typeface="Arial"/>
              </a:rPr>
              <a:t>Week 1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AE9ABB0E-DDE5-D68D-F991-07772455285C}"/>
              </a:ext>
            </a:extLst>
          </p:cNvPr>
          <p:cNvSpPr txBox="1"/>
          <p:nvPr/>
        </p:nvSpPr>
        <p:spPr>
          <a:xfrm>
            <a:off x="2905647" y="4731097"/>
            <a:ext cx="901106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dirty="0">
                <a:solidFill>
                  <a:schemeClr val="tx1"/>
                </a:solidFill>
                <a:latin typeface="Calibri"/>
                <a:ea typeface="Microsoft YaHei"/>
                <a:cs typeface="Arial"/>
              </a:rPr>
              <a:t>Week 2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61FB9DD4-9E26-4D11-7A66-A8984ED00910}"/>
              </a:ext>
            </a:extLst>
          </p:cNvPr>
          <p:cNvSpPr txBox="1"/>
          <p:nvPr/>
        </p:nvSpPr>
        <p:spPr>
          <a:xfrm>
            <a:off x="5166525" y="4731096"/>
            <a:ext cx="901106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dirty="0">
                <a:solidFill>
                  <a:schemeClr val="tx1"/>
                </a:solidFill>
                <a:latin typeface="Calibri"/>
                <a:ea typeface="Microsoft YaHei"/>
                <a:cs typeface="Arial"/>
              </a:rPr>
              <a:t>Week 3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DBCD009C-E307-3DF3-CF60-935138D368C7}"/>
              </a:ext>
            </a:extLst>
          </p:cNvPr>
          <p:cNvSpPr txBox="1"/>
          <p:nvPr/>
        </p:nvSpPr>
        <p:spPr>
          <a:xfrm>
            <a:off x="7435777" y="4731095"/>
            <a:ext cx="901106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dirty="0">
                <a:solidFill>
                  <a:schemeClr val="tx1"/>
                </a:solidFill>
                <a:latin typeface="Calibri"/>
                <a:ea typeface="Microsoft YaHei"/>
                <a:cs typeface="Arial"/>
              </a:rPr>
              <a:t>Week 4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35" name="Content Placeholder 2">
            <a:extLst>
              <a:ext uri="{FF2B5EF4-FFF2-40B4-BE49-F238E27FC236}">
                <a16:creationId xmlns:a16="http://schemas.microsoft.com/office/drawing/2014/main" id="{8C84C605-D816-05F3-3697-7E339B199725}"/>
              </a:ext>
            </a:extLst>
          </p:cNvPr>
          <p:cNvSpPr txBox="1">
            <a:spLocks/>
          </p:cNvSpPr>
          <p:nvPr/>
        </p:nvSpPr>
        <p:spPr bwMode="auto">
          <a:xfrm>
            <a:off x="626219" y="943105"/>
            <a:ext cx="3943802" cy="31668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228600" indent="-228600" algn="l" rtl="0" eaLnBrk="1" fontAlgn="base" hangingPunct="1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Font typeface="Arial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rtl="0" eaLnBrk="1" fontAlgn="base" hangingPunct="1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1" fontAlgn="base" hangingPunct="1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1" fontAlgn="base" hangingPunct="1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1" fontAlgn="base" hangingPunct="1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 defTabSz="914400">
              <a:buClrTx/>
              <a:buSzTx/>
              <a:buFont typeface="Arial" charset="0"/>
              <a:buNone/>
            </a:pPr>
            <a:r>
              <a:rPr lang="en-AU" sz="1600" b="1" dirty="0"/>
              <a:t>Process:</a:t>
            </a:r>
            <a:endParaRPr lang="en-AU" sz="1600" b="1" dirty="0">
              <a:ea typeface="Roboto Condensed Light"/>
              <a:cs typeface="Roboto Condensed Light"/>
            </a:endParaRPr>
          </a:p>
          <a:p>
            <a:pPr marL="342900" indent="-342900" defTabSz="914400">
              <a:buClrTx/>
              <a:buSzTx/>
              <a:buFont typeface="+mj-lt"/>
              <a:buAutoNum type="arabicPeriod"/>
            </a:pPr>
            <a:r>
              <a:rPr lang="en-AU" sz="1200" dirty="0"/>
              <a:t>Training is provided via SharePoint.</a:t>
            </a:r>
            <a:endParaRPr lang="en-AU" sz="1200" dirty="0">
              <a:ea typeface="Roboto Condensed Light"/>
              <a:cs typeface="Roboto Condensed Light"/>
            </a:endParaRPr>
          </a:p>
          <a:p>
            <a:pPr marL="342900" indent="-342900" defTabSz="914400">
              <a:buClrTx/>
              <a:buSzTx/>
              <a:buFont typeface="+mj-lt"/>
              <a:buAutoNum type="arabicPeriod"/>
            </a:pPr>
            <a:r>
              <a:rPr lang="en-AU" sz="1200" dirty="0"/>
              <a:t>Email is sent informing employees of the simulation.</a:t>
            </a:r>
            <a:endParaRPr lang="en-AU" sz="1200" dirty="0">
              <a:ea typeface="Roboto Condensed Light"/>
              <a:cs typeface="Roboto Condensed Light"/>
            </a:endParaRPr>
          </a:p>
          <a:p>
            <a:pPr marL="342900" indent="-342900" defTabSz="914400">
              <a:buClrTx/>
              <a:buSzTx/>
              <a:buFont typeface="+mj-lt"/>
              <a:buAutoNum type="arabicPeriod"/>
            </a:pPr>
            <a:r>
              <a:rPr lang="en-AU" sz="1200" dirty="0"/>
              <a:t>Simulated phishing emails are sent out to employees.</a:t>
            </a:r>
            <a:endParaRPr lang="en-AU" sz="1200" dirty="0">
              <a:ea typeface="Roboto Condensed Light"/>
              <a:cs typeface="Roboto Condensed Light"/>
            </a:endParaRPr>
          </a:p>
          <a:p>
            <a:pPr marL="342900" indent="-342900" defTabSz="914400">
              <a:buClrTx/>
              <a:buSzTx/>
              <a:buFont typeface="+mj-lt"/>
              <a:buAutoNum type="arabicPeriod"/>
            </a:pPr>
            <a:r>
              <a:rPr lang="en-AU" sz="1200" dirty="0"/>
              <a:t>Recipients interacts with the email (or does not).</a:t>
            </a:r>
            <a:endParaRPr lang="en-AU" sz="1200" dirty="0">
              <a:ea typeface="Roboto Condensed Light"/>
              <a:cs typeface="Roboto Condensed Light"/>
            </a:endParaRPr>
          </a:p>
          <a:p>
            <a:pPr marL="342900" indent="-342900" defTabSz="914400">
              <a:buClrTx/>
              <a:buSzTx/>
              <a:buFont typeface="+mj-lt"/>
              <a:buAutoNum type="arabicPeriod"/>
            </a:pPr>
            <a:r>
              <a:rPr lang="en-AU" sz="1200" dirty="0"/>
              <a:t>Users are provided immediate tailored feedback, from the simulation.</a:t>
            </a:r>
            <a:endParaRPr lang="en-AU" sz="1200" dirty="0">
              <a:ea typeface="Roboto Condensed Light"/>
              <a:cs typeface="Roboto Condensed Light"/>
            </a:endParaRPr>
          </a:p>
          <a:p>
            <a:pPr marL="342900" indent="-342900" defTabSz="914400">
              <a:buClrTx/>
              <a:buSzTx/>
              <a:buFont typeface="+mj-lt"/>
              <a:buAutoNum type="arabicPeriod"/>
            </a:pPr>
            <a:r>
              <a:rPr lang="en-AU" sz="1200" dirty="0"/>
              <a:t>Users are assigned training from Microsoft regarding Malware awareness.</a:t>
            </a:r>
            <a:endParaRPr lang="en-AU" sz="1200" dirty="0">
              <a:ea typeface="Roboto Condensed Light"/>
              <a:cs typeface="Roboto Condensed Light"/>
            </a:endParaRPr>
          </a:p>
        </p:txBody>
      </p:sp>
    </p:spTree>
    <p:extLst>
      <p:ext uri="{BB962C8B-B14F-4D97-AF65-F5344CB8AC3E}">
        <p14:creationId xmlns:p14="http://schemas.microsoft.com/office/powerpoint/2010/main" val="99176859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11DB63-4880-45EE-A96E-24E426039F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AU" dirty="0"/>
              <a:t>Key Take Aways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7B837D7-EA76-4DCE-A319-CA73C9382C6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37828" y="980728"/>
            <a:ext cx="7886700" cy="3384376"/>
          </a:xfrm>
        </p:spPr>
        <p:txBody>
          <a:bodyPr/>
          <a:lstStyle/>
          <a:p>
            <a:r>
              <a:rPr lang="en-AU" sz="1600" dirty="0">
                <a:ea typeface="Roboto Condensed Light"/>
                <a:cs typeface="Roboto Condensed Light"/>
              </a:rPr>
              <a:t>Detect and understand attachment extensions. </a:t>
            </a:r>
            <a:endParaRPr lang="en-AU" sz="1600" dirty="0"/>
          </a:p>
          <a:p>
            <a:r>
              <a:rPr lang="en-AU" sz="1600" dirty="0"/>
              <a:t>Do not install or download executables from emails.</a:t>
            </a:r>
            <a:endParaRPr lang="en-US" sz="1600" dirty="0">
              <a:ea typeface="Roboto Condensed Light"/>
              <a:cs typeface="Roboto Condensed Light"/>
            </a:endParaRPr>
          </a:p>
          <a:p>
            <a:r>
              <a:rPr lang="en-AU" sz="1600" dirty="0"/>
              <a:t>Spot inconsistencies in spelling, logos and addresses.</a:t>
            </a:r>
            <a:endParaRPr lang="en-AU" sz="1600" dirty="0">
              <a:ea typeface="Roboto Condensed Light"/>
              <a:cs typeface="Roboto Condensed Light"/>
            </a:endParaRPr>
          </a:p>
          <a:p>
            <a:r>
              <a:rPr lang="en-AU" sz="1600" dirty="0"/>
              <a:t>Critically analyse emails for lapses in professionalism and business practices. </a:t>
            </a:r>
            <a:endParaRPr lang="en-AU" sz="1600" dirty="0">
              <a:ea typeface="Roboto Condensed Light"/>
              <a:cs typeface="Roboto Condensed Light"/>
            </a:endParaRPr>
          </a:p>
          <a:p>
            <a:r>
              <a:rPr lang="en-AU" sz="1600" dirty="0"/>
              <a:t>Inform G.James Service Desk of the email so that they can clean out malware, block any URL and clean up emails sent out to the company.</a:t>
            </a:r>
            <a:endParaRPr lang="en-AU" sz="1600" dirty="0">
              <a:ea typeface="Roboto Condensed Light"/>
              <a:cs typeface="Roboto Condensed Light"/>
            </a:endParaRPr>
          </a:p>
        </p:txBody>
      </p:sp>
      <p:sp>
        <p:nvSpPr>
          <p:cNvPr id="5" name="TextBox 1">
            <a:extLst>
              <a:ext uri="{FF2B5EF4-FFF2-40B4-BE49-F238E27FC236}">
                <a16:creationId xmlns:a16="http://schemas.microsoft.com/office/drawing/2014/main" id="{50F94588-C705-B491-BF78-59809F3C35DA}"/>
              </a:ext>
            </a:extLst>
          </p:cNvPr>
          <p:cNvSpPr txBox="1"/>
          <p:nvPr/>
        </p:nvSpPr>
        <p:spPr>
          <a:xfrm>
            <a:off x="628650" y="4184501"/>
            <a:ext cx="7886700" cy="144655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>
            <a:defPPr>
              <a:defRPr lang="en-GB"/>
            </a:defPPr>
            <a:lvl1pPr algn="l" defTabSz="449263" rtl="0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defRPr kern="1200">
                <a:solidFill>
                  <a:schemeClr val="bg1"/>
                </a:solidFill>
                <a:latin typeface="Calibri" pitchFamily="32" charset="0"/>
                <a:ea typeface="Microsoft YaHei" charset="-122"/>
                <a:cs typeface="Arial" charset="0"/>
              </a:defRPr>
            </a:lvl1pPr>
            <a:lvl2pPr marL="742950" indent="-285750" algn="l" defTabSz="449263" rtl="0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defRPr kern="1200">
                <a:solidFill>
                  <a:schemeClr val="bg1"/>
                </a:solidFill>
                <a:latin typeface="Calibri" pitchFamily="32" charset="0"/>
                <a:ea typeface="Microsoft YaHei" charset="-122"/>
                <a:cs typeface="Arial" charset="0"/>
              </a:defRPr>
            </a:lvl2pPr>
            <a:lvl3pPr marL="1143000" indent="-228600" algn="l" defTabSz="449263" rtl="0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defRPr kern="1200">
                <a:solidFill>
                  <a:schemeClr val="bg1"/>
                </a:solidFill>
                <a:latin typeface="Calibri" pitchFamily="32" charset="0"/>
                <a:ea typeface="Microsoft YaHei" charset="-122"/>
                <a:cs typeface="Arial" charset="0"/>
              </a:defRPr>
            </a:lvl3pPr>
            <a:lvl4pPr marL="1600200" indent="-228600" algn="l" defTabSz="449263" rtl="0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defRPr kern="1200">
                <a:solidFill>
                  <a:schemeClr val="bg1"/>
                </a:solidFill>
                <a:latin typeface="Calibri" pitchFamily="32" charset="0"/>
                <a:ea typeface="Microsoft YaHei" charset="-122"/>
                <a:cs typeface="Arial" charset="0"/>
              </a:defRPr>
            </a:lvl4pPr>
            <a:lvl5pPr marL="2057400" indent="-228600" algn="l" defTabSz="449263" rtl="0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defRPr kern="1200">
                <a:solidFill>
                  <a:schemeClr val="bg1"/>
                </a:solidFill>
                <a:latin typeface="Calibri" pitchFamily="32" charset="0"/>
                <a:ea typeface="Microsoft YaHei" charset="-122"/>
                <a:cs typeface="Arial" charset="0"/>
              </a:defRPr>
            </a:lvl5pPr>
            <a:lvl6pPr marL="2286000" algn="l" defTabSz="914400" rtl="0" eaLnBrk="1" latinLnBrk="0" hangingPunct="1">
              <a:defRPr kern="1200">
                <a:solidFill>
                  <a:schemeClr val="bg1"/>
                </a:solidFill>
                <a:latin typeface="Calibri" pitchFamily="32" charset="0"/>
                <a:ea typeface="Microsoft YaHei" charset="-122"/>
                <a:cs typeface="Arial" charset="0"/>
              </a:defRPr>
            </a:lvl6pPr>
            <a:lvl7pPr marL="2743200" algn="l" defTabSz="914400" rtl="0" eaLnBrk="1" latinLnBrk="0" hangingPunct="1">
              <a:defRPr kern="1200">
                <a:solidFill>
                  <a:schemeClr val="bg1"/>
                </a:solidFill>
                <a:latin typeface="Calibri" pitchFamily="32" charset="0"/>
                <a:ea typeface="Microsoft YaHei" charset="-122"/>
                <a:cs typeface="Arial" charset="0"/>
              </a:defRPr>
            </a:lvl7pPr>
            <a:lvl8pPr marL="3200400" algn="l" defTabSz="914400" rtl="0" eaLnBrk="1" latinLnBrk="0" hangingPunct="1">
              <a:defRPr kern="1200">
                <a:solidFill>
                  <a:schemeClr val="bg1"/>
                </a:solidFill>
                <a:latin typeface="Calibri" pitchFamily="32" charset="0"/>
                <a:ea typeface="Microsoft YaHei" charset="-122"/>
                <a:cs typeface="Arial" charset="0"/>
              </a:defRPr>
            </a:lvl8pPr>
            <a:lvl9pPr marL="3657600" algn="l" defTabSz="914400" rtl="0" eaLnBrk="1" latinLnBrk="0" hangingPunct="1">
              <a:defRPr kern="1200">
                <a:solidFill>
                  <a:schemeClr val="bg1"/>
                </a:solidFill>
                <a:latin typeface="Calibri" pitchFamily="32" charset="0"/>
                <a:ea typeface="Microsoft YaHei" charset="-122"/>
                <a:cs typeface="Arial" charset="0"/>
              </a:defRPr>
            </a:lvl9pPr>
          </a:lstStyle>
          <a:p>
            <a:pPr algn="ctr"/>
            <a:r>
              <a:rPr lang="en-AU" sz="2400" b="1" dirty="0">
                <a:solidFill>
                  <a:schemeClr val="tx1"/>
                </a:solidFill>
                <a:latin typeface="Roboto Condensed"/>
                <a:ea typeface="+mj-ea"/>
                <a:cs typeface="Arial"/>
              </a:rPr>
              <a:t>Second Month Lessons</a:t>
            </a:r>
            <a:r>
              <a:rPr kumimoji="0" lang="en-AU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Roboto Condensed"/>
                <a:ea typeface="+mj-ea"/>
                <a:cs typeface="Arial"/>
              </a:rPr>
              <a:t> learnt</a:t>
            </a:r>
            <a:endParaRPr lang="en-AU" sz="24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Roboto Condensed"/>
              <a:ea typeface="Roboto Condensed"/>
              <a:cs typeface="Arial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AU" sz="1600" dirty="0">
                <a:solidFill>
                  <a:schemeClr val="tx1"/>
                </a:solidFill>
                <a:latin typeface="Roboto Condensed Light"/>
                <a:ea typeface="+mn-ea"/>
                <a:cs typeface="+mn-cs"/>
              </a:rPr>
              <a:t>Creating and running simulations.</a:t>
            </a:r>
            <a:endParaRPr lang="en-AU" sz="1600">
              <a:solidFill>
                <a:schemeClr val="tx1"/>
              </a:solidFill>
              <a:latin typeface="Roboto Condensed Light"/>
              <a:ea typeface="Roboto Condensed Light"/>
              <a:cs typeface="Roboto Condensed Light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kumimoji="0" lang="en-AU" sz="16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Roboto Condensed Light"/>
                <a:ea typeface="+mn-ea"/>
                <a:cs typeface="+mn-cs"/>
              </a:rPr>
              <a:t>Collecting analytics from simulations.</a:t>
            </a:r>
            <a:endParaRPr lang="en-AU" sz="16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Roboto Condensed Light"/>
              <a:ea typeface="Roboto Condensed Light"/>
              <a:cs typeface="Roboto Condensed Light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kumimoji="0" lang="en-AU" sz="16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Roboto Condensed Light"/>
                <a:ea typeface="+mn-ea"/>
                <a:cs typeface="+mn-cs"/>
              </a:rPr>
              <a:t>Recipients’ reaction to simulations was ??</a:t>
            </a:r>
            <a:endParaRPr lang="en-AU" sz="16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Roboto Condensed Light"/>
              <a:ea typeface="Roboto Condensed Light"/>
              <a:cs typeface="Roboto Condensed Light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AU" sz="1600" dirty="0">
                <a:solidFill>
                  <a:schemeClr val="tx1"/>
                </a:solidFill>
                <a:latin typeface="Roboto Condensed Light"/>
                <a:ea typeface="+mn-ea"/>
                <a:cs typeface="+mn-cs"/>
              </a:rPr>
              <a:t>Variations we could deploy in future simulations. </a:t>
            </a:r>
            <a:endParaRPr lang="en-AU" sz="1600">
              <a:solidFill>
                <a:schemeClr val="tx1"/>
              </a:solidFill>
              <a:latin typeface="Roboto Condensed Light"/>
              <a:ea typeface="Roboto Condensed Light"/>
              <a:cs typeface="Roboto Condensed Light"/>
            </a:endParaRPr>
          </a:p>
        </p:txBody>
      </p:sp>
    </p:spTree>
    <p:extLst>
      <p:ext uri="{BB962C8B-B14F-4D97-AF65-F5344CB8AC3E}">
        <p14:creationId xmlns:p14="http://schemas.microsoft.com/office/powerpoint/2010/main" val="3152809585"/>
      </p:ext>
    </p:extLst>
  </p:cSld>
  <p:clrMapOvr>
    <a:masterClrMapping/>
  </p:clrMapOvr>
  <p:extLst>
    <p:ext uri="{6950BFC3-D8DA-4A85-94F7-54DA5524770B}">
      <p188:commentRel xmlns:p188="http://schemas.microsoft.com/office/powerpoint/2018/8/main" r:id="rId2"/>
    </p:ext>
  </p:extLs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AU" dirty="0">
                <a:latin typeface="+mj-lt"/>
              </a:rPr>
              <a:t>Overview of </a:t>
            </a:r>
            <a:r>
              <a:rPr lang="en-AU" dirty="0"/>
              <a:t>Second Month</a:t>
            </a:r>
            <a:endParaRPr lang="en-AU" dirty="0">
              <a:latin typeface="+mj-lt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31662" y="986715"/>
            <a:ext cx="3943350" cy="2952327"/>
          </a:xfrm>
        </p:spPr>
        <p:txBody>
          <a:bodyPr/>
          <a:lstStyle/>
          <a:p>
            <a:pPr marL="0" indent="0" algn="ctr">
              <a:buNone/>
            </a:pPr>
            <a:r>
              <a:rPr lang="en-AU" b="1" dirty="0"/>
              <a:t>Incidents</a:t>
            </a:r>
          </a:p>
          <a:p>
            <a:r>
              <a:rPr lang="en-AU" sz="1400" dirty="0"/>
              <a:t>Over the first month Microsoft Defender detected </a:t>
            </a:r>
            <a:r>
              <a:rPr lang="en-AU" sz="1400" dirty="0">
                <a:solidFill>
                  <a:srgbClr val="FF0000"/>
                </a:solidFill>
              </a:rPr>
              <a:t>XXX</a:t>
            </a:r>
            <a:r>
              <a:rPr lang="en-AU" sz="1400" dirty="0"/>
              <a:t> email threats against G.James employees.</a:t>
            </a:r>
            <a:endParaRPr lang="en-AU" sz="1400" dirty="0">
              <a:ea typeface="Roboto Condensed Light"/>
              <a:cs typeface="Roboto Condensed Light"/>
            </a:endParaRPr>
          </a:p>
          <a:p>
            <a:r>
              <a:rPr lang="en-AU" sz="1400" dirty="0"/>
              <a:t>Service Desk received </a:t>
            </a:r>
            <a:r>
              <a:rPr lang="en-AU" sz="1400" dirty="0">
                <a:solidFill>
                  <a:srgbClr val="FF0000"/>
                </a:solidFill>
              </a:rPr>
              <a:t>xxx</a:t>
            </a:r>
            <a:r>
              <a:rPr lang="en-AU" sz="1400" dirty="0"/>
              <a:t> calls regarding these emails.</a:t>
            </a:r>
            <a:endParaRPr lang="en-AU" sz="1400">
              <a:ea typeface="Roboto Condensed Light"/>
              <a:cs typeface="Roboto Condensed Light"/>
            </a:endParaRPr>
          </a:p>
          <a:p>
            <a:r>
              <a:rPr lang="en-AU" sz="1400" dirty="0"/>
              <a:t>Service Desk dealt with </a:t>
            </a:r>
            <a:r>
              <a:rPr lang="en-AU" sz="1400" dirty="0">
                <a:solidFill>
                  <a:srgbClr val="FF0000"/>
                </a:solidFill>
              </a:rPr>
              <a:t>XXX</a:t>
            </a:r>
            <a:r>
              <a:rPr lang="en-AU" sz="1400" dirty="0"/>
              <a:t> malicious emails.</a:t>
            </a:r>
            <a:endParaRPr lang="en-AU" sz="1400" dirty="0">
              <a:solidFill>
                <a:srgbClr val="FF0000"/>
              </a:solidFill>
            </a:endParaRPr>
          </a:p>
          <a:p>
            <a:endParaRPr lang="en-AU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533686E-DED5-79ED-3198-13065191F8E6}"/>
              </a:ext>
            </a:extLst>
          </p:cNvPr>
          <p:cNvSpPr txBox="1"/>
          <p:nvPr/>
        </p:nvSpPr>
        <p:spPr>
          <a:xfrm>
            <a:off x="412626" y="4005064"/>
            <a:ext cx="7759774" cy="1754326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AU" dirty="0">
                <a:solidFill>
                  <a:schemeClr val="tx1"/>
                </a:solidFill>
                <a:latin typeface="Calibri"/>
                <a:ea typeface="Microsoft YaHei"/>
                <a:cs typeface="Arial"/>
              </a:rPr>
              <a:t>The following graph depicts Email threats detected by Microsoft for the second month.</a:t>
            </a:r>
          </a:p>
          <a:p>
            <a:endParaRPr lang="en-AU" dirty="0">
              <a:solidFill>
                <a:schemeClr val="tx1"/>
              </a:solidFill>
            </a:endParaRPr>
          </a:p>
          <a:p>
            <a:endParaRPr lang="en-AU" dirty="0">
              <a:solidFill>
                <a:schemeClr val="tx1"/>
              </a:solidFill>
            </a:endParaRPr>
          </a:p>
          <a:p>
            <a:endParaRPr lang="en-AU" dirty="0">
              <a:solidFill>
                <a:schemeClr val="tx1"/>
              </a:solidFill>
            </a:endParaRPr>
          </a:p>
          <a:p>
            <a:endParaRPr lang="en-AU" dirty="0">
              <a:solidFill>
                <a:schemeClr val="tx1"/>
              </a:solidFill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8F986D14-B93E-998B-DD9B-FC929A305EF6}"/>
              </a:ext>
            </a:extLst>
          </p:cNvPr>
          <p:cNvSpPr/>
          <p:nvPr/>
        </p:nvSpPr>
        <p:spPr>
          <a:xfrm>
            <a:off x="539552" y="4869160"/>
            <a:ext cx="7560840" cy="122413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dirty="0"/>
              <a:t>Graph goes here</a:t>
            </a:r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301614A1-BB3D-054B-E815-E9BF1D49A26D}"/>
              </a:ext>
            </a:extLst>
          </p:cNvPr>
          <p:cNvSpPr txBox="1">
            <a:spLocks/>
          </p:cNvSpPr>
          <p:nvPr/>
        </p:nvSpPr>
        <p:spPr bwMode="auto">
          <a:xfrm>
            <a:off x="4482902" y="836712"/>
            <a:ext cx="3943350" cy="2950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228600" indent="-228600" algn="l" rtl="0" eaLnBrk="1" fontAlgn="base" hangingPunct="1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Font typeface="Arial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rtl="0" eaLnBrk="1" fontAlgn="base" hangingPunct="1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1" fontAlgn="base" hangingPunct="1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1" fontAlgn="base" hangingPunct="1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1" fontAlgn="base" hangingPunct="1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 defTabSz="914400">
              <a:buClrTx/>
              <a:buSzTx/>
              <a:buFont typeface="Arial" charset="0"/>
              <a:buNone/>
            </a:pPr>
            <a:r>
              <a:rPr lang="en-AU" b="1" dirty="0"/>
              <a:t>Training</a:t>
            </a:r>
          </a:p>
          <a:p>
            <a:pPr defTabSz="914400">
              <a:buClrTx/>
              <a:buSzTx/>
            </a:pPr>
            <a:r>
              <a:rPr lang="en-AU" sz="1400" dirty="0"/>
              <a:t>Over the second month Service Desk has sent two simulations to employees.</a:t>
            </a:r>
            <a:endParaRPr lang="en-AU" sz="1400">
              <a:ea typeface="Roboto Condensed Light"/>
              <a:cs typeface="Roboto Condensed Light"/>
            </a:endParaRPr>
          </a:p>
          <a:p>
            <a:pPr defTabSz="914400">
              <a:buClrTx/>
              <a:buSzTx/>
            </a:pPr>
            <a:r>
              <a:rPr lang="en-AU" sz="1400" dirty="0" err="1">
                <a:solidFill>
                  <a:srgbClr val="FF0000"/>
                </a:solidFill>
              </a:rPr>
              <a:t>Xxx</a:t>
            </a:r>
            <a:r>
              <a:rPr lang="en-AU" sz="1400" dirty="0">
                <a:solidFill>
                  <a:srgbClr val="FF0000"/>
                </a:solidFill>
              </a:rPr>
              <a:t> </a:t>
            </a:r>
            <a:r>
              <a:rPr lang="en-AU" sz="1400" dirty="0"/>
              <a:t>Employees received these emails.</a:t>
            </a:r>
            <a:endParaRPr lang="en-AU" sz="1400" dirty="0">
              <a:ea typeface="Roboto Condensed Light"/>
              <a:cs typeface="Roboto Condensed Light"/>
            </a:endParaRPr>
          </a:p>
          <a:p>
            <a:pPr defTabSz="914400">
              <a:buClrTx/>
              <a:buSzTx/>
            </a:pPr>
            <a:r>
              <a:rPr lang="en-AU" sz="1400" dirty="0" err="1">
                <a:solidFill>
                  <a:srgbClr val="FF0000"/>
                </a:solidFill>
              </a:rPr>
              <a:t>Xxx</a:t>
            </a:r>
            <a:r>
              <a:rPr lang="en-AU" sz="1400" dirty="0">
                <a:solidFill>
                  <a:srgbClr val="FF0000"/>
                </a:solidFill>
              </a:rPr>
              <a:t> </a:t>
            </a:r>
            <a:r>
              <a:rPr lang="en-AU" sz="1400" dirty="0"/>
              <a:t>Employees received training from these emails.</a:t>
            </a:r>
            <a:endParaRPr lang="en-AU" sz="1400" dirty="0">
              <a:ea typeface="Roboto Condensed Light"/>
              <a:cs typeface="Roboto Condensed Light"/>
            </a:endParaRPr>
          </a:p>
          <a:p>
            <a:pPr defTabSz="914400">
              <a:buClrTx/>
              <a:buSzTx/>
            </a:pPr>
            <a:r>
              <a:rPr lang="en-AU" sz="1400" err="1">
                <a:solidFill>
                  <a:srgbClr val="FF0000"/>
                </a:solidFill>
              </a:rPr>
              <a:t>Xxx</a:t>
            </a:r>
            <a:r>
              <a:rPr lang="en-AU" sz="1400" dirty="0">
                <a:solidFill>
                  <a:srgbClr val="FF0000"/>
                </a:solidFill>
              </a:rPr>
              <a:t> </a:t>
            </a:r>
            <a:r>
              <a:rPr lang="en-AU" sz="1400" dirty="0"/>
              <a:t>Employees reported these emails to the service desk.</a:t>
            </a:r>
            <a:endParaRPr lang="en-AU" sz="1400" dirty="0">
              <a:ea typeface="Roboto Condensed Light"/>
              <a:cs typeface="Roboto Condensed Light"/>
            </a:endParaRPr>
          </a:p>
          <a:p>
            <a:pPr defTabSz="914400">
              <a:buClrTx/>
              <a:buSzTx/>
            </a:pPr>
            <a:r>
              <a:rPr lang="en-AU" sz="1400" err="1">
                <a:solidFill>
                  <a:srgbClr val="FF0000"/>
                </a:solidFill>
              </a:rPr>
              <a:t>Xxx</a:t>
            </a:r>
            <a:r>
              <a:rPr lang="en-AU" sz="1400" dirty="0">
                <a:solidFill>
                  <a:srgbClr val="FF0000"/>
                </a:solidFill>
              </a:rPr>
              <a:t> </a:t>
            </a:r>
            <a:r>
              <a:rPr lang="en-AU" sz="1400" dirty="0"/>
              <a:t>Users who have been caught multiple times.</a:t>
            </a:r>
            <a:endParaRPr lang="en-AU" sz="1400">
              <a:ea typeface="Roboto Condensed Light"/>
              <a:cs typeface="Roboto Condensed Light"/>
            </a:endParaRPr>
          </a:p>
          <a:p>
            <a:pPr defTabSz="914400">
              <a:buClrTx/>
              <a:buSzTx/>
            </a:pPr>
            <a:r>
              <a:rPr lang="en-AU" sz="1400" dirty="0" err="1">
                <a:solidFill>
                  <a:srgbClr val="FF0000"/>
                </a:solidFill>
              </a:rPr>
              <a:t>Xxx</a:t>
            </a:r>
            <a:r>
              <a:rPr lang="en-AU" sz="1400" dirty="0">
                <a:solidFill>
                  <a:srgbClr val="FF0000"/>
                </a:solidFill>
              </a:rPr>
              <a:t> </a:t>
            </a:r>
            <a:r>
              <a:rPr lang="en-AU" sz="1400" dirty="0"/>
              <a:t>Users have outstanding training.</a:t>
            </a:r>
            <a:endParaRPr lang="en-AU" sz="1400" dirty="0">
              <a:ea typeface="Roboto Condensed Light"/>
              <a:cs typeface="Roboto Condensed Light"/>
            </a:endParaRPr>
          </a:p>
          <a:p>
            <a:pPr defTabSz="914400">
              <a:buClrTx/>
              <a:buSzTx/>
            </a:pPr>
            <a:endParaRPr lang="en-AU" sz="1400" dirty="0"/>
          </a:p>
          <a:p>
            <a:pPr defTabSz="914400">
              <a:buClrTx/>
              <a:buSzTx/>
            </a:pPr>
            <a:endParaRPr lang="en-AU" sz="1400" dirty="0"/>
          </a:p>
          <a:p>
            <a:pPr defTabSz="914400">
              <a:buClrTx/>
              <a:buSzTx/>
            </a:pPr>
            <a:endParaRPr lang="en-AU" dirty="0"/>
          </a:p>
          <a:p>
            <a:pPr defTabSz="914400">
              <a:buClrTx/>
              <a:buSzTx/>
            </a:pP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17678120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AU" dirty="0"/>
              <a:t>Ransomware Simulation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0918" y="1052611"/>
            <a:ext cx="3951082" cy="2775967"/>
          </a:xfrm>
        </p:spPr>
        <p:txBody>
          <a:bodyPr/>
          <a:lstStyle/>
          <a:p>
            <a:pPr marL="0" indent="0" algn="ctr">
              <a:buNone/>
            </a:pPr>
            <a:r>
              <a:rPr lang="en-AU" b="1" dirty="0"/>
              <a:t>Third Month</a:t>
            </a:r>
          </a:p>
          <a:p>
            <a:pPr marL="0" indent="0">
              <a:buNone/>
            </a:pPr>
            <a:r>
              <a:rPr lang="en-AU" sz="1600" dirty="0">
                <a:ea typeface="Roboto Condensed Light"/>
                <a:cs typeface="Roboto Condensed Light"/>
              </a:rPr>
              <a:t>Third month simulation will cover:</a:t>
            </a:r>
          </a:p>
          <a:p>
            <a:r>
              <a:rPr lang="en-AU" sz="1600" dirty="0"/>
              <a:t>What is Ransomware and why is it a concern? </a:t>
            </a:r>
            <a:endParaRPr lang="en-AU"/>
          </a:p>
          <a:p>
            <a:r>
              <a:rPr lang="en-AU" sz="1600" dirty="0"/>
              <a:t>How does Ransomware appear on our systems?</a:t>
            </a:r>
          </a:p>
          <a:p>
            <a:r>
              <a:rPr lang="en-AU" sz="1600" dirty="0"/>
              <a:t>What to do if Ransomware is found?</a:t>
            </a:r>
            <a:endParaRPr lang="en-AU" sz="1600" dirty="0">
              <a:ea typeface="Roboto Condensed Light"/>
              <a:cs typeface="Roboto Condensed Light"/>
            </a:endParaRPr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4A3B9C3E-FF40-F074-399E-809A1495C177}"/>
              </a:ext>
            </a:extLst>
          </p:cNvPr>
          <p:cNvSpPr txBox="1">
            <a:spLocks/>
          </p:cNvSpPr>
          <p:nvPr/>
        </p:nvSpPr>
        <p:spPr bwMode="auto">
          <a:xfrm>
            <a:off x="4499992" y="980603"/>
            <a:ext cx="4375398" cy="277596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228600" indent="-228600" algn="l" rtl="0" eaLnBrk="1" fontAlgn="base" hangingPunct="1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Font typeface="Arial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rtl="0" eaLnBrk="1" fontAlgn="base" hangingPunct="1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1" fontAlgn="base" hangingPunct="1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1" fontAlgn="base" hangingPunct="1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1" fontAlgn="base" hangingPunct="1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 defTabSz="914400">
              <a:buClrTx/>
              <a:buSzTx/>
              <a:buNone/>
            </a:pPr>
            <a:r>
              <a:rPr lang="en-AU" b="1" dirty="0"/>
              <a:t>Training</a:t>
            </a:r>
            <a:endParaRPr lang="en-AU" sz="1600" b="1" dirty="0">
              <a:ea typeface="Roboto Condensed Light"/>
              <a:cs typeface="Roboto Condensed Light"/>
            </a:endParaRPr>
          </a:p>
          <a:p>
            <a:pPr defTabSz="914400">
              <a:buClrTx/>
              <a:buSzTx/>
            </a:pPr>
            <a:r>
              <a:rPr lang="en-AU" sz="1600" dirty="0"/>
              <a:t>Microsoft provides feedback at the end of the simulation, highlighting the elements of the email that should raise suspicion.</a:t>
            </a:r>
          </a:p>
          <a:p>
            <a:pPr defTabSz="914400">
              <a:buClrTx/>
              <a:buSzTx/>
            </a:pPr>
            <a:r>
              <a:rPr lang="en-AU" sz="1600" dirty="0"/>
              <a:t>Microsoft then assigns the user training, this is sent as an email to their inbox.</a:t>
            </a:r>
          </a:p>
          <a:p>
            <a:pPr defTabSz="914400">
              <a:buClrTx/>
              <a:buSzTx/>
            </a:pPr>
            <a:r>
              <a:rPr lang="en-AU" sz="1600" dirty="0"/>
              <a:t>The training provided is a concise interactive tutorial and is tailored to the simulation that they have undertaken.</a:t>
            </a:r>
          </a:p>
          <a:p>
            <a:pPr defTabSz="914400">
              <a:buClrTx/>
              <a:buSzTx/>
            </a:pPr>
            <a:endParaRPr lang="en-AU" sz="1600" dirty="0"/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2FC868CC-D014-C8D5-0AFF-143EFAB8F5F3}"/>
              </a:ext>
            </a:extLst>
          </p:cNvPr>
          <p:cNvSpPr txBox="1">
            <a:spLocks/>
          </p:cNvSpPr>
          <p:nvPr/>
        </p:nvSpPr>
        <p:spPr bwMode="auto">
          <a:xfrm>
            <a:off x="628650" y="3900587"/>
            <a:ext cx="7886700" cy="25922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228600" indent="-228600" algn="l" rtl="0" eaLnBrk="1" fontAlgn="base" hangingPunct="1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Font typeface="Arial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rtl="0" eaLnBrk="1" fontAlgn="base" hangingPunct="1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1" fontAlgn="base" hangingPunct="1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1" fontAlgn="base" hangingPunct="1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1" fontAlgn="base" hangingPunct="1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 defTabSz="914400">
              <a:buClrTx/>
              <a:buSzTx/>
              <a:buNone/>
            </a:pPr>
            <a:r>
              <a:rPr lang="en-AU" b="1" dirty="0"/>
              <a:t>Note:</a:t>
            </a:r>
            <a:endParaRPr lang="en-AU" b="1" dirty="0">
              <a:ea typeface="Roboto Condensed Light"/>
              <a:cs typeface="Roboto Condensed Light"/>
            </a:endParaRPr>
          </a:p>
          <a:p>
            <a:pPr marL="0" indent="0" defTabSz="914400">
              <a:buClrTx/>
              <a:buSzTx/>
              <a:buNone/>
            </a:pPr>
            <a:r>
              <a:rPr lang="en-AU" dirty="0"/>
              <a:t>G.James must maintain the trust of the employees.</a:t>
            </a:r>
            <a:br>
              <a:rPr lang="en-AU" dirty="0"/>
            </a:br>
            <a:r>
              <a:rPr lang="en-AU" dirty="0"/>
              <a:t>To achieve this the training pack will reinforce that:</a:t>
            </a:r>
            <a:endParaRPr lang="en-AU" dirty="0">
              <a:ea typeface="Roboto Condensed Light"/>
              <a:cs typeface="Roboto Condensed Light"/>
            </a:endParaRPr>
          </a:p>
          <a:p>
            <a:pPr lvl="1" defTabSz="914400"/>
            <a:r>
              <a:rPr lang="en-AU" dirty="0">
                <a:ea typeface="+mn-lt"/>
                <a:cs typeface="+mn-lt"/>
              </a:rPr>
              <a:t>Training will be provided to the employees before the simulation.</a:t>
            </a:r>
            <a:endParaRPr lang="en-US" dirty="0">
              <a:ea typeface="+mn-lt"/>
              <a:cs typeface="+mn-lt"/>
            </a:endParaRPr>
          </a:p>
          <a:p>
            <a:pPr lvl="1" defTabSz="914400">
              <a:buClrTx/>
              <a:buSzTx/>
            </a:pPr>
            <a:r>
              <a:rPr lang="en-AU" dirty="0">
                <a:ea typeface="+mn-lt"/>
                <a:cs typeface="+mn-lt"/>
              </a:rPr>
              <a:t>Simulations will be sent to all computer employees.</a:t>
            </a:r>
            <a:endParaRPr lang="en-AU" dirty="0"/>
          </a:p>
          <a:p>
            <a:pPr lvl="1" defTabSz="914400">
              <a:buClrTx/>
              <a:buSzTx/>
            </a:pPr>
            <a:r>
              <a:rPr lang="en-AU" dirty="0"/>
              <a:t>No credentials gathered by the simulations are kept.</a:t>
            </a:r>
            <a:endParaRPr lang="en-AU" dirty="0">
              <a:ea typeface="Roboto Condensed Light"/>
              <a:cs typeface="Roboto Condensed Light"/>
            </a:endParaRPr>
          </a:p>
          <a:p>
            <a:pPr lvl="1" defTabSz="914400">
              <a:buClrTx/>
              <a:buSzTx/>
            </a:pPr>
            <a:endParaRPr lang="en-AU" dirty="0"/>
          </a:p>
          <a:p>
            <a:pPr marL="0" indent="0" defTabSz="914400">
              <a:buClrTx/>
              <a:buSzTx/>
              <a:buNone/>
            </a:pP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86488940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B75AF1-D05B-4283-A256-C1D4A75B7F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AU" dirty="0"/>
              <a:t>Simulations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412A0F2-9C53-4B4C-9047-008D5D9FFC7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43000" y="943104"/>
            <a:ext cx="3872350" cy="3061959"/>
          </a:xfrm>
        </p:spPr>
        <p:txBody>
          <a:bodyPr/>
          <a:lstStyle/>
          <a:p>
            <a:pPr marL="0" indent="0" algn="ctr">
              <a:buNone/>
            </a:pPr>
            <a:r>
              <a:rPr lang="en-AU" sz="1600" b="1" dirty="0"/>
              <a:t>Planned simulations Fake client and Fake bank:</a:t>
            </a:r>
            <a:endParaRPr lang="en-AU" sz="1600" b="1" dirty="0">
              <a:ea typeface="Roboto Condensed Light"/>
              <a:cs typeface="Roboto Condensed Light"/>
            </a:endParaRPr>
          </a:p>
          <a:p>
            <a:r>
              <a:rPr lang="en-AU" sz="1400" dirty="0"/>
              <a:t>Is the email received warranted or inappropriate/unprofessional?</a:t>
            </a:r>
            <a:endParaRPr lang="en-AU" sz="1400" dirty="0">
              <a:ea typeface="Roboto Condensed Light"/>
              <a:cs typeface="Roboto Condensed Light"/>
            </a:endParaRPr>
          </a:p>
          <a:p>
            <a:r>
              <a:rPr lang="en-AU" sz="1400" dirty="0"/>
              <a:t>Does the file or attachment seem suspicious?</a:t>
            </a:r>
            <a:endParaRPr lang="en-AU" sz="1400" dirty="0">
              <a:ea typeface="Roboto Condensed Light"/>
              <a:cs typeface="Roboto Condensed Light"/>
            </a:endParaRPr>
          </a:p>
          <a:p>
            <a:r>
              <a:rPr lang="en-AU" sz="1400" dirty="0"/>
              <a:t>Is this form of installation appropriate for the company?</a:t>
            </a:r>
            <a:endParaRPr lang="en-AU" sz="1400" dirty="0">
              <a:ea typeface="Roboto Condensed Light"/>
              <a:cs typeface="Roboto Condensed Light"/>
            </a:endParaRPr>
          </a:p>
          <a:p>
            <a:r>
              <a:rPr lang="en-AU" sz="1400" dirty="0"/>
              <a:t>Is the computer behaving strangely?</a:t>
            </a:r>
            <a:endParaRPr lang="en-AU" sz="1400" dirty="0">
              <a:ea typeface="Roboto Condensed Light"/>
              <a:cs typeface="Roboto Condensed Light"/>
            </a:endParaRPr>
          </a:p>
          <a:p>
            <a:r>
              <a:rPr lang="en-AU" sz="1400" dirty="0"/>
              <a:t>Random text file has appeared. What to do?</a:t>
            </a:r>
            <a:endParaRPr lang="en-AU" sz="1400" dirty="0">
              <a:ea typeface="Roboto Condensed Light"/>
              <a:cs typeface="Roboto Condensed Light"/>
            </a:endParaRPr>
          </a:p>
          <a:p>
            <a:endParaRPr lang="en-AU" sz="1600" dirty="0"/>
          </a:p>
          <a:p>
            <a:endParaRPr lang="en-AU" sz="1600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DF8753BE-BE91-C8E2-BB44-B0CA5605D846}"/>
              </a:ext>
            </a:extLst>
          </p:cNvPr>
          <p:cNvSpPr/>
          <p:nvPr/>
        </p:nvSpPr>
        <p:spPr>
          <a:xfrm>
            <a:off x="188699" y="5035615"/>
            <a:ext cx="1800200" cy="504056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AU" sz="1100" dirty="0">
                <a:solidFill>
                  <a:schemeClr val="tx1"/>
                </a:solidFill>
              </a:rPr>
              <a:t>Provide training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5D48C80A-8A9C-FC11-9389-82387CC45D82}"/>
              </a:ext>
            </a:extLst>
          </p:cNvPr>
          <p:cNvSpPr/>
          <p:nvPr/>
        </p:nvSpPr>
        <p:spPr>
          <a:xfrm>
            <a:off x="2454677" y="5035690"/>
            <a:ext cx="1800225" cy="503238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AU" sz="1100" dirty="0">
                <a:solidFill>
                  <a:schemeClr val="tx1"/>
                </a:solidFill>
              </a:rPr>
              <a:t>Send first Ransomware email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6218940B-3970-67A2-090E-55A2E59FF016}"/>
              </a:ext>
            </a:extLst>
          </p:cNvPr>
          <p:cNvSpPr/>
          <p:nvPr/>
        </p:nvSpPr>
        <p:spPr>
          <a:xfrm>
            <a:off x="4720039" y="5035690"/>
            <a:ext cx="1800225" cy="503238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AU" sz="1100" dirty="0">
                <a:solidFill>
                  <a:schemeClr val="tx1"/>
                </a:solidFill>
              </a:rPr>
              <a:t>Send second </a:t>
            </a:r>
            <a:r>
              <a:rPr lang="en-AU" sz="1100" dirty="0">
                <a:solidFill>
                  <a:schemeClr val="tx1"/>
                </a:solidFill>
                <a:ea typeface="+mn-lt"/>
                <a:cs typeface="+mn-lt"/>
              </a:rPr>
              <a:t>Ransomware </a:t>
            </a:r>
            <a:r>
              <a:rPr lang="en-AU" sz="1100" dirty="0">
                <a:solidFill>
                  <a:schemeClr val="tx1"/>
                </a:solidFill>
              </a:rPr>
              <a:t>email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11F239D6-BA8E-3796-DA65-23FAA4E3154E}"/>
              </a:ext>
            </a:extLst>
          </p:cNvPr>
          <p:cNvSpPr/>
          <p:nvPr/>
        </p:nvSpPr>
        <p:spPr>
          <a:xfrm>
            <a:off x="6985402" y="5035690"/>
            <a:ext cx="1800225" cy="503238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AU" sz="1100" dirty="0">
                <a:solidFill>
                  <a:schemeClr val="tx1"/>
                </a:solidFill>
              </a:rPr>
              <a:t>Review results</a:t>
            </a:r>
          </a:p>
        </p:txBody>
      </p:sp>
      <p:sp>
        <p:nvSpPr>
          <p:cNvPr id="21" name="Arrow: Right 20">
            <a:extLst>
              <a:ext uri="{FF2B5EF4-FFF2-40B4-BE49-F238E27FC236}">
                <a16:creationId xmlns:a16="http://schemas.microsoft.com/office/drawing/2014/main" id="{F18CB8A8-17D9-8B01-4C32-3D19B1C5A70F}"/>
              </a:ext>
            </a:extLst>
          </p:cNvPr>
          <p:cNvSpPr/>
          <p:nvPr/>
        </p:nvSpPr>
        <p:spPr>
          <a:xfrm>
            <a:off x="2069422" y="5219239"/>
            <a:ext cx="322094" cy="138431"/>
          </a:xfrm>
          <a:prstGeom prst="rightArrow">
            <a:avLst/>
          </a:prstGeom>
          <a:solidFill>
            <a:schemeClr val="accent6">
              <a:lumMod val="40000"/>
              <a:lumOff val="60000"/>
            </a:schemeClr>
          </a:solidFill>
          <a:ln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>
              <a:solidFill>
                <a:schemeClr val="tx1"/>
              </a:solidFill>
            </a:endParaRPr>
          </a:p>
        </p:txBody>
      </p:sp>
      <p:sp>
        <p:nvSpPr>
          <p:cNvPr id="23" name="Arrow: Right 22">
            <a:extLst>
              <a:ext uri="{FF2B5EF4-FFF2-40B4-BE49-F238E27FC236}">
                <a16:creationId xmlns:a16="http://schemas.microsoft.com/office/drawing/2014/main" id="{A4B98F02-5563-9F33-D3CA-DB135E2C8DA5}"/>
              </a:ext>
            </a:extLst>
          </p:cNvPr>
          <p:cNvSpPr/>
          <p:nvPr/>
        </p:nvSpPr>
        <p:spPr>
          <a:xfrm>
            <a:off x="4327643" y="5219240"/>
            <a:ext cx="322094" cy="138431"/>
          </a:xfrm>
          <a:prstGeom prst="rightArrow">
            <a:avLst/>
          </a:prstGeom>
          <a:solidFill>
            <a:schemeClr val="accent6">
              <a:lumMod val="40000"/>
              <a:lumOff val="60000"/>
            </a:schemeClr>
          </a:solidFill>
          <a:ln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>
              <a:solidFill>
                <a:schemeClr val="tx1"/>
              </a:solidFill>
            </a:endParaRPr>
          </a:p>
        </p:txBody>
      </p:sp>
      <p:sp>
        <p:nvSpPr>
          <p:cNvPr id="25" name="Arrow: Right 24">
            <a:extLst>
              <a:ext uri="{FF2B5EF4-FFF2-40B4-BE49-F238E27FC236}">
                <a16:creationId xmlns:a16="http://schemas.microsoft.com/office/drawing/2014/main" id="{17664D07-069A-54FA-D49B-C022382F931E}"/>
              </a:ext>
            </a:extLst>
          </p:cNvPr>
          <p:cNvSpPr/>
          <p:nvPr/>
        </p:nvSpPr>
        <p:spPr>
          <a:xfrm>
            <a:off x="6602610" y="5215351"/>
            <a:ext cx="322094" cy="138431"/>
          </a:xfrm>
          <a:prstGeom prst="rightArrow">
            <a:avLst/>
          </a:prstGeom>
          <a:solidFill>
            <a:schemeClr val="accent6">
              <a:lumMod val="40000"/>
              <a:lumOff val="60000"/>
            </a:schemeClr>
          </a:solidFill>
          <a:ln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>
              <a:solidFill>
                <a:schemeClr val="tx1"/>
              </a:solidFill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CC01BAA5-1C1D-C416-7024-DD35EE5BA775}"/>
              </a:ext>
            </a:extLst>
          </p:cNvPr>
          <p:cNvSpPr txBox="1"/>
          <p:nvPr/>
        </p:nvSpPr>
        <p:spPr>
          <a:xfrm>
            <a:off x="636395" y="4731098"/>
            <a:ext cx="901106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dirty="0">
                <a:solidFill>
                  <a:schemeClr val="tx1"/>
                </a:solidFill>
                <a:latin typeface="Calibri"/>
                <a:ea typeface="Microsoft YaHei"/>
                <a:cs typeface="Arial"/>
              </a:rPr>
              <a:t>Week 1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C864CD57-A928-2A39-89EE-47825FA6DE1F}"/>
              </a:ext>
            </a:extLst>
          </p:cNvPr>
          <p:cNvSpPr txBox="1"/>
          <p:nvPr/>
        </p:nvSpPr>
        <p:spPr>
          <a:xfrm>
            <a:off x="2905647" y="4731097"/>
            <a:ext cx="901106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dirty="0">
                <a:solidFill>
                  <a:schemeClr val="tx1"/>
                </a:solidFill>
                <a:latin typeface="Calibri"/>
                <a:ea typeface="Microsoft YaHei"/>
                <a:cs typeface="Arial"/>
              </a:rPr>
              <a:t>Week 2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DF26B839-032A-D4DB-81EE-85757D47299B}"/>
              </a:ext>
            </a:extLst>
          </p:cNvPr>
          <p:cNvSpPr txBox="1"/>
          <p:nvPr/>
        </p:nvSpPr>
        <p:spPr>
          <a:xfrm>
            <a:off x="5166525" y="4731096"/>
            <a:ext cx="901106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dirty="0">
                <a:solidFill>
                  <a:schemeClr val="tx1"/>
                </a:solidFill>
                <a:latin typeface="Calibri"/>
                <a:ea typeface="Microsoft YaHei"/>
                <a:cs typeface="Arial"/>
              </a:rPr>
              <a:t>Week 3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9A37D73D-B89F-F145-4DBF-60037B95176C}"/>
              </a:ext>
            </a:extLst>
          </p:cNvPr>
          <p:cNvSpPr txBox="1"/>
          <p:nvPr/>
        </p:nvSpPr>
        <p:spPr>
          <a:xfrm>
            <a:off x="7435777" y="4731095"/>
            <a:ext cx="901106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dirty="0">
                <a:solidFill>
                  <a:schemeClr val="tx1"/>
                </a:solidFill>
                <a:latin typeface="Calibri"/>
                <a:ea typeface="Microsoft YaHei"/>
                <a:cs typeface="Arial"/>
              </a:rPr>
              <a:t>Week 4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35" name="Content Placeholder 2">
            <a:extLst>
              <a:ext uri="{FF2B5EF4-FFF2-40B4-BE49-F238E27FC236}">
                <a16:creationId xmlns:a16="http://schemas.microsoft.com/office/drawing/2014/main" id="{FAD3D517-F03D-1712-4F9D-BFC76369E810}"/>
              </a:ext>
            </a:extLst>
          </p:cNvPr>
          <p:cNvSpPr txBox="1">
            <a:spLocks/>
          </p:cNvSpPr>
          <p:nvPr/>
        </p:nvSpPr>
        <p:spPr bwMode="auto">
          <a:xfrm>
            <a:off x="626219" y="943105"/>
            <a:ext cx="3943802" cy="31668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228600" indent="-228600" algn="l" rtl="0" eaLnBrk="1" fontAlgn="base" hangingPunct="1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Font typeface="Arial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rtl="0" eaLnBrk="1" fontAlgn="base" hangingPunct="1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1" fontAlgn="base" hangingPunct="1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1" fontAlgn="base" hangingPunct="1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1" fontAlgn="base" hangingPunct="1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 defTabSz="914400">
              <a:buClrTx/>
              <a:buSzTx/>
              <a:buFont typeface="Arial" charset="0"/>
              <a:buNone/>
            </a:pPr>
            <a:r>
              <a:rPr lang="en-AU" sz="1600" b="1" dirty="0"/>
              <a:t>Process:</a:t>
            </a:r>
            <a:endParaRPr lang="en-AU" sz="1600" b="1" dirty="0">
              <a:ea typeface="Roboto Condensed Light"/>
              <a:cs typeface="Roboto Condensed Light"/>
            </a:endParaRPr>
          </a:p>
          <a:p>
            <a:pPr marL="342900" indent="-342900" defTabSz="914400">
              <a:buClrTx/>
              <a:buSzTx/>
              <a:buFont typeface="+mj-lt"/>
              <a:buAutoNum type="arabicPeriod"/>
            </a:pPr>
            <a:r>
              <a:rPr lang="en-AU" sz="1400" dirty="0"/>
              <a:t>Training is provided via SharePoint.</a:t>
            </a:r>
            <a:endParaRPr lang="en-AU" sz="1400">
              <a:ea typeface="Roboto Condensed Light"/>
              <a:cs typeface="Roboto Condensed Light"/>
            </a:endParaRPr>
          </a:p>
          <a:p>
            <a:pPr marL="342900" indent="-342900" defTabSz="914400">
              <a:buClrTx/>
              <a:buSzTx/>
              <a:buFont typeface="+mj-lt"/>
              <a:buAutoNum type="arabicPeriod"/>
            </a:pPr>
            <a:r>
              <a:rPr lang="en-AU" sz="1400" dirty="0"/>
              <a:t>Email is sent informing employees of the simulation.</a:t>
            </a:r>
            <a:endParaRPr lang="en-AU" sz="1400">
              <a:ea typeface="Roboto Condensed Light"/>
              <a:cs typeface="Roboto Condensed Light"/>
            </a:endParaRPr>
          </a:p>
          <a:p>
            <a:pPr marL="342900" indent="-342900" defTabSz="914400">
              <a:buClrTx/>
              <a:buSzTx/>
              <a:buFont typeface="+mj-lt"/>
              <a:buAutoNum type="arabicPeriod"/>
            </a:pPr>
            <a:r>
              <a:rPr lang="en-AU" sz="1400" dirty="0"/>
              <a:t>Simulated phishing emails are sent out to employees.</a:t>
            </a:r>
            <a:endParaRPr lang="en-AU" sz="1400">
              <a:ea typeface="Roboto Condensed Light"/>
              <a:cs typeface="Roboto Condensed Light"/>
            </a:endParaRPr>
          </a:p>
          <a:p>
            <a:pPr marL="342900" indent="-342900" defTabSz="914400">
              <a:buClrTx/>
              <a:buSzTx/>
              <a:buFont typeface="+mj-lt"/>
              <a:buAutoNum type="arabicPeriod"/>
            </a:pPr>
            <a:r>
              <a:rPr lang="en-AU" sz="1400" dirty="0"/>
              <a:t>Recipients interacts with the email (or does not).</a:t>
            </a:r>
            <a:endParaRPr lang="en-AU" sz="1400">
              <a:ea typeface="Roboto Condensed Light"/>
              <a:cs typeface="Roboto Condensed Light"/>
            </a:endParaRPr>
          </a:p>
          <a:p>
            <a:pPr marL="342900" indent="-342900" defTabSz="914400">
              <a:buClrTx/>
              <a:buSzTx/>
              <a:buFont typeface="+mj-lt"/>
              <a:buAutoNum type="arabicPeriod"/>
            </a:pPr>
            <a:r>
              <a:rPr lang="en-AU" sz="1400" dirty="0"/>
              <a:t>User are provided immediate tailored feedback, from the simulation.</a:t>
            </a:r>
            <a:endParaRPr lang="en-AU" sz="1400">
              <a:ea typeface="Roboto Condensed Light"/>
              <a:cs typeface="Roboto Condensed Light"/>
            </a:endParaRPr>
          </a:p>
          <a:p>
            <a:pPr marL="342900" indent="-342900" defTabSz="914400">
              <a:buClrTx/>
              <a:buSzTx/>
              <a:buFont typeface="+mj-lt"/>
              <a:buAutoNum type="arabicPeriod"/>
            </a:pPr>
            <a:r>
              <a:rPr lang="en-AU" sz="1400" dirty="0"/>
              <a:t>Users are assigned training from Microsoft regarding Ransomware awareness.</a:t>
            </a:r>
            <a:endParaRPr lang="en-AU" sz="1400" dirty="0">
              <a:ea typeface="Roboto Condensed Light"/>
              <a:cs typeface="Roboto Condensed Light"/>
            </a:endParaRPr>
          </a:p>
        </p:txBody>
      </p:sp>
    </p:spTree>
    <p:extLst>
      <p:ext uri="{BB962C8B-B14F-4D97-AF65-F5344CB8AC3E}">
        <p14:creationId xmlns:p14="http://schemas.microsoft.com/office/powerpoint/2010/main" val="1955995688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11DB63-4880-45EE-A96E-24E426039F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AU" dirty="0"/>
              <a:t>Key Take Aways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7B837D7-EA76-4DCE-A319-CA73C9382C6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37828" y="980728"/>
            <a:ext cx="7886700" cy="2736304"/>
          </a:xfrm>
        </p:spPr>
        <p:txBody>
          <a:bodyPr/>
          <a:lstStyle/>
          <a:p>
            <a:r>
              <a:rPr lang="en-AU" sz="1400" dirty="0"/>
              <a:t>Understand how email attachments can be deceptive. </a:t>
            </a:r>
            <a:endParaRPr lang="en-AU" sz="1400" dirty="0">
              <a:ea typeface="Roboto Condensed Light"/>
              <a:cs typeface="Roboto Condensed Light"/>
            </a:endParaRPr>
          </a:p>
          <a:p>
            <a:r>
              <a:rPr lang="en-AU" sz="1400" dirty="0"/>
              <a:t>Do not install or download executables from emails or the internet. </a:t>
            </a:r>
            <a:endParaRPr lang="en-AU" sz="1400" dirty="0">
              <a:ea typeface="Roboto Condensed Light"/>
              <a:cs typeface="Roboto Condensed Light"/>
            </a:endParaRPr>
          </a:p>
          <a:p>
            <a:r>
              <a:rPr lang="en-AU" sz="1400" dirty="0"/>
              <a:t>Knowing how to respond to malware, particularly ransomware.</a:t>
            </a:r>
            <a:endParaRPr lang="en-AU" sz="1400" dirty="0">
              <a:ea typeface="Roboto Condensed Light"/>
              <a:cs typeface="Roboto Condensed Light"/>
            </a:endParaRPr>
          </a:p>
          <a:p>
            <a:endParaRPr lang="en-AU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6641D24-1BCE-4977-9CF0-8EDE3255B9C8}"/>
              </a:ext>
            </a:extLst>
          </p:cNvPr>
          <p:cNvSpPr txBox="1"/>
          <p:nvPr/>
        </p:nvSpPr>
        <p:spPr>
          <a:xfrm>
            <a:off x="637828" y="3933056"/>
            <a:ext cx="7886700" cy="1323439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ctr"/>
            <a:r>
              <a:rPr lang="en-AU" sz="2400" b="1" dirty="0">
                <a:solidFill>
                  <a:schemeClr val="tx1"/>
                </a:solidFill>
                <a:latin typeface="Roboto Condensed"/>
                <a:ea typeface="+mj-ea"/>
                <a:cs typeface="Arial"/>
              </a:rPr>
              <a:t>Third Month Lessons</a:t>
            </a:r>
            <a:r>
              <a:rPr kumimoji="0" lang="en-AU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Roboto Condensed"/>
                <a:ea typeface="+mj-ea"/>
                <a:cs typeface="Arial"/>
              </a:rPr>
              <a:t> </a:t>
            </a:r>
            <a:r>
              <a:rPr lang="en-AU" sz="2400" b="1" dirty="0">
                <a:solidFill>
                  <a:schemeClr val="tx1"/>
                </a:solidFill>
                <a:latin typeface="Roboto Condensed"/>
                <a:ea typeface="+mj-ea"/>
                <a:cs typeface="Arial"/>
              </a:rPr>
              <a:t>Learnt</a:t>
            </a:r>
            <a:endParaRPr kumimoji="0" lang="en-AU" sz="24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Roboto Condensed"/>
              <a:ea typeface="+mj-ea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AU" sz="1400" dirty="0">
                <a:solidFill>
                  <a:schemeClr val="tx1"/>
                </a:solidFill>
                <a:latin typeface="Roboto Condensed Light"/>
                <a:ea typeface="+mn-ea"/>
                <a:cs typeface="+mn-cs"/>
              </a:rPr>
              <a:t>Creating and running simulations.</a:t>
            </a:r>
            <a:endParaRPr lang="en-AU" sz="1400" dirty="0">
              <a:solidFill>
                <a:schemeClr val="tx1"/>
              </a:solidFill>
              <a:latin typeface="Roboto Condensed Light"/>
              <a:ea typeface="Roboto Condensed Light"/>
              <a:cs typeface="Roboto Condensed Light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kumimoji="0" lang="en-AU" sz="1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Roboto Condensed Light"/>
                <a:ea typeface="+mn-ea"/>
                <a:cs typeface="+mn-cs"/>
              </a:rPr>
              <a:t>Collecting analytics from simulations.</a:t>
            </a:r>
            <a:endParaRPr lang="en-AU" sz="14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Roboto Condensed Light"/>
              <a:ea typeface="Roboto Condensed Light"/>
              <a:cs typeface="Roboto Condensed Light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kumimoji="0" lang="en-AU" sz="1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Roboto Condensed Light"/>
                <a:ea typeface="+mn-ea"/>
                <a:cs typeface="+mn-cs"/>
              </a:rPr>
              <a:t>Recipients’ reaction to simulations was ??</a:t>
            </a:r>
            <a:endParaRPr lang="en-AU" sz="14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Roboto Condensed Light"/>
              <a:ea typeface="Roboto Condensed Light"/>
              <a:cs typeface="Roboto Condensed Light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AU" sz="1400" dirty="0">
                <a:solidFill>
                  <a:schemeClr val="tx1"/>
                </a:solidFill>
                <a:latin typeface="Roboto Condensed Light"/>
                <a:ea typeface="+mn-ea"/>
                <a:cs typeface="+mn-cs"/>
              </a:rPr>
              <a:t>Variations we could deploy in future simulations. </a:t>
            </a:r>
            <a:endParaRPr lang="en-AU" dirty="0">
              <a:solidFill>
                <a:schemeClr val="tx1"/>
              </a:solidFill>
              <a:latin typeface="Roboto Condensed Light"/>
              <a:ea typeface="Roboto Condensed Light"/>
              <a:cs typeface="Roboto Condensed Light"/>
            </a:endParaRPr>
          </a:p>
        </p:txBody>
      </p:sp>
    </p:spTree>
    <p:extLst>
      <p:ext uri="{BB962C8B-B14F-4D97-AF65-F5344CB8AC3E}">
        <p14:creationId xmlns:p14="http://schemas.microsoft.com/office/powerpoint/2010/main" val="2984330994"/>
      </p:ext>
    </p:extLst>
  </p:cSld>
  <p:clrMapOvr>
    <a:masterClrMapping/>
  </p:clrMapOvr>
  <p:extLst>
    <p:ext uri="{6950BFC3-D8DA-4A85-94F7-54DA5524770B}">
      <p188:commentRel xmlns:p188="http://schemas.microsoft.com/office/powerpoint/2018/8/main" r:id="rId2"/>
    </p:ext>
  </p:extLs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AU" dirty="0">
                <a:latin typeface="+mj-lt"/>
              </a:rPr>
              <a:t>Overview of </a:t>
            </a:r>
            <a:r>
              <a:rPr lang="en-AU" dirty="0"/>
              <a:t>Third Month</a:t>
            </a:r>
            <a:endParaRPr lang="en-AU" dirty="0">
              <a:latin typeface="+mj-lt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31662" y="986715"/>
            <a:ext cx="3943350" cy="2952327"/>
          </a:xfrm>
        </p:spPr>
        <p:txBody>
          <a:bodyPr/>
          <a:lstStyle/>
          <a:p>
            <a:pPr marL="0" indent="0" algn="ctr">
              <a:buNone/>
            </a:pPr>
            <a:r>
              <a:rPr lang="en-AU" b="1" dirty="0"/>
              <a:t>Incidents</a:t>
            </a:r>
          </a:p>
          <a:p>
            <a:r>
              <a:rPr lang="en-AU" sz="1400" dirty="0"/>
              <a:t>Over the first month Microsoft Defender detected </a:t>
            </a:r>
            <a:r>
              <a:rPr lang="en-AU" sz="1400" dirty="0">
                <a:solidFill>
                  <a:srgbClr val="FF0000"/>
                </a:solidFill>
              </a:rPr>
              <a:t>XXX</a:t>
            </a:r>
            <a:r>
              <a:rPr lang="en-AU" sz="1400" dirty="0"/>
              <a:t> email threats against G.James employees.</a:t>
            </a:r>
            <a:endParaRPr lang="en-AU" sz="1400" dirty="0">
              <a:ea typeface="Roboto Condensed Light"/>
              <a:cs typeface="Roboto Condensed Light"/>
            </a:endParaRPr>
          </a:p>
          <a:p>
            <a:r>
              <a:rPr lang="en-AU" sz="1400" dirty="0"/>
              <a:t>Service Desk received </a:t>
            </a:r>
            <a:r>
              <a:rPr lang="en-AU" sz="1400" dirty="0">
                <a:solidFill>
                  <a:srgbClr val="FF0000"/>
                </a:solidFill>
              </a:rPr>
              <a:t>xxx</a:t>
            </a:r>
            <a:r>
              <a:rPr lang="en-AU" sz="1400" dirty="0"/>
              <a:t> calls regarding these emails.</a:t>
            </a:r>
            <a:endParaRPr lang="en-AU" sz="1400">
              <a:ea typeface="Roboto Condensed Light"/>
              <a:cs typeface="Roboto Condensed Light"/>
            </a:endParaRPr>
          </a:p>
          <a:p>
            <a:r>
              <a:rPr lang="en-AU" sz="1400" dirty="0"/>
              <a:t>Service Desk dealt with </a:t>
            </a:r>
            <a:r>
              <a:rPr lang="en-AU" sz="1400" dirty="0">
                <a:solidFill>
                  <a:srgbClr val="FF0000"/>
                </a:solidFill>
              </a:rPr>
              <a:t>XXX </a:t>
            </a:r>
            <a:r>
              <a:rPr lang="en-AU" sz="1400" dirty="0"/>
              <a:t>malicious emails.</a:t>
            </a:r>
            <a:endParaRPr lang="en-AU" sz="1400" dirty="0">
              <a:solidFill>
                <a:srgbClr val="FF0000"/>
              </a:solidFill>
            </a:endParaRPr>
          </a:p>
          <a:p>
            <a:endParaRPr lang="en-AU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533686E-DED5-79ED-3198-13065191F8E6}"/>
              </a:ext>
            </a:extLst>
          </p:cNvPr>
          <p:cNvSpPr txBox="1"/>
          <p:nvPr/>
        </p:nvSpPr>
        <p:spPr>
          <a:xfrm>
            <a:off x="412626" y="4005064"/>
            <a:ext cx="7759774" cy="1754326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AU" dirty="0">
                <a:solidFill>
                  <a:schemeClr val="tx1"/>
                </a:solidFill>
                <a:latin typeface="Calibri"/>
                <a:ea typeface="Microsoft YaHei"/>
                <a:cs typeface="Arial"/>
              </a:rPr>
              <a:t>The following graph depicts Email threats detected by Microsoft for the third month.</a:t>
            </a:r>
          </a:p>
          <a:p>
            <a:endParaRPr lang="en-AU" dirty="0">
              <a:solidFill>
                <a:schemeClr val="tx1"/>
              </a:solidFill>
            </a:endParaRPr>
          </a:p>
          <a:p>
            <a:endParaRPr lang="en-AU" dirty="0">
              <a:solidFill>
                <a:schemeClr val="tx1"/>
              </a:solidFill>
            </a:endParaRPr>
          </a:p>
          <a:p>
            <a:endParaRPr lang="en-AU" dirty="0">
              <a:solidFill>
                <a:schemeClr val="tx1"/>
              </a:solidFill>
            </a:endParaRPr>
          </a:p>
          <a:p>
            <a:endParaRPr lang="en-AU" dirty="0">
              <a:solidFill>
                <a:schemeClr val="tx1"/>
              </a:solidFill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8F986D14-B93E-998B-DD9B-FC929A305EF6}"/>
              </a:ext>
            </a:extLst>
          </p:cNvPr>
          <p:cNvSpPr/>
          <p:nvPr/>
        </p:nvSpPr>
        <p:spPr>
          <a:xfrm>
            <a:off x="539552" y="4869160"/>
            <a:ext cx="7560840" cy="122413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dirty="0"/>
              <a:t>Graph goes here</a:t>
            </a:r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301614A1-BB3D-054B-E815-E9BF1D49A26D}"/>
              </a:ext>
            </a:extLst>
          </p:cNvPr>
          <p:cNvSpPr txBox="1">
            <a:spLocks/>
          </p:cNvSpPr>
          <p:nvPr/>
        </p:nvSpPr>
        <p:spPr bwMode="auto">
          <a:xfrm>
            <a:off x="4482902" y="836712"/>
            <a:ext cx="3943350" cy="2950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228600" indent="-228600" algn="l" rtl="0" eaLnBrk="1" fontAlgn="base" hangingPunct="1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Font typeface="Arial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rtl="0" eaLnBrk="1" fontAlgn="base" hangingPunct="1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1" fontAlgn="base" hangingPunct="1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1" fontAlgn="base" hangingPunct="1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1" fontAlgn="base" hangingPunct="1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 defTabSz="914400">
              <a:buClrTx/>
              <a:buSzTx/>
              <a:buFont typeface="Arial" charset="0"/>
              <a:buNone/>
            </a:pPr>
            <a:r>
              <a:rPr lang="en-AU" b="1" dirty="0"/>
              <a:t>Training</a:t>
            </a:r>
          </a:p>
          <a:p>
            <a:pPr defTabSz="914400">
              <a:buClrTx/>
              <a:buSzTx/>
            </a:pPr>
            <a:r>
              <a:rPr lang="en-AU" sz="1400" dirty="0"/>
              <a:t>Over the third month Service Desk has sent two simulations to employees.</a:t>
            </a:r>
            <a:endParaRPr lang="en-AU" sz="1400">
              <a:ea typeface="Roboto Condensed Light"/>
              <a:cs typeface="Roboto Condensed Light"/>
            </a:endParaRPr>
          </a:p>
          <a:p>
            <a:pPr defTabSz="914400">
              <a:buClrTx/>
              <a:buSzTx/>
            </a:pPr>
            <a:r>
              <a:rPr lang="en-AU" sz="1400" dirty="0" err="1">
                <a:solidFill>
                  <a:srgbClr val="FF0000"/>
                </a:solidFill>
              </a:rPr>
              <a:t>Xxx</a:t>
            </a:r>
            <a:r>
              <a:rPr lang="en-AU" sz="1400" dirty="0">
                <a:solidFill>
                  <a:srgbClr val="FF0000"/>
                </a:solidFill>
              </a:rPr>
              <a:t> </a:t>
            </a:r>
            <a:r>
              <a:rPr lang="en-AU" sz="1400" dirty="0"/>
              <a:t>Employees received these emails.</a:t>
            </a:r>
            <a:endParaRPr lang="en-AU" sz="1400" dirty="0">
              <a:ea typeface="Roboto Condensed Light"/>
              <a:cs typeface="Roboto Condensed Light"/>
            </a:endParaRPr>
          </a:p>
          <a:p>
            <a:pPr defTabSz="914400">
              <a:buClrTx/>
              <a:buSzTx/>
            </a:pPr>
            <a:r>
              <a:rPr lang="en-AU" sz="1400" dirty="0" err="1">
                <a:solidFill>
                  <a:srgbClr val="FF0000"/>
                </a:solidFill>
              </a:rPr>
              <a:t>Xxx</a:t>
            </a:r>
            <a:r>
              <a:rPr lang="en-AU" sz="1400" dirty="0">
                <a:solidFill>
                  <a:srgbClr val="FF0000"/>
                </a:solidFill>
              </a:rPr>
              <a:t> </a:t>
            </a:r>
            <a:r>
              <a:rPr lang="en-AU" sz="1400" dirty="0"/>
              <a:t>Employees received training from these emails.</a:t>
            </a:r>
            <a:endParaRPr lang="en-AU" sz="1400" dirty="0">
              <a:ea typeface="Roboto Condensed Light"/>
              <a:cs typeface="Roboto Condensed Light"/>
            </a:endParaRPr>
          </a:p>
          <a:p>
            <a:pPr defTabSz="914400">
              <a:buClrTx/>
              <a:buSzTx/>
            </a:pPr>
            <a:r>
              <a:rPr lang="en-AU" sz="1400" err="1">
                <a:solidFill>
                  <a:srgbClr val="FF0000"/>
                </a:solidFill>
              </a:rPr>
              <a:t>Xxx</a:t>
            </a:r>
            <a:r>
              <a:rPr lang="en-AU" sz="1400" dirty="0">
                <a:solidFill>
                  <a:srgbClr val="FF0000"/>
                </a:solidFill>
              </a:rPr>
              <a:t> </a:t>
            </a:r>
            <a:r>
              <a:rPr lang="en-AU" sz="1400" dirty="0"/>
              <a:t>Employees reported these emails to the service desk.</a:t>
            </a:r>
            <a:endParaRPr lang="en-AU" sz="1400" dirty="0">
              <a:ea typeface="Roboto Condensed Light"/>
              <a:cs typeface="Roboto Condensed Light"/>
            </a:endParaRPr>
          </a:p>
          <a:p>
            <a:pPr defTabSz="914400">
              <a:buClrTx/>
              <a:buSzTx/>
            </a:pPr>
            <a:r>
              <a:rPr lang="en-AU" sz="1400" err="1">
                <a:solidFill>
                  <a:srgbClr val="FF0000"/>
                </a:solidFill>
              </a:rPr>
              <a:t>Xxx</a:t>
            </a:r>
            <a:r>
              <a:rPr lang="en-AU" sz="1400" dirty="0">
                <a:solidFill>
                  <a:srgbClr val="FF0000"/>
                </a:solidFill>
              </a:rPr>
              <a:t> </a:t>
            </a:r>
            <a:r>
              <a:rPr lang="en-AU" sz="1400" dirty="0"/>
              <a:t>Users who have been caught multiple times.</a:t>
            </a:r>
            <a:endParaRPr lang="en-AU" sz="1400">
              <a:ea typeface="Roboto Condensed Light"/>
              <a:cs typeface="Roboto Condensed Light"/>
            </a:endParaRPr>
          </a:p>
          <a:p>
            <a:pPr defTabSz="914400">
              <a:buClrTx/>
              <a:buSzTx/>
            </a:pPr>
            <a:r>
              <a:rPr lang="en-AU" sz="1400" dirty="0" err="1">
                <a:solidFill>
                  <a:srgbClr val="FF0000"/>
                </a:solidFill>
              </a:rPr>
              <a:t>Xxx</a:t>
            </a:r>
            <a:r>
              <a:rPr lang="en-AU" sz="1400" dirty="0">
                <a:solidFill>
                  <a:srgbClr val="FF0000"/>
                </a:solidFill>
              </a:rPr>
              <a:t> </a:t>
            </a:r>
            <a:r>
              <a:rPr lang="en-AU" sz="1400" dirty="0"/>
              <a:t>Users have outstanding training.</a:t>
            </a:r>
            <a:endParaRPr lang="en-AU" sz="1400" dirty="0">
              <a:ea typeface="Roboto Condensed Light"/>
              <a:cs typeface="Roboto Condensed Light"/>
            </a:endParaRPr>
          </a:p>
          <a:p>
            <a:pPr defTabSz="914400">
              <a:buClrTx/>
              <a:buSzTx/>
            </a:pPr>
            <a:endParaRPr lang="en-AU" sz="1400" dirty="0"/>
          </a:p>
          <a:p>
            <a:pPr defTabSz="914400">
              <a:buClrTx/>
              <a:buSzTx/>
            </a:pPr>
            <a:endParaRPr lang="en-AU" sz="1400" dirty="0"/>
          </a:p>
          <a:p>
            <a:pPr defTabSz="914400">
              <a:buClrTx/>
              <a:buSzTx/>
            </a:pPr>
            <a:endParaRPr lang="en-AU" dirty="0"/>
          </a:p>
          <a:p>
            <a:pPr defTabSz="914400">
              <a:buClrTx/>
              <a:buSzTx/>
            </a:pP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450910828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4AF235-04CA-4A5C-91F7-B6FD5C3B3E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Future Months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D67BA9B-93A3-43D5-8017-4300C0DB932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AU" dirty="0"/>
              <a:t>To be advised as campaign continues</a:t>
            </a:r>
          </a:p>
        </p:txBody>
      </p:sp>
    </p:spTree>
    <p:extLst>
      <p:ext uri="{BB962C8B-B14F-4D97-AF65-F5344CB8AC3E}">
        <p14:creationId xmlns:p14="http://schemas.microsoft.com/office/powerpoint/2010/main" val="1427581946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251942147"/>
      </p:ext>
    </p:extLst>
  </p:cSld>
  <p:clrMapOvr>
    <a:masterClrMapping/>
  </p:clrMapOvr>
</p:sld>
</file>

<file path=ppt/theme/theme1.xml><?xml version="1.0" encoding="utf-8"?>
<a:theme xmlns:a="http://schemas.openxmlformats.org/drawingml/2006/main" name="1_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G.James">
      <a:majorFont>
        <a:latin typeface="Roboto Condensed"/>
        <a:ea typeface=""/>
        <a:cs typeface=""/>
      </a:majorFont>
      <a:minorFont>
        <a:latin typeface="Roboto Condensed Light"/>
        <a:ea typeface=""/>
        <a:cs typeface="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G.James_Presentation_Template.potx" id="{B5008CB7-2FAB-47BA-A618-D2D83E25F1CE}" vid="{6859003B-2A43-4950-AF3E-B73EDCEAD68B}"/>
    </a:ext>
  </a:ext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EF4EA6FF5D9B274F9B14E2D5A664A837" ma:contentTypeVersion="16" ma:contentTypeDescription="Create a new document." ma:contentTypeScope="" ma:versionID="eea24480f4a880a39205568098e93603">
  <xsd:schema xmlns:xsd="http://www.w3.org/2001/XMLSchema" xmlns:xs="http://www.w3.org/2001/XMLSchema" xmlns:p="http://schemas.microsoft.com/office/2006/metadata/properties" xmlns:ns2="3924b71c-c110-48ea-bc51-2f03443883fd" xmlns:ns3="a7130040-a85f-40f6-8ab2-b11de916c767" targetNamespace="http://schemas.microsoft.com/office/2006/metadata/properties" ma:root="true" ma:fieldsID="4c7cd77b949086b1279d6a5eeabc8d95" ns2:_="" ns3:_="">
    <xsd:import namespace="3924b71c-c110-48ea-bc51-2f03443883fd"/>
    <xsd:import namespace="a7130040-a85f-40f6-8ab2-b11de916c767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DateTaken" minOccurs="0"/>
                <xsd:element ref="ns2:MediaServiceAutoTags" minOccurs="0"/>
                <xsd:element ref="ns2:MediaServiceGenerationTime" minOccurs="0"/>
                <xsd:element ref="ns2:MediaServiceEventHashCod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LengthInSeconds" minOccurs="0"/>
                <xsd:element ref="ns2:MediaServiceLocation" minOccurs="0"/>
                <xsd:element ref="ns2:MediaServiceOCR" minOccurs="0"/>
                <xsd:element ref="ns2:lcf76f155ced4ddcb4097134ff3c332f" minOccurs="0"/>
                <xsd:element ref="ns3:TaxCatchAll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3924b71c-c110-48ea-bc51-2f03443883fd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DateTaken" ma:index="10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Tags" ma:index="11" nillable="true" ma:displayName="Tags" ma:internalName="MediaServiceAutoTags" ma:readOnly="true">
      <xsd:simpleType>
        <xsd:restriction base="dms:Text"/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LengthInSeconds" ma:index="18" nillable="true" ma:displayName="Length (seconds)" ma:internalName="MediaLengthInSeconds" ma:readOnly="true">
      <xsd:simpleType>
        <xsd:restriction base="dms:Unknown"/>
      </xsd:simpleType>
    </xsd:element>
    <xsd:element name="MediaServiceLocation" ma:index="19" nillable="true" ma:displayName="Location" ma:internalName="MediaServiceLocation" ma:readOnly="true">
      <xsd:simpleType>
        <xsd:restriction base="dms:Text"/>
      </xsd:simpleType>
    </xsd:element>
    <xsd:element name="MediaServiceOCR" ma:index="20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lcf76f155ced4ddcb4097134ff3c332f" ma:index="22" nillable="true" ma:taxonomy="true" ma:internalName="lcf76f155ced4ddcb4097134ff3c332f" ma:taxonomyFieldName="MediaServiceImageTags" ma:displayName="Image Tags" ma:readOnly="false" ma:fieldId="{5cf76f15-5ced-4ddc-b409-7134ff3c332f}" ma:taxonomyMulti="true" ma:sspId="aa4b4f5b-7e7f-40ab-b7ea-a5809ffe5225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a7130040-a85f-40f6-8ab2-b11de916c767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23" nillable="true" ma:displayName="Taxonomy Catch All Column" ma:hidden="true" ma:list="{c23888e1-35fc-4571-b63e-221b2e37f53b}" ma:internalName="TaxCatchAll" ma:showField="CatchAllData" ma:web="a7130040-a85f-40f6-8ab2-b11de916c767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SharedWithUsers xmlns="a7130040-a85f-40f6-8ab2-b11de916c767">
      <UserInfo>
        <DisplayName>Bruce Absolom</DisplayName>
        <AccountId>11</AccountId>
        <AccountType/>
      </UserInfo>
      <UserInfo>
        <DisplayName>Darren Daly</DisplayName>
        <AccountId>28</AccountId>
        <AccountType/>
      </UserInfo>
      <UserInfo>
        <DisplayName>Alison Johns</DisplayName>
        <AccountId>44</AccountId>
        <AccountType/>
      </UserInfo>
      <UserInfo>
        <DisplayName>Dan Guthrie</DisplayName>
        <AccountId>27</AccountId>
        <AccountType/>
      </UserInfo>
      <UserInfo>
        <DisplayName>Mat Gallehawk</DisplayName>
        <AccountId>54</AccountId>
        <AccountType/>
      </UserInfo>
    </SharedWithUsers>
    <lcf76f155ced4ddcb4097134ff3c332f xmlns="3924b71c-c110-48ea-bc51-2f03443883fd">
      <Terms xmlns="http://schemas.microsoft.com/office/infopath/2007/PartnerControls"/>
    </lcf76f155ced4ddcb4097134ff3c332f>
    <TaxCatchAll xmlns="a7130040-a85f-40f6-8ab2-b11de916c767" xsi:nil="true"/>
  </documentManagement>
</p:properties>
</file>

<file path=customXml/itemProps1.xml><?xml version="1.0" encoding="utf-8"?>
<ds:datastoreItem xmlns:ds="http://schemas.openxmlformats.org/officeDocument/2006/customXml" ds:itemID="{780A8F3F-4980-4BD9-9808-62A9D016BE4E}">
  <ds:schemaRefs>
    <ds:schemaRef ds:uri="3924b71c-c110-48ea-bc51-2f03443883fd"/>
    <ds:schemaRef ds:uri="a7130040-a85f-40f6-8ab2-b11de916c767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customXml/itemProps2.xml><?xml version="1.0" encoding="utf-8"?>
<ds:datastoreItem xmlns:ds="http://schemas.openxmlformats.org/officeDocument/2006/customXml" ds:itemID="{13B03469-525B-4B93-B6B9-C34AFC4DAFA4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8442B31D-4610-48D4-A236-4AD04B87836E}">
  <ds:schemaRefs>
    <ds:schemaRef ds:uri="http://schemas.microsoft.com/office/2006/documentManagement/types"/>
    <ds:schemaRef ds:uri="http://purl.org/dc/elements/1.1/"/>
    <ds:schemaRef ds:uri="http://schemas.openxmlformats.org/package/2006/metadata/core-properties"/>
    <ds:schemaRef ds:uri="http://schemas.microsoft.com/office/2006/metadata/properties"/>
    <ds:schemaRef ds:uri="http://purl.org/dc/terms/"/>
    <ds:schemaRef ds:uri="http://www.w3.org/XML/1998/namespace"/>
    <ds:schemaRef ds:uri="http://schemas.microsoft.com/office/infopath/2007/PartnerControls"/>
    <ds:schemaRef ds:uri="a7130040-a85f-40f6-8ab2-b11de916c767"/>
    <ds:schemaRef ds:uri="3924b71c-c110-48ea-bc51-2f03443883fd"/>
    <ds:schemaRef ds:uri="http://purl.org/dc/dcmitype/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blank</Template>
  <TotalTime>1280</TotalTime>
  <Words>1909</Words>
  <Application>Microsoft Office PowerPoint</Application>
  <PresentationFormat>On-screen Show (4:3)</PresentationFormat>
  <Paragraphs>262</Paragraphs>
  <Slides>26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26</vt:i4>
      </vt:variant>
    </vt:vector>
  </HeadingPairs>
  <TitlesOfParts>
    <vt:vector size="33" baseType="lpstr">
      <vt:lpstr>Arial</vt:lpstr>
      <vt:lpstr>Calibri</vt:lpstr>
      <vt:lpstr>DINOT</vt:lpstr>
      <vt:lpstr>Roboto Condensed</vt:lpstr>
      <vt:lpstr>Roboto Condensed Light</vt:lpstr>
      <vt:lpstr>Times New Roman</vt:lpstr>
      <vt:lpstr>1_Office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Cyber Security Awareness Campaign Launch </vt:lpstr>
      <vt:lpstr>PowerPoint Presentation</vt:lpstr>
      <vt:lpstr>Email/SMS Security Training</vt:lpstr>
      <vt:lpstr>Microsoft Defender – Data available</vt:lpstr>
      <vt:lpstr>Phishing Simulation</vt:lpstr>
      <vt:lpstr>Credential Harvest Simulations</vt:lpstr>
      <vt:lpstr>Key Take Aways for First Month</vt:lpstr>
      <vt:lpstr>Sample Report - Summary of First Month</vt:lpstr>
      <vt:lpstr>PowerPoint Presentation</vt:lpstr>
      <vt:lpstr>Further Simulations &amp; exercises being planned</vt:lpstr>
      <vt:lpstr>Malware / Attachments Simulation</vt:lpstr>
      <vt:lpstr>Malware Simulations</vt:lpstr>
      <vt:lpstr>Key Take Aways</vt:lpstr>
      <vt:lpstr>Overview of Second Month</vt:lpstr>
      <vt:lpstr>Ransomware Simulation</vt:lpstr>
      <vt:lpstr>Simulations</vt:lpstr>
      <vt:lpstr>Key Take Aways</vt:lpstr>
      <vt:lpstr>Overview of Third Month</vt:lpstr>
      <vt:lpstr>Future Months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Mat Gallehawk</dc:creator>
  <cp:lastModifiedBy>Ross Lennox</cp:lastModifiedBy>
  <cp:revision>515</cp:revision>
  <cp:lastPrinted>2015-02-02T00:57:34Z</cp:lastPrinted>
  <dcterms:created xsi:type="dcterms:W3CDTF">2022-10-04T02:01:26Z</dcterms:created>
  <dcterms:modified xsi:type="dcterms:W3CDTF">2022-10-20T04:53:44Z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0x010100EF4EA6FF5D9B274F9B14E2D5A664A837</vt:lpwstr>
  </property>
  <property fmtid="{D5CDD505-2E9C-101B-9397-08002B2CF9AE}" pid="3" name="MediaServiceImageTags">
    <vt:lpwstr/>
  </property>
</Properties>
</file>