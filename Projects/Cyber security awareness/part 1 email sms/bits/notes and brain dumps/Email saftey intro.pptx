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Lst>
  <p:notesMasterIdLst>
    <p:notesMasterId r:id="rId16"/>
  </p:notesMasterIdLst>
  <p:sldIdLst>
    <p:sldId id="287" r:id="rId2"/>
    <p:sldId id="257" r:id="rId3"/>
    <p:sldId id="258" r:id="rId4"/>
    <p:sldId id="259" r:id="rId5"/>
    <p:sldId id="260" r:id="rId6"/>
    <p:sldId id="261" r:id="rId7"/>
    <p:sldId id="262" r:id="rId8"/>
    <p:sldId id="263" r:id="rId9"/>
    <p:sldId id="264" r:id="rId10"/>
    <p:sldId id="265" r:id="rId11"/>
    <p:sldId id="266" r:id="rId12"/>
    <p:sldId id="267" r:id="rId13"/>
    <p:sldId id="268" r:id="rId14"/>
    <p:sldId id="296" r:id="rId15"/>
  </p:sldIdLst>
  <p:sldSz cx="9144000" cy="6858000" type="screen4x3"/>
  <p:notesSz cx="6796088" cy="9928225"/>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Calibri" pitchFamily="32" charset="0"/>
        <a:ea typeface="Microsoft YaHei" charset="-122"/>
        <a:cs typeface="Arial" charset="0"/>
      </a:defRPr>
    </a:lvl5pPr>
    <a:lvl6pPr marL="2286000" algn="l" defTabSz="914400" rtl="0" eaLnBrk="1" latinLnBrk="0" hangingPunct="1">
      <a:defRPr kern="1200">
        <a:solidFill>
          <a:schemeClr val="bg1"/>
        </a:solidFill>
        <a:latin typeface="Calibri" pitchFamily="32" charset="0"/>
        <a:ea typeface="Microsoft YaHei" charset="-122"/>
        <a:cs typeface="Arial" charset="0"/>
      </a:defRPr>
    </a:lvl6pPr>
    <a:lvl7pPr marL="2743200" algn="l" defTabSz="914400" rtl="0" eaLnBrk="1" latinLnBrk="0" hangingPunct="1">
      <a:defRPr kern="1200">
        <a:solidFill>
          <a:schemeClr val="bg1"/>
        </a:solidFill>
        <a:latin typeface="Calibri" pitchFamily="32" charset="0"/>
        <a:ea typeface="Microsoft YaHei" charset="-122"/>
        <a:cs typeface="Arial" charset="0"/>
      </a:defRPr>
    </a:lvl7pPr>
    <a:lvl8pPr marL="3200400" algn="l" defTabSz="914400" rtl="0" eaLnBrk="1" latinLnBrk="0" hangingPunct="1">
      <a:defRPr kern="1200">
        <a:solidFill>
          <a:schemeClr val="bg1"/>
        </a:solidFill>
        <a:latin typeface="Calibri" pitchFamily="32" charset="0"/>
        <a:ea typeface="Microsoft YaHei" charset="-122"/>
        <a:cs typeface="Arial" charset="0"/>
      </a:defRPr>
    </a:lvl8pPr>
    <a:lvl9pPr marL="3657600" algn="l" defTabSz="914400" rtl="0" eaLnBrk="1" latinLnBrk="0" hangingPunct="1">
      <a:defRPr kern="1200">
        <a:solidFill>
          <a:schemeClr val="bg1"/>
        </a:solidFill>
        <a:latin typeface="Calibri" pitchFamily="32" charset="0"/>
        <a:ea typeface="Microsoft YaHei" charset="-122"/>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FFFF"/>
    <a:srgbClr val="74D2E7"/>
    <a:srgbClr val="00BBDC"/>
    <a:srgbClr val="CCFFFF"/>
    <a:srgbClr val="C9C9C9"/>
    <a:srgbClr val="D5D5D5"/>
    <a:srgbClr val="C4C4C4"/>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561EBD-F4B4-4902-93F4-91B282CAB7D9}" v="2" dt="2022-10-06T22:57:33.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0" d="100"/>
          <a:sy n="80" d="100"/>
        </p:scale>
        <p:origin x="186" y="78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 Gallehawk" userId="93dd6677-ad92-4f4d-8ebe-555150310a93" providerId="ADAL" clId="{3F561EBD-F4B4-4902-93F4-91B282CAB7D9}"/>
    <pc:docChg chg="undo custSel modSld">
      <pc:chgData name="Mat Gallehawk" userId="93dd6677-ad92-4f4d-8ebe-555150310a93" providerId="ADAL" clId="{3F561EBD-F4B4-4902-93F4-91B282CAB7D9}" dt="2022-10-06T22:57:33.187" v="1" actId="20577"/>
      <pc:docMkLst>
        <pc:docMk/>
      </pc:docMkLst>
      <pc:sldChg chg="modSp mod">
        <pc:chgData name="Mat Gallehawk" userId="93dd6677-ad92-4f4d-8ebe-555150310a93" providerId="ADAL" clId="{3F561EBD-F4B4-4902-93F4-91B282CAB7D9}" dt="2022-10-06T22:57:33.187" v="1" actId="20577"/>
        <pc:sldMkLst>
          <pc:docMk/>
          <pc:sldMk cId="0" sldId="260"/>
        </pc:sldMkLst>
        <pc:spChg chg="mod">
          <ac:chgData name="Mat Gallehawk" userId="93dd6677-ad92-4f4d-8ebe-555150310a93" providerId="ADAL" clId="{3F561EBD-F4B4-4902-93F4-91B282CAB7D9}" dt="2022-10-06T22:57:33.187" v="1" actId="20577"/>
          <ac:spMkLst>
            <pc:docMk/>
            <pc:sldMk cId="0" sldId="260"/>
            <ac:spMk id="3" creationId="{FCD57DC1-7312-22DB-43DD-0D80385AC7A8}"/>
          </ac:spMkLst>
        </pc:spChg>
      </pc:sldChg>
    </pc:docChg>
  </pc:docChgLst>
  <pc:docChgLst>
    <pc:chgData name="Mat Gallehawk" userId="93dd6677-ad92-4f4d-8ebe-555150310a93" providerId="ADAL" clId="{5C1D787D-7B69-45EE-8E41-810252EF1752}"/>
    <pc:docChg chg="undo custSel modSld">
      <pc:chgData name="Mat Gallehawk" userId="93dd6677-ad92-4f4d-8ebe-555150310a93" providerId="ADAL" clId="{5C1D787D-7B69-45EE-8E41-810252EF1752}" dt="2022-10-04T04:27:42.920" v="44" actId="255"/>
      <pc:docMkLst>
        <pc:docMk/>
      </pc:docMkLst>
      <pc:sldChg chg="modSp mod">
        <pc:chgData name="Mat Gallehawk" userId="93dd6677-ad92-4f4d-8ebe-555150310a93" providerId="ADAL" clId="{5C1D787D-7B69-45EE-8E41-810252EF1752}" dt="2022-10-04T04:26:45.335" v="34" actId="255"/>
        <pc:sldMkLst>
          <pc:docMk/>
          <pc:sldMk cId="0" sldId="257"/>
        </pc:sldMkLst>
        <pc:spChg chg="mod">
          <ac:chgData name="Mat Gallehawk" userId="93dd6677-ad92-4f4d-8ebe-555150310a93" providerId="ADAL" clId="{5C1D787D-7B69-45EE-8E41-810252EF1752}" dt="2022-10-04T04:24:37.406" v="2" actId="313"/>
          <ac:spMkLst>
            <pc:docMk/>
            <pc:sldMk cId="0" sldId="257"/>
            <ac:spMk id="2" creationId="{1B7ADBA5-E4F0-D9DE-02A3-195B8F03DF5E}"/>
          </ac:spMkLst>
        </pc:spChg>
        <pc:spChg chg="mod">
          <ac:chgData name="Mat Gallehawk" userId="93dd6677-ad92-4f4d-8ebe-555150310a93" providerId="ADAL" clId="{5C1D787D-7B69-45EE-8E41-810252EF1752}" dt="2022-10-04T04:26:45.335" v="34" actId="255"/>
          <ac:spMkLst>
            <pc:docMk/>
            <pc:sldMk cId="0" sldId="257"/>
            <ac:spMk id="3" creationId="{BA098BCD-9A0A-5CEC-68ED-C66598C5D915}"/>
          </ac:spMkLst>
        </pc:spChg>
      </pc:sldChg>
      <pc:sldChg chg="modSp mod">
        <pc:chgData name="Mat Gallehawk" userId="93dd6677-ad92-4f4d-8ebe-555150310a93" providerId="ADAL" clId="{5C1D787D-7B69-45EE-8E41-810252EF1752}" dt="2022-10-04T04:26:49.632" v="35" actId="255"/>
        <pc:sldMkLst>
          <pc:docMk/>
          <pc:sldMk cId="0" sldId="258"/>
        </pc:sldMkLst>
        <pc:spChg chg="mod">
          <ac:chgData name="Mat Gallehawk" userId="93dd6677-ad92-4f4d-8ebe-555150310a93" providerId="ADAL" clId="{5C1D787D-7B69-45EE-8E41-810252EF1752}" dt="2022-10-04T04:25:50.165" v="25" actId="1076"/>
          <ac:spMkLst>
            <pc:docMk/>
            <pc:sldMk cId="0" sldId="258"/>
            <ac:spMk id="2" creationId="{9D325338-A1F8-7744-0E43-AF70A3FAFB50}"/>
          </ac:spMkLst>
        </pc:spChg>
        <pc:spChg chg="mod">
          <ac:chgData name="Mat Gallehawk" userId="93dd6677-ad92-4f4d-8ebe-555150310a93" providerId="ADAL" clId="{5C1D787D-7B69-45EE-8E41-810252EF1752}" dt="2022-10-04T04:26:49.632" v="35" actId="255"/>
          <ac:spMkLst>
            <pc:docMk/>
            <pc:sldMk cId="0" sldId="258"/>
            <ac:spMk id="3" creationId="{4F476CF2-15CE-FE35-9B4E-B2E3F14810C1}"/>
          </ac:spMkLst>
        </pc:spChg>
      </pc:sldChg>
      <pc:sldChg chg="modSp mod">
        <pc:chgData name="Mat Gallehawk" userId="93dd6677-ad92-4f4d-8ebe-555150310a93" providerId="ADAL" clId="{5C1D787D-7B69-45EE-8E41-810252EF1752}" dt="2022-10-04T04:26:54.374" v="36" actId="255"/>
        <pc:sldMkLst>
          <pc:docMk/>
          <pc:sldMk cId="0" sldId="259"/>
        </pc:sldMkLst>
        <pc:spChg chg="mod">
          <ac:chgData name="Mat Gallehawk" userId="93dd6677-ad92-4f4d-8ebe-555150310a93" providerId="ADAL" clId="{5C1D787D-7B69-45EE-8E41-810252EF1752}" dt="2022-10-04T04:25:49.462" v="23" actId="1076"/>
          <ac:spMkLst>
            <pc:docMk/>
            <pc:sldMk cId="0" sldId="259"/>
            <ac:spMk id="2" creationId="{DA63F29A-EAB3-4B43-67BF-E9CA9527E3E5}"/>
          </ac:spMkLst>
        </pc:spChg>
        <pc:spChg chg="mod">
          <ac:chgData name="Mat Gallehawk" userId="93dd6677-ad92-4f4d-8ebe-555150310a93" providerId="ADAL" clId="{5C1D787D-7B69-45EE-8E41-810252EF1752}" dt="2022-10-04T04:26:54.374" v="36" actId="255"/>
          <ac:spMkLst>
            <pc:docMk/>
            <pc:sldMk cId="0" sldId="259"/>
            <ac:spMk id="3" creationId="{921763A1-D9D4-9F84-AF60-688866ACE4A8}"/>
          </ac:spMkLst>
        </pc:spChg>
      </pc:sldChg>
      <pc:sldChg chg="modSp mod">
        <pc:chgData name="Mat Gallehawk" userId="93dd6677-ad92-4f4d-8ebe-555150310a93" providerId="ADAL" clId="{5C1D787D-7B69-45EE-8E41-810252EF1752}" dt="2022-10-04T04:26:58.720" v="37" actId="255"/>
        <pc:sldMkLst>
          <pc:docMk/>
          <pc:sldMk cId="0" sldId="260"/>
        </pc:sldMkLst>
        <pc:spChg chg="mod">
          <ac:chgData name="Mat Gallehawk" userId="93dd6677-ad92-4f4d-8ebe-555150310a93" providerId="ADAL" clId="{5C1D787D-7B69-45EE-8E41-810252EF1752}" dt="2022-10-04T04:25:48.782" v="21" actId="1076"/>
          <ac:spMkLst>
            <pc:docMk/>
            <pc:sldMk cId="0" sldId="260"/>
            <ac:spMk id="2" creationId="{185E3746-C366-E95D-842A-80086E8A05B7}"/>
          </ac:spMkLst>
        </pc:spChg>
        <pc:spChg chg="mod">
          <ac:chgData name="Mat Gallehawk" userId="93dd6677-ad92-4f4d-8ebe-555150310a93" providerId="ADAL" clId="{5C1D787D-7B69-45EE-8E41-810252EF1752}" dt="2022-10-04T04:26:58.720" v="37" actId="255"/>
          <ac:spMkLst>
            <pc:docMk/>
            <pc:sldMk cId="0" sldId="260"/>
            <ac:spMk id="3" creationId="{FCD57DC1-7312-22DB-43DD-0D80385AC7A8}"/>
          </ac:spMkLst>
        </pc:spChg>
      </pc:sldChg>
      <pc:sldChg chg="modSp mod">
        <pc:chgData name="Mat Gallehawk" userId="93dd6677-ad92-4f4d-8ebe-555150310a93" providerId="ADAL" clId="{5C1D787D-7B69-45EE-8E41-810252EF1752}" dt="2022-10-04T04:27:04.504" v="38" actId="255"/>
        <pc:sldMkLst>
          <pc:docMk/>
          <pc:sldMk cId="0" sldId="261"/>
        </pc:sldMkLst>
        <pc:spChg chg="mod">
          <ac:chgData name="Mat Gallehawk" userId="93dd6677-ad92-4f4d-8ebe-555150310a93" providerId="ADAL" clId="{5C1D787D-7B69-45EE-8E41-810252EF1752}" dt="2022-10-04T04:25:47.676" v="18" actId="1076"/>
          <ac:spMkLst>
            <pc:docMk/>
            <pc:sldMk cId="0" sldId="261"/>
            <ac:spMk id="2" creationId="{E7E9503C-5B0E-1852-B91C-271D7446EA63}"/>
          </ac:spMkLst>
        </pc:spChg>
        <pc:spChg chg="mod">
          <ac:chgData name="Mat Gallehawk" userId="93dd6677-ad92-4f4d-8ebe-555150310a93" providerId="ADAL" clId="{5C1D787D-7B69-45EE-8E41-810252EF1752}" dt="2022-10-04T04:27:04.504" v="38" actId="255"/>
          <ac:spMkLst>
            <pc:docMk/>
            <pc:sldMk cId="0" sldId="261"/>
            <ac:spMk id="3" creationId="{DFAF1B03-B7E0-C8A5-96AE-62265C5C7DD1}"/>
          </ac:spMkLst>
        </pc:spChg>
      </pc:sldChg>
      <pc:sldChg chg="modSp mod">
        <pc:chgData name="Mat Gallehawk" userId="93dd6677-ad92-4f4d-8ebe-555150310a93" providerId="ADAL" clId="{5C1D787D-7B69-45EE-8E41-810252EF1752}" dt="2022-10-04T04:26:30.203" v="32" actId="255"/>
        <pc:sldMkLst>
          <pc:docMk/>
          <pc:sldMk cId="0" sldId="262"/>
        </pc:sldMkLst>
        <pc:spChg chg="mod">
          <ac:chgData name="Mat Gallehawk" userId="93dd6677-ad92-4f4d-8ebe-555150310a93" providerId="ADAL" clId="{5C1D787D-7B69-45EE-8E41-810252EF1752}" dt="2022-10-04T04:26:30.203" v="32" actId="255"/>
          <ac:spMkLst>
            <pc:docMk/>
            <pc:sldMk cId="0" sldId="262"/>
            <ac:spMk id="3" creationId="{E62FFC94-2FA8-65D0-4C39-4A00A5279494}"/>
          </ac:spMkLst>
        </pc:spChg>
      </pc:sldChg>
      <pc:sldChg chg="modSp mod">
        <pc:chgData name="Mat Gallehawk" userId="93dd6677-ad92-4f4d-8ebe-555150310a93" providerId="ADAL" clId="{5C1D787D-7B69-45EE-8E41-810252EF1752}" dt="2022-10-04T04:26:36.535" v="33" actId="255"/>
        <pc:sldMkLst>
          <pc:docMk/>
          <pc:sldMk cId="0" sldId="263"/>
        </pc:sldMkLst>
        <pc:spChg chg="mod">
          <ac:chgData name="Mat Gallehawk" userId="93dd6677-ad92-4f4d-8ebe-555150310a93" providerId="ADAL" clId="{5C1D787D-7B69-45EE-8E41-810252EF1752}" dt="2022-10-04T04:26:36.535" v="33" actId="255"/>
          <ac:spMkLst>
            <pc:docMk/>
            <pc:sldMk cId="0" sldId="263"/>
            <ac:spMk id="3" creationId="{1726FF6D-485B-3B15-81C9-C5516A45BE8C}"/>
          </ac:spMkLst>
        </pc:spChg>
      </pc:sldChg>
      <pc:sldChg chg="modSp mod">
        <pc:chgData name="Mat Gallehawk" userId="93dd6677-ad92-4f4d-8ebe-555150310a93" providerId="ADAL" clId="{5C1D787D-7B69-45EE-8E41-810252EF1752}" dt="2022-10-04T04:27:42.920" v="44" actId="255"/>
        <pc:sldMkLst>
          <pc:docMk/>
          <pc:sldMk cId="0" sldId="264"/>
        </pc:sldMkLst>
        <pc:spChg chg="mod">
          <ac:chgData name="Mat Gallehawk" userId="93dd6677-ad92-4f4d-8ebe-555150310a93" providerId="ADAL" clId="{5C1D787D-7B69-45EE-8E41-810252EF1752}" dt="2022-10-04T04:27:42.920" v="44" actId="255"/>
          <ac:spMkLst>
            <pc:docMk/>
            <pc:sldMk cId="0" sldId="264"/>
            <ac:spMk id="3" creationId="{722F62A7-CC27-E1F2-A9E9-3E9BE37B5EF5}"/>
          </ac:spMkLst>
        </pc:spChg>
      </pc:sldChg>
      <pc:sldChg chg="modSp mod">
        <pc:chgData name="Mat Gallehawk" userId="93dd6677-ad92-4f4d-8ebe-555150310a93" providerId="ADAL" clId="{5C1D787D-7B69-45EE-8E41-810252EF1752}" dt="2022-10-04T04:27:24.180" v="41" actId="27636"/>
        <pc:sldMkLst>
          <pc:docMk/>
          <pc:sldMk cId="0" sldId="265"/>
        </pc:sldMkLst>
        <pc:spChg chg="mod">
          <ac:chgData name="Mat Gallehawk" userId="93dd6677-ad92-4f4d-8ebe-555150310a93" providerId="ADAL" clId="{5C1D787D-7B69-45EE-8E41-810252EF1752}" dt="2022-10-04T04:27:24.180" v="41" actId="27636"/>
          <ac:spMkLst>
            <pc:docMk/>
            <pc:sldMk cId="0" sldId="265"/>
            <ac:spMk id="3" creationId="{25A6D5AB-DB23-4482-CC5B-D185F1EB3654}"/>
          </ac:spMkLst>
        </pc:spChg>
      </pc:sldChg>
      <pc:sldChg chg="modSp mod">
        <pc:chgData name="Mat Gallehawk" userId="93dd6677-ad92-4f4d-8ebe-555150310a93" providerId="ADAL" clId="{5C1D787D-7B69-45EE-8E41-810252EF1752}" dt="2022-10-04T04:27:28.495" v="42" actId="255"/>
        <pc:sldMkLst>
          <pc:docMk/>
          <pc:sldMk cId="0" sldId="266"/>
        </pc:sldMkLst>
        <pc:spChg chg="mod">
          <ac:chgData name="Mat Gallehawk" userId="93dd6677-ad92-4f4d-8ebe-555150310a93" providerId="ADAL" clId="{5C1D787D-7B69-45EE-8E41-810252EF1752}" dt="2022-10-04T04:27:28.495" v="42" actId="255"/>
          <ac:spMkLst>
            <pc:docMk/>
            <pc:sldMk cId="0" sldId="266"/>
            <ac:spMk id="3" creationId="{8C2CF030-09B0-0214-7B08-C6C193182BF0}"/>
          </ac:spMkLst>
        </pc:spChg>
      </pc:sldChg>
      <pc:sldChg chg="modSp mod">
        <pc:chgData name="Mat Gallehawk" userId="93dd6677-ad92-4f4d-8ebe-555150310a93" providerId="ADAL" clId="{5C1D787D-7B69-45EE-8E41-810252EF1752}" dt="2022-10-04T04:27:33.128" v="43" actId="255"/>
        <pc:sldMkLst>
          <pc:docMk/>
          <pc:sldMk cId="0" sldId="267"/>
        </pc:sldMkLst>
        <pc:spChg chg="mod">
          <ac:chgData name="Mat Gallehawk" userId="93dd6677-ad92-4f4d-8ebe-555150310a93" providerId="ADAL" clId="{5C1D787D-7B69-45EE-8E41-810252EF1752}" dt="2022-10-04T04:27:33.128" v="43" actId="255"/>
          <ac:spMkLst>
            <pc:docMk/>
            <pc:sldMk cId="0" sldId="267"/>
            <ac:spMk id="3" creationId="{820D0C6E-CD76-5613-2776-EEA9A55D6D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AutoShape 1"/>
          <p:cNvSpPr>
            <a:spLocks noChangeArrowheads="1"/>
          </p:cNvSpPr>
          <p:nvPr/>
        </p:nvSpPr>
        <p:spPr bwMode="auto">
          <a:xfrm>
            <a:off x="0" y="0"/>
            <a:ext cx="6796088" cy="9928225"/>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9939" name="Text Box 2"/>
          <p:cNvSpPr txBox="1">
            <a:spLocks noChangeArrowheads="1"/>
          </p:cNvSpP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075" name="Rectangle 3"/>
          <p:cNvSpPr>
            <a:spLocks noGrp="1" noChangeArrowheads="1"/>
          </p:cNvSpPr>
          <p:nvPr>
            <p:ph type="dt"/>
          </p:nvPr>
        </p:nvSpPr>
        <p:spPr bwMode="auto">
          <a:xfrm>
            <a:off x="3849688" y="0"/>
            <a:ext cx="29448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endParaRPr lang="en-AU"/>
          </a:p>
        </p:txBody>
      </p:sp>
      <p:sp>
        <p:nvSpPr>
          <p:cNvPr id="39941" name="Rectangle 4"/>
          <p:cNvSpPr>
            <a:spLocks noGrp="1" noRot="1" noChangeAspect="1" noChangeArrowheads="1"/>
          </p:cNvSpPr>
          <p:nvPr>
            <p:ph type="sldImg"/>
          </p:nvPr>
        </p:nvSpPr>
        <p:spPr bwMode="auto">
          <a:xfrm>
            <a:off x="917575" y="744538"/>
            <a:ext cx="4960938" cy="3721100"/>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p:nvPr>
        </p:nvSpPr>
        <p:spPr bwMode="auto">
          <a:xfrm>
            <a:off x="679450" y="4716463"/>
            <a:ext cx="5437188" cy="446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endParaRPr lang="en-US" noProof="0"/>
          </a:p>
        </p:txBody>
      </p:sp>
      <p:sp>
        <p:nvSpPr>
          <p:cNvPr id="39943" name="Text Box 6"/>
          <p:cNvSpPr txBox="1">
            <a:spLocks noChangeArrowheads="1"/>
          </p:cNvSpPr>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AU"/>
          </a:p>
        </p:txBody>
      </p:sp>
      <p:sp>
        <p:nvSpPr>
          <p:cNvPr id="3079" name="Rectangle 7"/>
          <p:cNvSpPr>
            <a:spLocks noGrp="1" noChangeArrowheads="1"/>
          </p:cNvSpPr>
          <p:nvPr>
            <p:ph type="sldNum"/>
          </p:nvPr>
        </p:nvSpPr>
        <p:spPr bwMode="auto">
          <a:xfrm>
            <a:off x="3849688" y="9429750"/>
            <a:ext cx="294481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lvl1pPr algn="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ea typeface="+mn-ea"/>
                <a:cs typeface="Arial" charset="0"/>
              </a:defRPr>
            </a:lvl1pPr>
          </a:lstStyle>
          <a:p>
            <a:pPr>
              <a:defRPr/>
            </a:pPr>
            <a:fld id="{B2648A16-E134-4B8A-8E0B-E67E8027D834}" type="slidenum">
              <a:rPr lang="en-AU"/>
              <a:pPr>
                <a:defRPr/>
              </a:pPr>
              <a:t>‹#›</a:t>
            </a:fld>
            <a:endParaRPr lang="en-AU"/>
          </a:p>
        </p:txBody>
      </p:sp>
    </p:spTree>
    <p:extLst>
      <p:ext uri="{BB962C8B-B14F-4D97-AF65-F5344CB8AC3E}">
        <p14:creationId xmlns:p14="http://schemas.microsoft.com/office/powerpoint/2010/main" val="3746781252"/>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196EF45-97C4-8D6F-E433-735A37ACF554}"/>
              </a:ext>
            </a:extLst>
          </p:cNvPr>
          <p:cNvSpPr txBox="1">
            <a:spLocks noGrp="1"/>
          </p:cNvSpPr>
          <p:nvPr>
            <p:ph type="sldNum" sz="quarter" idx="5"/>
          </p:nvPr>
        </p:nvSpPr>
        <p:spPr>
          <a:ln/>
        </p:spPr>
        <p:txBody>
          <a:bodyPr vert="horz" lIns="0" tIns="0" rIns="0" bIns="0" anchor="b" anchorCtr="0">
            <a:noAutofit/>
          </a:bodyPr>
          <a:lstStyle/>
          <a:p>
            <a:pPr lvl="0"/>
            <a:fld id="{88CC02B4-4C90-431A-927B-3E9797A20D6D}" type="slidenum">
              <a:t>2</a:t>
            </a:fld>
            <a:endParaRPr lang="en-AU"/>
          </a:p>
        </p:txBody>
      </p:sp>
      <p:sp>
        <p:nvSpPr>
          <p:cNvPr id="2" name="Slide Image Placeholder 1">
            <a:extLst>
              <a:ext uri="{FF2B5EF4-FFF2-40B4-BE49-F238E27FC236}">
                <a16:creationId xmlns:a16="http://schemas.microsoft.com/office/drawing/2014/main" id="{CBBC9C95-04DD-DC5A-D24F-4F53D5D44FEE}"/>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7FEE2D5-EE76-13E7-209D-BBB87C6F2AAF}"/>
              </a:ext>
            </a:extLst>
          </p:cNvPr>
          <p:cNvSpPr txBox="1">
            <a:spLocks noGrp="1"/>
          </p:cNvSpPr>
          <p:nvPr>
            <p:ph type="body" sz="quarter" idx="1"/>
          </p:nvPr>
        </p:nvSpPr>
        <p:spPr>
          <a:xfrm>
            <a:off x="756000" y="5078520"/>
            <a:ext cx="6048000" cy="4811040"/>
          </a:xfrm>
        </p:spPr>
        <p:txBody>
          <a:bodyPr vert="horz">
            <a:spAutoFit/>
          </a:bodyPr>
          <a:lstStyle/>
          <a:p>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580F1F2-4550-201B-98ED-139DCFE7B2C1}"/>
              </a:ext>
            </a:extLst>
          </p:cNvPr>
          <p:cNvSpPr txBox="1">
            <a:spLocks noGrp="1"/>
          </p:cNvSpPr>
          <p:nvPr>
            <p:ph type="sldNum" sz="quarter" idx="5"/>
          </p:nvPr>
        </p:nvSpPr>
        <p:spPr>
          <a:ln/>
        </p:spPr>
        <p:txBody>
          <a:bodyPr vert="horz" lIns="0" tIns="0" rIns="0" bIns="0" anchor="b" anchorCtr="0">
            <a:noAutofit/>
          </a:bodyPr>
          <a:lstStyle/>
          <a:p>
            <a:pPr lvl="0"/>
            <a:fld id="{424BDB1A-812C-481C-AD22-C4D461648BD0}" type="slidenum">
              <a:t>3</a:t>
            </a:fld>
            <a:endParaRPr lang="en-AU"/>
          </a:p>
        </p:txBody>
      </p:sp>
      <p:sp>
        <p:nvSpPr>
          <p:cNvPr id="2" name="Slide Image Placeholder 1">
            <a:extLst>
              <a:ext uri="{FF2B5EF4-FFF2-40B4-BE49-F238E27FC236}">
                <a16:creationId xmlns:a16="http://schemas.microsoft.com/office/drawing/2014/main" id="{534CC6FA-3D43-B173-730C-4A3EE8C32165}"/>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162486F-1D95-8B76-AE04-284E9EACEE52}"/>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2BAFBEB-67AD-D7FC-30A0-885D923EE8C8}"/>
              </a:ext>
            </a:extLst>
          </p:cNvPr>
          <p:cNvSpPr txBox="1">
            <a:spLocks noGrp="1"/>
          </p:cNvSpPr>
          <p:nvPr>
            <p:ph type="sldNum" sz="quarter" idx="5"/>
          </p:nvPr>
        </p:nvSpPr>
        <p:spPr>
          <a:ln/>
        </p:spPr>
        <p:txBody>
          <a:bodyPr vert="horz" lIns="0" tIns="0" rIns="0" bIns="0" anchor="b" anchorCtr="0">
            <a:noAutofit/>
          </a:bodyPr>
          <a:lstStyle/>
          <a:p>
            <a:pPr lvl="0"/>
            <a:fld id="{D2A7E931-2A9D-4D42-B653-231D3ADDD205}" type="slidenum">
              <a:t>4</a:t>
            </a:fld>
            <a:endParaRPr lang="en-AU"/>
          </a:p>
        </p:txBody>
      </p:sp>
      <p:sp>
        <p:nvSpPr>
          <p:cNvPr id="2" name="Slide Image Placeholder 1">
            <a:extLst>
              <a:ext uri="{FF2B5EF4-FFF2-40B4-BE49-F238E27FC236}">
                <a16:creationId xmlns:a16="http://schemas.microsoft.com/office/drawing/2014/main" id="{1899D716-2433-4F89-DC65-7800C06E873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B0D4736-6016-14B1-28E5-AC7BBA6108BB}"/>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51C56A-F1CE-A771-B252-FABBA111F4E3}"/>
              </a:ext>
            </a:extLst>
          </p:cNvPr>
          <p:cNvSpPr txBox="1">
            <a:spLocks noGrp="1"/>
          </p:cNvSpPr>
          <p:nvPr>
            <p:ph type="sldNum" sz="quarter" idx="5"/>
          </p:nvPr>
        </p:nvSpPr>
        <p:spPr>
          <a:ln/>
        </p:spPr>
        <p:txBody>
          <a:bodyPr vert="horz" lIns="0" tIns="0" rIns="0" bIns="0" anchor="b" anchorCtr="0">
            <a:noAutofit/>
          </a:bodyPr>
          <a:lstStyle/>
          <a:p>
            <a:pPr lvl="0"/>
            <a:fld id="{A2386C80-E9B0-420B-9045-A4015D51C447}" type="slidenum">
              <a:t>5</a:t>
            </a:fld>
            <a:endParaRPr lang="en-AU"/>
          </a:p>
        </p:txBody>
      </p:sp>
      <p:sp>
        <p:nvSpPr>
          <p:cNvPr id="2" name="Slide Image Placeholder 1">
            <a:extLst>
              <a:ext uri="{FF2B5EF4-FFF2-40B4-BE49-F238E27FC236}">
                <a16:creationId xmlns:a16="http://schemas.microsoft.com/office/drawing/2014/main" id="{FEB3F700-8D06-43A4-0DBB-D491290BA423}"/>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C863BBD-0E8C-CCB1-D133-4B09B71C11B8}"/>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26DCA0B-AF53-ABEF-5128-782DBA82BCF3}"/>
              </a:ext>
            </a:extLst>
          </p:cNvPr>
          <p:cNvSpPr txBox="1">
            <a:spLocks noGrp="1"/>
          </p:cNvSpPr>
          <p:nvPr>
            <p:ph type="sldNum" sz="quarter" idx="5"/>
          </p:nvPr>
        </p:nvSpPr>
        <p:spPr>
          <a:ln/>
        </p:spPr>
        <p:txBody>
          <a:bodyPr vert="horz" lIns="0" tIns="0" rIns="0" bIns="0" anchor="b" anchorCtr="0">
            <a:noAutofit/>
          </a:bodyPr>
          <a:lstStyle/>
          <a:p>
            <a:pPr lvl="0"/>
            <a:fld id="{AE0B29E6-E854-4577-87B0-DFECFC07BEE0}" type="slidenum">
              <a:t>6</a:t>
            </a:fld>
            <a:endParaRPr lang="en-AU"/>
          </a:p>
        </p:txBody>
      </p:sp>
      <p:sp>
        <p:nvSpPr>
          <p:cNvPr id="2" name="Slide Image Placeholder 1">
            <a:extLst>
              <a:ext uri="{FF2B5EF4-FFF2-40B4-BE49-F238E27FC236}">
                <a16:creationId xmlns:a16="http://schemas.microsoft.com/office/drawing/2014/main" id="{2914E1A7-BF8D-A30C-1848-600CFDF4A022}"/>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16B5D10-E5BB-000E-736C-5794C2540E03}"/>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7DEE6D-D9B9-1152-D19D-3743B90DAE39}"/>
              </a:ext>
            </a:extLst>
          </p:cNvPr>
          <p:cNvSpPr txBox="1">
            <a:spLocks noGrp="1"/>
          </p:cNvSpPr>
          <p:nvPr>
            <p:ph type="sldNum" sz="quarter" idx="5"/>
          </p:nvPr>
        </p:nvSpPr>
        <p:spPr>
          <a:ln/>
        </p:spPr>
        <p:txBody>
          <a:bodyPr vert="horz" lIns="0" tIns="0" rIns="0" bIns="0" anchor="b" anchorCtr="0">
            <a:noAutofit/>
          </a:bodyPr>
          <a:lstStyle/>
          <a:p>
            <a:pPr lvl="0"/>
            <a:fld id="{9C884599-C088-4BFF-A981-CEE49623A0AF}" type="slidenum">
              <a:t>7</a:t>
            </a:fld>
            <a:endParaRPr lang="en-AU"/>
          </a:p>
        </p:txBody>
      </p:sp>
      <p:sp>
        <p:nvSpPr>
          <p:cNvPr id="2" name="Slide Image Placeholder 1">
            <a:extLst>
              <a:ext uri="{FF2B5EF4-FFF2-40B4-BE49-F238E27FC236}">
                <a16:creationId xmlns:a16="http://schemas.microsoft.com/office/drawing/2014/main" id="{60495156-25A6-40D9-3172-C435EB50DF1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3E3A324-64DA-1EAF-CEB0-B846C07875E4}"/>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32AB31A-4962-9AF9-CFFF-C5A67CE39151}"/>
              </a:ext>
            </a:extLst>
          </p:cNvPr>
          <p:cNvSpPr txBox="1">
            <a:spLocks noGrp="1"/>
          </p:cNvSpPr>
          <p:nvPr>
            <p:ph type="sldNum" sz="quarter" idx="5"/>
          </p:nvPr>
        </p:nvSpPr>
        <p:spPr>
          <a:ln/>
        </p:spPr>
        <p:txBody>
          <a:bodyPr vert="horz" lIns="0" tIns="0" rIns="0" bIns="0" anchor="b" anchorCtr="0">
            <a:noAutofit/>
          </a:bodyPr>
          <a:lstStyle/>
          <a:p>
            <a:pPr lvl="0"/>
            <a:fld id="{1BD9EC7E-CB8F-4F52-9294-5D310683FADE}" type="slidenum">
              <a:t>8</a:t>
            </a:fld>
            <a:endParaRPr lang="en-AU"/>
          </a:p>
        </p:txBody>
      </p:sp>
      <p:sp>
        <p:nvSpPr>
          <p:cNvPr id="2" name="Slide Image Placeholder 1">
            <a:extLst>
              <a:ext uri="{FF2B5EF4-FFF2-40B4-BE49-F238E27FC236}">
                <a16:creationId xmlns:a16="http://schemas.microsoft.com/office/drawing/2014/main" id="{217DEF7C-4AD0-68CC-7F3A-7439A86ED23C}"/>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C33C328-6914-CFB0-BA2C-B18E0D16106B}"/>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7B0CF28-B1BF-5603-973E-A616DA4F834D}"/>
              </a:ext>
            </a:extLst>
          </p:cNvPr>
          <p:cNvSpPr txBox="1">
            <a:spLocks noGrp="1"/>
          </p:cNvSpPr>
          <p:nvPr>
            <p:ph type="sldNum" sz="quarter" idx="5"/>
          </p:nvPr>
        </p:nvSpPr>
        <p:spPr>
          <a:ln/>
        </p:spPr>
        <p:txBody>
          <a:bodyPr vert="horz" lIns="0" tIns="0" rIns="0" bIns="0" anchor="b" anchorCtr="0">
            <a:noAutofit/>
          </a:bodyPr>
          <a:lstStyle/>
          <a:p>
            <a:pPr lvl="0"/>
            <a:fld id="{73EBFFD7-064C-42BD-A90A-96993B21CDF4}" type="slidenum">
              <a:t>9</a:t>
            </a:fld>
            <a:endParaRPr lang="en-AU"/>
          </a:p>
        </p:txBody>
      </p:sp>
      <p:sp>
        <p:nvSpPr>
          <p:cNvPr id="2" name="Slide Image Placeholder 1">
            <a:extLst>
              <a:ext uri="{FF2B5EF4-FFF2-40B4-BE49-F238E27FC236}">
                <a16:creationId xmlns:a16="http://schemas.microsoft.com/office/drawing/2014/main" id="{3D2830CB-703D-CEED-10EC-7ADDAE9B0EE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F1D649F-35F9-199E-4342-B60186B111F3}"/>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8C0C0F6-0A8C-ED2D-91C0-AE0159C9A2D9}"/>
              </a:ext>
            </a:extLst>
          </p:cNvPr>
          <p:cNvSpPr txBox="1">
            <a:spLocks noGrp="1"/>
          </p:cNvSpPr>
          <p:nvPr>
            <p:ph type="sldNum" sz="quarter" idx="5"/>
          </p:nvPr>
        </p:nvSpPr>
        <p:spPr>
          <a:ln/>
        </p:spPr>
        <p:txBody>
          <a:bodyPr vert="horz" lIns="0" tIns="0" rIns="0" bIns="0" anchor="b" anchorCtr="0">
            <a:noAutofit/>
          </a:bodyPr>
          <a:lstStyle/>
          <a:p>
            <a:pPr lvl="0"/>
            <a:fld id="{4335AC3A-492E-4FCF-AB2A-C52E5134A4E5}" type="slidenum">
              <a:t>10</a:t>
            </a:fld>
            <a:endParaRPr lang="en-AU"/>
          </a:p>
        </p:txBody>
      </p:sp>
      <p:sp>
        <p:nvSpPr>
          <p:cNvPr id="2" name="Slide Image Placeholder 1">
            <a:extLst>
              <a:ext uri="{FF2B5EF4-FFF2-40B4-BE49-F238E27FC236}">
                <a16:creationId xmlns:a16="http://schemas.microsoft.com/office/drawing/2014/main" id="{EE52F7B4-6F05-862C-943C-C6103E318F0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F93B8C3-8348-B964-09B0-1B9F4602CFE9}"/>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DED56B3-FF42-8137-260B-776B388AFE1F}"/>
              </a:ext>
            </a:extLst>
          </p:cNvPr>
          <p:cNvSpPr txBox="1">
            <a:spLocks noGrp="1"/>
          </p:cNvSpPr>
          <p:nvPr>
            <p:ph type="sldNum" sz="quarter" idx="5"/>
          </p:nvPr>
        </p:nvSpPr>
        <p:spPr>
          <a:ln/>
        </p:spPr>
        <p:txBody>
          <a:bodyPr vert="horz" lIns="0" tIns="0" rIns="0" bIns="0" anchor="b" anchorCtr="0">
            <a:noAutofit/>
          </a:bodyPr>
          <a:lstStyle/>
          <a:p>
            <a:pPr lvl="0"/>
            <a:fld id="{E34CD53C-060E-4365-B98B-516CB8C4F1F8}" type="slidenum">
              <a:t>11</a:t>
            </a:fld>
            <a:endParaRPr lang="en-AU"/>
          </a:p>
        </p:txBody>
      </p:sp>
      <p:sp>
        <p:nvSpPr>
          <p:cNvPr id="2" name="Slide Image Placeholder 1">
            <a:extLst>
              <a:ext uri="{FF2B5EF4-FFF2-40B4-BE49-F238E27FC236}">
                <a16:creationId xmlns:a16="http://schemas.microsoft.com/office/drawing/2014/main" id="{F1A1F1A6-D4A1-50CE-0585-D8146B06326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1C71659-D842-61FB-786F-CCF184A69E5D}"/>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397C984-A955-D7E7-F9EB-3EBD27450EEB}"/>
              </a:ext>
            </a:extLst>
          </p:cNvPr>
          <p:cNvSpPr txBox="1">
            <a:spLocks noGrp="1"/>
          </p:cNvSpPr>
          <p:nvPr>
            <p:ph type="sldNum" sz="quarter" idx="5"/>
          </p:nvPr>
        </p:nvSpPr>
        <p:spPr>
          <a:ln/>
        </p:spPr>
        <p:txBody>
          <a:bodyPr vert="horz" lIns="0" tIns="0" rIns="0" bIns="0" anchor="b" anchorCtr="0">
            <a:noAutofit/>
          </a:bodyPr>
          <a:lstStyle/>
          <a:p>
            <a:pPr lvl="0"/>
            <a:fld id="{F9361F10-F969-4BF8-82F4-ED8A125B5A5E}" type="slidenum">
              <a:t>12</a:t>
            </a:fld>
            <a:endParaRPr lang="en-AU"/>
          </a:p>
        </p:txBody>
      </p:sp>
      <p:sp>
        <p:nvSpPr>
          <p:cNvPr id="2" name="Slide Image Placeholder 1">
            <a:extLst>
              <a:ext uri="{FF2B5EF4-FFF2-40B4-BE49-F238E27FC236}">
                <a16:creationId xmlns:a16="http://schemas.microsoft.com/office/drawing/2014/main" id="{73BC5164-0AD8-F62F-6AF8-439CED3FB85B}"/>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EF953AA-85E5-C8AF-5FDA-D2309A1B3F2A}"/>
              </a:ext>
            </a:extLst>
          </p:cNvPr>
          <p:cNvSpPr txBox="1">
            <a:spLocks noGrp="1"/>
          </p:cNvSpPr>
          <p:nvPr>
            <p:ph type="body" sz="quarter" idx="1"/>
          </p:nvPr>
        </p:nvSpPr>
        <p:spPr/>
        <p:txBody>
          <a:bodyPr vert="horz"/>
          <a:lstStyle/>
          <a:p>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31C187C-3AFD-8783-9133-3718529B77E9}"/>
              </a:ext>
            </a:extLst>
          </p:cNvPr>
          <p:cNvSpPr txBox="1">
            <a:spLocks noGrp="1"/>
          </p:cNvSpPr>
          <p:nvPr>
            <p:ph type="sldNum" sz="quarter" idx="5"/>
          </p:nvPr>
        </p:nvSpPr>
        <p:spPr>
          <a:ln/>
        </p:spPr>
        <p:txBody>
          <a:bodyPr vert="horz" lIns="0" tIns="0" rIns="0" bIns="0" anchor="b" anchorCtr="0">
            <a:noAutofit/>
          </a:bodyPr>
          <a:lstStyle/>
          <a:p>
            <a:pPr lvl="0"/>
            <a:fld id="{C9DCD6ED-6F0E-4326-B4D1-0A66719DDC8C}" type="slidenum">
              <a:t>13</a:t>
            </a:fld>
            <a:endParaRPr lang="en-AU"/>
          </a:p>
        </p:txBody>
      </p:sp>
      <p:sp>
        <p:nvSpPr>
          <p:cNvPr id="2" name="Slide Image Placeholder 1">
            <a:extLst>
              <a:ext uri="{FF2B5EF4-FFF2-40B4-BE49-F238E27FC236}">
                <a16:creationId xmlns:a16="http://schemas.microsoft.com/office/drawing/2014/main" id="{24F94023-02F4-CA0F-23E5-1182ABB8F002}"/>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E52EABD-AC9F-387E-8F07-29802AB87AF0}"/>
              </a:ext>
            </a:extLst>
          </p:cNvPr>
          <p:cNvSpPr txBox="1">
            <a:spLocks noGrp="1"/>
          </p:cNvSpPr>
          <p:nvPr>
            <p:ph type="body" sz="quarter" idx="1"/>
          </p:nvPr>
        </p:nvSpPr>
        <p:spPr/>
        <p:txBody>
          <a:bodyPr vert="horz"/>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Wait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506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64600" y="3702378"/>
            <a:ext cx="6858000" cy="610422"/>
          </a:xfrm>
        </p:spPr>
        <p:txBody>
          <a:bodyPr anchor="b">
            <a:normAutofit/>
          </a:bodyPr>
          <a:lstStyle>
            <a:lvl1pPr algn="l">
              <a:defRPr sz="4000"/>
            </a:lvl1pPr>
          </a:lstStyle>
          <a:p>
            <a:r>
              <a:rPr lang="en-US"/>
              <a:t>Click to edit Master title style</a:t>
            </a:r>
            <a:endParaRPr lang="en-US" dirty="0"/>
          </a:p>
        </p:txBody>
      </p:sp>
      <p:sp>
        <p:nvSpPr>
          <p:cNvPr id="3" name="Subtitle 2"/>
          <p:cNvSpPr>
            <a:spLocks noGrp="1"/>
          </p:cNvSpPr>
          <p:nvPr>
            <p:ph type="subTitle" idx="1"/>
          </p:nvPr>
        </p:nvSpPr>
        <p:spPr>
          <a:xfrm>
            <a:off x="1164600" y="5424835"/>
            <a:ext cx="6858000" cy="39876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defTabSz="449263">
              <a:buClr>
                <a:srgbClr val="000000"/>
              </a:buClr>
              <a:buSzPct val="100000"/>
              <a:buFont typeface="Times New Roman" pitchFamily="16" charset="0"/>
              <a:buNone/>
              <a:defRPr/>
            </a:lvl1pPr>
          </a:lstStyle>
          <a:p>
            <a:pPr>
              <a:defRPr/>
            </a:pPr>
            <a:fld id="{90D6ED98-98A9-431F-A354-964E57644AAB}" type="datetimeFigureOut">
              <a:rPr lang="en-AU"/>
              <a:pPr>
                <a:defRPr/>
              </a:pPr>
              <a:t>7/10/2022</a:t>
            </a:fld>
            <a:endParaRPr lang="en-AU" dirty="0"/>
          </a:p>
        </p:txBody>
      </p:sp>
    </p:spTree>
    <p:extLst>
      <p:ext uri="{BB962C8B-B14F-4D97-AF65-F5344CB8AC3E}">
        <p14:creationId xmlns:p14="http://schemas.microsoft.com/office/powerpoint/2010/main" val="2100971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471587"/>
          </a:xfrm>
        </p:spPr>
        <p:txBody>
          <a:bodyPr/>
          <a:lstStyle>
            <a:lvl1pPr>
              <a:defRPr sz="2400" b="1">
                <a:latin typeface="+mj-lt"/>
                <a:cs typeface="DINOT-Bold" panose="020B0804020101020102"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28650" y="980728"/>
            <a:ext cx="7886700" cy="5196235"/>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4438" y="6542088"/>
            <a:ext cx="1449387" cy="160337"/>
          </a:xfrm>
        </p:spPr>
        <p:txBody>
          <a:bodyPr/>
          <a:lstStyle>
            <a:lvl1pPr defTabSz="449263">
              <a:buClr>
                <a:srgbClr val="000000"/>
              </a:buClr>
              <a:buSzPct val="100000"/>
              <a:buFont typeface="Times New Roman" pitchFamily="16" charset="0"/>
              <a:buNone/>
              <a:defRPr/>
            </a:lvl1pPr>
          </a:lstStyle>
          <a:p>
            <a:pPr>
              <a:defRPr/>
            </a:pPr>
            <a:fld id="{7D784D61-7083-48BD-845D-71EFBFC88A37}" type="datetimeFigureOut">
              <a:rPr lang="en-AU"/>
              <a:pPr>
                <a:defRPr/>
              </a:pPr>
              <a:t>7/10/2022</a:t>
            </a:fld>
            <a:endParaRPr lang="en-AU" dirty="0"/>
          </a:p>
        </p:txBody>
      </p:sp>
      <p:sp>
        <p:nvSpPr>
          <p:cNvPr id="5" name="Slide Number Placeholder 5"/>
          <p:cNvSpPr>
            <a:spLocks noGrp="1"/>
          </p:cNvSpPr>
          <p:nvPr>
            <p:ph type="sldNum" sz="quarter" idx="11"/>
          </p:nvPr>
        </p:nvSpPr>
        <p:spPr>
          <a:xfrm>
            <a:off x="6592888" y="6542088"/>
            <a:ext cx="922337" cy="160337"/>
          </a:xfrm>
        </p:spPr>
        <p:txBody>
          <a:bodyPr/>
          <a:lstStyle>
            <a:lvl1pPr defTabSz="449263">
              <a:buClr>
                <a:srgbClr val="000000"/>
              </a:buClr>
              <a:buSzPct val="100000"/>
              <a:buFont typeface="Times New Roman" pitchFamily="16" charset="0"/>
              <a:buNone/>
              <a:defRPr/>
            </a:lvl1pPr>
          </a:lstStyle>
          <a:p>
            <a:pPr>
              <a:defRPr/>
            </a:pPr>
            <a:r>
              <a:rPr lang="en-AU" dirty="0"/>
              <a:t>Slide </a:t>
            </a:r>
            <a:fld id="{C855FA6A-73C9-40CD-8885-046E95F4DBEE}" type="slidenum">
              <a:rPr lang="en-AU"/>
              <a:pPr>
                <a:defRPr/>
              </a:pPr>
              <a:t>‹#›</a:t>
            </a:fld>
            <a:endParaRPr lang="en-AU" dirty="0"/>
          </a:p>
        </p:txBody>
      </p:sp>
    </p:spTree>
    <p:extLst>
      <p:ext uri="{BB962C8B-B14F-4D97-AF65-F5344CB8AC3E}">
        <p14:creationId xmlns:p14="http://schemas.microsoft.com/office/powerpoint/2010/main" val="3237863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hank You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1447800" y="3892550"/>
            <a:ext cx="24987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DINOT" pitchFamily="34" charset="0"/>
              </a:defRPr>
            </a:lvl1pPr>
            <a:lvl2pPr marL="742950" indent="-285750">
              <a:defRPr>
                <a:solidFill>
                  <a:schemeClr val="tx1"/>
                </a:solidFill>
                <a:latin typeface="DINOT" pitchFamily="34" charset="0"/>
              </a:defRPr>
            </a:lvl2pPr>
            <a:lvl3pPr marL="1143000" indent="-228600">
              <a:defRPr>
                <a:solidFill>
                  <a:schemeClr val="tx1"/>
                </a:solidFill>
                <a:latin typeface="DINOT" pitchFamily="34" charset="0"/>
              </a:defRPr>
            </a:lvl3pPr>
            <a:lvl4pPr marL="1600200" indent="-228600">
              <a:defRPr>
                <a:solidFill>
                  <a:schemeClr val="tx1"/>
                </a:solidFill>
                <a:latin typeface="DINOT" pitchFamily="34" charset="0"/>
              </a:defRPr>
            </a:lvl4pPr>
            <a:lvl5pPr marL="2057400" indent="-228600">
              <a:defRPr>
                <a:solidFill>
                  <a:schemeClr val="tx1"/>
                </a:solidFill>
                <a:latin typeface="DINOT" pitchFamily="34" charset="0"/>
              </a:defRPr>
            </a:lvl5pPr>
            <a:lvl6pPr marL="2514600" indent="-228600" fontAlgn="base">
              <a:spcBef>
                <a:spcPct val="0"/>
              </a:spcBef>
              <a:spcAft>
                <a:spcPct val="0"/>
              </a:spcAft>
              <a:defRPr>
                <a:solidFill>
                  <a:schemeClr val="tx1"/>
                </a:solidFill>
                <a:latin typeface="DINOT" pitchFamily="34" charset="0"/>
              </a:defRPr>
            </a:lvl6pPr>
            <a:lvl7pPr marL="2971800" indent="-228600" fontAlgn="base">
              <a:spcBef>
                <a:spcPct val="0"/>
              </a:spcBef>
              <a:spcAft>
                <a:spcPct val="0"/>
              </a:spcAft>
              <a:defRPr>
                <a:solidFill>
                  <a:schemeClr val="tx1"/>
                </a:solidFill>
                <a:latin typeface="DINOT" pitchFamily="34" charset="0"/>
              </a:defRPr>
            </a:lvl7pPr>
            <a:lvl8pPr marL="3429000" indent="-228600" fontAlgn="base">
              <a:spcBef>
                <a:spcPct val="0"/>
              </a:spcBef>
              <a:spcAft>
                <a:spcPct val="0"/>
              </a:spcAft>
              <a:defRPr>
                <a:solidFill>
                  <a:schemeClr val="tx1"/>
                </a:solidFill>
                <a:latin typeface="DINOT" pitchFamily="34" charset="0"/>
              </a:defRPr>
            </a:lvl8pPr>
            <a:lvl9pPr marL="3886200" indent="-228600" fontAlgn="base">
              <a:spcBef>
                <a:spcPct val="0"/>
              </a:spcBef>
              <a:spcAft>
                <a:spcPct val="0"/>
              </a:spcAft>
              <a:defRPr>
                <a:solidFill>
                  <a:schemeClr val="tx1"/>
                </a:solidFill>
                <a:latin typeface="DINOT" pitchFamily="34" charset="0"/>
              </a:defRPr>
            </a:lvl9pPr>
          </a:lstStyle>
          <a:p>
            <a:pPr defTabSz="914400">
              <a:buClrTx/>
              <a:buSzTx/>
              <a:buFontTx/>
              <a:buNone/>
              <a:defRPr/>
            </a:pPr>
            <a:r>
              <a:rPr lang="en-US" sz="4000" dirty="0">
                <a:solidFill>
                  <a:prstClr val="black"/>
                </a:solidFill>
                <a:latin typeface="+mj-lt"/>
                <a:ea typeface="+mn-ea"/>
                <a:cs typeface="Arial" pitchFamily="34" charset="0"/>
              </a:rPr>
              <a:t>Thank You</a:t>
            </a:r>
            <a:endParaRPr lang="en-AU" sz="4000" dirty="0">
              <a:solidFill>
                <a:prstClr val="black"/>
              </a:solidFill>
              <a:latin typeface="+mj-lt"/>
              <a:ea typeface="+mn-ea"/>
              <a:cs typeface="Arial" pitchFamily="34" charset="0"/>
            </a:endParaRPr>
          </a:p>
        </p:txBody>
      </p:sp>
    </p:spTree>
    <p:extLst>
      <p:ext uri="{BB962C8B-B14F-4D97-AF65-F5344CB8AC3E}">
        <p14:creationId xmlns:p14="http://schemas.microsoft.com/office/powerpoint/2010/main" val="11622573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6AC8ABA3-2CFE-4914-BD55-C3414EA44363}" type="datetimeFigureOut">
              <a:rPr lang="en-AU"/>
              <a:pPr>
                <a:defRPr/>
              </a:pPr>
              <a:t>7/10/2022</a:t>
            </a:fld>
            <a:endParaRPr lang="en-AU"/>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endParaRPr lang="en-AU"/>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defTabSz="914400" fontAlgn="auto">
              <a:spcBef>
                <a:spcPts val="0"/>
              </a:spcBef>
              <a:spcAft>
                <a:spcPts val="0"/>
              </a:spcAft>
              <a:buClrTx/>
              <a:buSzTx/>
              <a:buFontTx/>
              <a:buNone/>
              <a:defRPr sz="1200">
                <a:solidFill>
                  <a:prstClr val="black">
                    <a:tint val="75000"/>
                  </a:prstClr>
                </a:solidFill>
                <a:latin typeface="+mn-lt"/>
                <a:ea typeface="+mn-ea"/>
                <a:cs typeface="+mn-cs"/>
              </a:defRPr>
            </a:lvl1pPr>
          </a:lstStyle>
          <a:p>
            <a:pPr>
              <a:defRPr/>
            </a:pPr>
            <a:fld id="{BEA4CD63-EB59-409A-A92C-0520842419CE}" type="slidenum">
              <a:rPr lang="en-AU"/>
              <a:pPr>
                <a:defRPr/>
              </a:pPr>
              <a:t>‹#›</a:t>
            </a:fld>
            <a:endParaRPr lang="en-AU"/>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8.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10.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hemeOverride" Target="../theme/themeOverride1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hemeOverride" Target="../theme/themeOverride12.xml"/><Relationship Id="rId6" Type="http://schemas.openxmlformats.org/officeDocument/2006/relationships/hyperlink" Target="https://www.youtube.com/watch?v=-KL9APUjj3E" TargetMode="External"/><Relationship Id="rId5" Type="http://schemas.openxmlformats.org/officeDocument/2006/relationships/hyperlink" Target="https://www.youtube.com/watch?v=XBkzBrXlle0" TargetMode="Externa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DBA5-E4F0-D9DE-02A3-195B8F03DF5E}"/>
              </a:ext>
            </a:extLst>
          </p:cNvPr>
          <p:cNvSpPr txBox="1">
            <a:spLocks noGrp="1"/>
          </p:cNvSpPr>
          <p:nvPr>
            <p:ph type="title" idx="4294967295"/>
          </p:nvPr>
        </p:nvSpPr>
        <p:spPr>
          <a:xfrm>
            <a:off x="16603" y="116632"/>
            <a:ext cx="8489950" cy="654050"/>
          </a:xfrm>
        </p:spPr>
        <p:txBody>
          <a:bodyPr vert="horz"/>
          <a:lstStyle/>
          <a:p>
            <a:pPr lvl="0"/>
            <a:r>
              <a:rPr lang="en-AU" dirty="0"/>
              <a:t>Email Safety Training</a:t>
            </a:r>
          </a:p>
        </p:txBody>
      </p:sp>
      <p:sp>
        <p:nvSpPr>
          <p:cNvPr id="3" name="Text Placeholder 2">
            <a:extLst>
              <a:ext uri="{FF2B5EF4-FFF2-40B4-BE49-F238E27FC236}">
                <a16:creationId xmlns:a16="http://schemas.microsoft.com/office/drawing/2014/main" id="{BA098BCD-9A0A-5CEC-68ED-C66598C5D915}"/>
              </a:ext>
            </a:extLst>
          </p:cNvPr>
          <p:cNvSpPr txBox="1">
            <a:spLocks noGrp="1"/>
          </p:cNvSpPr>
          <p:nvPr>
            <p:ph type="body" idx="4294967295"/>
          </p:nvPr>
        </p:nvSpPr>
        <p:spPr>
          <a:xfrm>
            <a:off x="16603" y="980728"/>
            <a:ext cx="8489950" cy="3430588"/>
          </a:xfrm>
        </p:spPr>
        <p:txBody>
          <a:bodyPr vert="horz"/>
          <a:lstStyle/>
          <a:p>
            <a:pPr lvl="0">
              <a:buClr>
                <a:srgbClr val="2C3E50"/>
              </a:buClr>
              <a:buSzPct val="45000"/>
              <a:buFont typeface="StarSymbol"/>
              <a:buChar char="●"/>
            </a:pPr>
            <a:r>
              <a:rPr lang="en-AU" sz="2000" dirty="0"/>
              <a:t>This presentation has been created to educate and raise awareness of email safety issues, that we face in our business day and personal life.</a:t>
            </a:r>
          </a:p>
          <a:p>
            <a:pPr lvl="0">
              <a:buClr>
                <a:srgbClr val="2C3E50"/>
              </a:buClr>
              <a:buSzPct val="45000"/>
              <a:buFont typeface="StarSymbol"/>
              <a:buChar char="●"/>
            </a:pPr>
            <a:r>
              <a:rPr lang="en-AU" sz="2000" dirty="0"/>
              <a:t>It is the intention to illustrate the benefit of the simulation training in a transparent manner.</a:t>
            </a:r>
          </a:p>
          <a:p>
            <a:pPr lvl="0">
              <a:buClr>
                <a:srgbClr val="2C3E50"/>
              </a:buClr>
              <a:buSzPct val="45000"/>
              <a:buFont typeface="StarSymbol"/>
              <a:buChar char="●"/>
            </a:pPr>
            <a:r>
              <a:rPr lang="en-AU" sz="2000" dirty="0"/>
              <a:t>Written by Mathew Gallehawk</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5338-A1F8-7744-0E43-AF70A3FAFB50}"/>
              </a:ext>
            </a:extLst>
          </p:cNvPr>
          <p:cNvSpPr txBox="1">
            <a:spLocks noGrp="1"/>
          </p:cNvSpPr>
          <p:nvPr>
            <p:ph type="title" idx="4294967295"/>
          </p:nvPr>
        </p:nvSpPr>
        <p:spPr>
          <a:xfrm>
            <a:off x="0" y="1062038"/>
            <a:ext cx="8489950" cy="652462"/>
          </a:xfrm>
        </p:spPr>
        <p:txBody>
          <a:bodyPr vert="horz"/>
          <a:lstStyle/>
          <a:p>
            <a:pPr lvl="0"/>
            <a:r>
              <a:rPr lang="en-AU" dirty="0"/>
              <a:t>Email as an attack vector.</a:t>
            </a:r>
          </a:p>
        </p:txBody>
      </p:sp>
      <p:sp>
        <p:nvSpPr>
          <p:cNvPr id="3" name="Text Placeholder 2">
            <a:extLst>
              <a:ext uri="{FF2B5EF4-FFF2-40B4-BE49-F238E27FC236}">
                <a16:creationId xmlns:a16="http://schemas.microsoft.com/office/drawing/2014/main" id="{4F476CF2-15CE-FE35-9B4E-B2E3F14810C1}"/>
              </a:ext>
            </a:extLst>
          </p:cNvPr>
          <p:cNvSpPr txBox="1">
            <a:spLocks noGrp="1"/>
          </p:cNvSpPr>
          <p:nvPr>
            <p:ph type="body" idx="4294967295"/>
          </p:nvPr>
        </p:nvSpPr>
        <p:spPr>
          <a:xfrm>
            <a:off x="0" y="1714500"/>
            <a:ext cx="8489950" cy="4378796"/>
          </a:xfrm>
        </p:spPr>
        <p:txBody>
          <a:bodyPr vert="horz"/>
          <a:lstStyle/>
          <a:p>
            <a:pPr lvl="0">
              <a:buClr>
                <a:srgbClr val="2C3E50"/>
              </a:buClr>
              <a:buSzPct val="45000"/>
              <a:buFont typeface="StarSymbol"/>
              <a:buChar char="●"/>
            </a:pPr>
            <a:r>
              <a:rPr lang="en-AU" sz="2000" dirty="0"/>
              <a:t>Email is the currently the most common and easily exploited attack surface for compromising a business system.</a:t>
            </a:r>
          </a:p>
          <a:p>
            <a:pPr lvl="0">
              <a:buClr>
                <a:srgbClr val="2C3E50"/>
              </a:buClr>
              <a:buSzPct val="45000"/>
              <a:buFont typeface="StarSymbol"/>
              <a:buChar char="●"/>
            </a:pPr>
            <a:r>
              <a:rPr lang="en-AU" sz="2000" dirty="0"/>
              <a:t>We encounter these attacks in both our work and home life, and likely know friends and loved ones who have been negatively affected by it.</a:t>
            </a:r>
          </a:p>
          <a:p>
            <a:pPr lvl="0">
              <a:buClr>
                <a:srgbClr val="2C3E50"/>
              </a:buClr>
              <a:buSzPct val="45000"/>
              <a:buFont typeface="StarSymbol"/>
              <a:buChar char="●"/>
            </a:pPr>
            <a:r>
              <a:rPr lang="en-AU" sz="2000" dirty="0"/>
              <a:t>The two main goals of the threat actors are credential harvesting and Malware deployment.</a:t>
            </a:r>
          </a:p>
          <a:p>
            <a:pPr lvl="0">
              <a:buClr>
                <a:srgbClr val="2C3E50"/>
              </a:buClr>
              <a:buSzPct val="45000"/>
              <a:buFont typeface="StarSymbol"/>
              <a:buChar char="●"/>
            </a:pPr>
            <a:r>
              <a:rPr lang="en-AU" sz="2000" dirty="0"/>
              <a:t>The treat actors manage this through a social engineering technique called phishing. This is where the threat actor tailers an email or other communication to appear as if it Is legitimate.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3F29A-EAB3-4B43-67BF-E9CA9527E3E5}"/>
              </a:ext>
            </a:extLst>
          </p:cNvPr>
          <p:cNvSpPr txBox="1">
            <a:spLocks noGrp="1"/>
          </p:cNvSpPr>
          <p:nvPr>
            <p:ph type="title" idx="4294967295"/>
          </p:nvPr>
        </p:nvSpPr>
        <p:spPr>
          <a:xfrm>
            <a:off x="0" y="1062038"/>
            <a:ext cx="8489950" cy="652462"/>
          </a:xfrm>
        </p:spPr>
        <p:txBody>
          <a:bodyPr vert="horz"/>
          <a:lstStyle/>
          <a:p>
            <a:pPr lvl="0"/>
            <a:r>
              <a:rPr lang="en-AU" dirty="0"/>
              <a:t>Phishing</a:t>
            </a:r>
          </a:p>
        </p:txBody>
      </p:sp>
      <p:sp>
        <p:nvSpPr>
          <p:cNvPr id="3" name="Text Placeholder 2">
            <a:extLst>
              <a:ext uri="{FF2B5EF4-FFF2-40B4-BE49-F238E27FC236}">
                <a16:creationId xmlns:a16="http://schemas.microsoft.com/office/drawing/2014/main" id="{921763A1-D9D4-9F84-AF60-688866ACE4A8}"/>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Phishing is a social engineering technique to deceive the target into thinking that the email is legitimate.</a:t>
            </a:r>
          </a:p>
          <a:p>
            <a:pPr lvl="0">
              <a:buClr>
                <a:srgbClr val="2C3E50"/>
              </a:buClr>
              <a:buSzPct val="45000"/>
              <a:buFont typeface="StarSymbol"/>
              <a:buChar char="●"/>
            </a:pPr>
            <a:r>
              <a:rPr lang="en-AU" sz="2000" dirty="0"/>
              <a:t>Commonly imitating Microsoft, Human recourses, streaming and shopping services as well as banking, legal or government organisations.</a:t>
            </a:r>
          </a:p>
          <a:p>
            <a:pPr lvl="0">
              <a:buClr>
                <a:srgbClr val="2C3E50"/>
              </a:buClr>
              <a:buSzPct val="45000"/>
              <a:buFont typeface="StarSymbol"/>
              <a:buChar char="●"/>
            </a:pPr>
            <a:r>
              <a:rPr lang="en-AU" sz="2000" dirty="0"/>
              <a:t>The aim is to either deliver malware onto a system, steal account information or extort money.</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3746-C366-E95D-842A-80086E8A05B7}"/>
              </a:ext>
            </a:extLst>
          </p:cNvPr>
          <p:cNvSpPr txBox="1">
            <a:spLocks noGrp="1"/>
          </p:cNvSpPr>
          <p:nvPr>
            <p:ph type="title" idx="4294967295"/>
          </p:nvPr>
        </p:nvSpPr>
        <p:spPr>
          <a:xfrm>
            <a:off x="0" y="1062038"/>
            <a:ext cx="8489950" cy="652462"/>
          </a:xfrm>
        </p:spPr>
        <p:txBody>
          <a:bodyPr vert="horz"/>
          <a:lstStyle/>
          <a:p>
            <a:pPr lvl="0"/>
            <a:r>
              <a:rPr lang="en-AU" dirty="0"/>
              <a:t>Credential harvesting</a:t>
            </a:r>
          </a:p>
        </p:txBody>
      </p:sp>
      <p:sp>
        <p:nvSpPr>
          <p:cNvPr id="3" name="Text Placeholder 2">
            <a:extLst>
              <a:ext uri="{FF2B5EF4-FFF2-40B4-BE49-F238E27FC236}">
                <a16:creationId xmlns:a16="http://schemas.microsoft.com/office/drawing/2014/main" id="{FCD57DC1-7312-22DB-43DD-0D80385AC7A8}"/>
              </a:ext>
            </a:extLst>
          </p:cNvPr>
          <p:cNvSpPr txBox="1">
            <a:spLocks noGrp="1"/>
          </p:cNvSpPr>
          <p:nvPr>
            <p:ph type="body" idx="4294967295"/>
          </p:nvPr>
        </p:nvSpPr>
        <p:spPr>
          <a:xfrm>
            <a:off x="0" y="2203450"/>
            <a:ext cx="8489950" cy="3430588"/>
          </a:xfrm>
        </p:spPr>
        <p:txBody>
          <a:bodyPr vert="horz">
            <a:noAutofit/>
          </a:bodyPr>
          <a:lstStyle/>
          <a:p>
            <a:pPr lvl="0">
              <a:buClr>
                <a:srgbClr val="2C3E50"/>
              </a:buClr>
              <a:buSzPct val="45000"/>
              <a:buFont typeface="StarSymbol"/>
              <a:buChar char="●"/>
            </a:pPr>
            <a:r>
              <a:rPr lang="en-AU" sz="2000" dirty="0"/>
              <a:t>Credential harvesting is where the bad guys attempt to deceive their target into unintentionally providing them with their log in credentials.</a:t>
            </a:r>
          </a:p>
          <a:p>
            <a:pPr lvl="0">
              <a:buClr>
                <a:srgbClr val="2C3E50"/>
              </a:buClr>
              <a:buSzPct val="45000"/>
              <a:buFont typeface="StarSymbol"/>
              <a:buChar char="●"/>
            </a:pPr>
            <a:r>
              <a:rPr lang="en-AU" sz="2000" dirty="0"/>
              <a:t>These credentials could be for your Internet banking, pay pal, web service, email, Microsoft login or anything else.</a:t>
            </a:r>
          </a:p>
          <a:p>
            <a:pPr lvl="0">
              <a:buClr>
                <a:srgbClr val="2C3E50"/>
              </a:buClr>
              <a:buSzPct val="45000"/>
              <a:buFont typeface="StarSymbol"/>
              <a:buChar char="●"/>
            </a:pPr>
            <a:r>
              <a:rPr lang="en-AU" sz="2000" dirty="0"/>
              <a:t>It is said that once the attacker has these credentials that they now OWN that account, this is because they have the same level of authorisation and power over that account.</a:t>
            </a:r>
          </a:p>
          <a:p>
            <a:pPr lvl="0">
              <a:buClr>
                <a:srgbClr val="2C3E50"/>
              </a:buClr>
              <a:buSzPct val="45000"/>
              <a:buFont typeface="StarSymbol"/>
              <a:buChar char="●"/>
            </a:pPr>
            <a:r>
              <a:rPr lang="en-AU" sz="2000" dirty="0"/>
              <a:t>It is important if your account is compromised to have the credentials changed immediately, otherwise the attacker may lock you out of that account and take your money or data.</a:t>
            </a:r>
          </a:p>
          <a:p>
            <a:pPr lvl="0">
              <a:buClr>
                <a:srgbClr val="2C3E50"/>
              </a:buClr>
              <a:buSzPct val="45000"/>
              <a:buFont typeface="StarSymbol"/>
              <a:buChar char="●"/>
            </a:pPr>
            <a:r>
              <a:rPr lang="en-AU" sz="2000" dirty="0"/>
              <a:t>In our corporate environment a compromised account is a door way for the bad guys to run rampant through our systems.</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503C-5B0E-1852-B91C-271D7446EA63}"/>
              </a:ext>
            </a:extLst>
          </p:cNvPr>
          <p:cNvSpPr txBox="1">
            <a:spLocks noGrp="1"/>
          </p:cNvSpPr>
          <p:nvPr>
            <p:ph type="title" idx="4294967295"/>
          </p:nvPr>
        </p:nvSpPr>
        <p:spPr>
          <a:xfrm>
            <a:off x="0" y="1062038"/>
            <a:ext cx="8489950" cy="652462"/>
          </a:xfrm>
        </p:spPr>
        <p:txBody>
          <a:bodyPr vert="horz"/>
          <a:lstStyle/>
          <a:p>
            <a:pPr lvl="0"/>
            <a:r>
              <a:rPr lang="en-AU" dirty="0"/>
              <a:t>Malware deployment</a:t>
            </a:r>
          </a:p>
        </p:txBody>
      </p:sp>
      <p:sp>
        <p:nvSpPr>
          <p:cNvPr id="3" name="Text Placeholder 2">
            <a:extLst>
              <a:ext uri="{FF2B5EF4-FFF2-40B4-BE49-F238E27FC236}">
                <a16:creationId xmlns:a16="http://schemas.microsoft.com/office/drawing/2014/main" id="{DFAF1B03-B7E0-C8A5-96AE-62265C5C7DD1}"/>
              </a:ext>
            </a:extLst>
          </p:cNvPr>
          <p:cNvSpPr txBox="1">
            <a:spLocks noGrp="1"/>
          </p:cNvSpPr>
          <p:nvPr>
            <p:ph type="body" idx="4294967295"/>
          </p:nvPr>
        </p:nvSpPr>
        <p:spPr>
          <a:xfrm>
            <a:off x="0" y="2203450"/>
            <a:ext cx="8489950" cy="2332038"/>
          </a:xfrm>
        </p:spPr>
        <p:txBody>
          <a:bodyPr vert="horz"/>
          <a:lstStyle/>
          <a:p>
            <a:pPr lvl="0">
              <a:buClr>
                <a:srgbClr val="2C3E50"/>
              </a:buClr>
              <a:buSzPct val="45000"/>
              <a:buFont typeface="StarSymbol"/>
              <a:buChar char="●"/>
            </a:pPr>
            <a:r>
              <a:rPr lang="en-AU" sz="2000" dirty="0"/>
              <a:t>Threat actors usually use email attachments to convince users to inadvertently download and run malicious code.</a:t>
            </a:r>
          </a:p>
          <a:p>
            <a:pPr lvl="0">
              <a:buClr>
                <a:srgbClr val="2C3E50"/>
              </a:buClr>
              <a:buSzPct val="45000"/>
              <a:buFont typeface="StarSymbol"/>
              <a:buChar char="●"/>
            </a:pPr>
            <a:r>
              <a:rPr lang="en-AU" sz="2000" dirty="0"/>
              <a:t>These attachments may appear innocuous, however may be opening a door into the system for the attacker or releasing ransomware onto the network.</a:t>
            </a:r>
          </a:p>
          <a:p>
            <a:pPr lvl="0">
              <a:buClr>
                <a:srgbClr val="2C3E50"/>
              </a:buClr>
              <a:buSzPct val="45000"/>
              <a:buFont typeface="StarSymbol"/>
              <a:buChar char="●"/>
            </a:pPr>
            <a:endParaRPr lang="en-AU" sz="2000" dirty="0"/>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713AF-D508-A142-B64C-D61018BCAB39}"/>
              </a:ext>
            </a:extLst>
          </p:cNvPr>
          <p:cNvSpPr txBox="1">
            <a:spLocks noGrp="1"/>
          </p:cNvSpPr>
          <p:nvPr>
            <p:ph type="title" idx="4294967295"/>
          </p:nvPr>
        </p:nvSpPr>
        <p:spPr>
          <a:xfrm>
            <a:off x="0" y="1062038"/>
            <a:ext cx="8489950" cy="652462"/>
          </a:xfrm>
        </p:spPr>
        <p:txBody>
          <a:bodyPr vert="horz"/>
          <a:lstStyle/>
          <a:p>
            <a:pPr lvl="0"/>
            <a:r>
              <a:rPr lang="en-AU" dirty="0"/>
              <a:t>Ransomware</a:t>
            </a:r>
          </a:p>
        </p:txBody>
      </p:sp>
      <p:sp>
        <p:nvSpPr>
          <p:cNvPr id="3" name="Text Placeholder 2">
            <a:extLst>
              <a:ext uri="{FF2B5EF4-FFF2-40B4-BE49-F238E27FC236}">
                <a16:creationId xmlns:a16="http://schemas.microsoft.com/office/drawing/2014/main" id="{E62FFC94-2FA8-65D0-4C39-4A00A5279494}"/>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Ransomware works as it sounds, the business systems is taken for ransom.</a:t>
            </a:r>
          </a:p>
          <a:p>
            <a:pPr lvl="0">
              <a:buClr>
                <a:srgbClr val="2C3E50"/>
              </a:buClr>
              <a:buSzPct val="45000"/>
              <a:buFont typeface="StarSymbol"/>
              <a:buChar char="●"/>
            </a:pPr>
            <a:r>
              <a:rPr lang="en-AU" sz="2000" dirty="0"/>
              <a:t>When this happens all data within the company becomes encrypted (unreadable gibberish), the bad guys may also have a copy of the data.</a:t>
            </a:r>
          </a:p>
          <a:p>
            <a:pPr lvl="0">
              <a:buClr>
                <a:srgbClr val="2C3E50"/>
              </a:buClr>
              <a:buSzPct val="45000"/>
              <a:buFont typeface="StarSymbol"/>
              <a:buChar char="●"/>
            </a:pPr>
            <a:r>
              <a:rPr lang="en-AU" sz="2000" dirty="0"/>
              <a:t>At this point it is the bad guys intention to sell the business back its data, and likely sell the data to third parties as well.</a:t>
            </a:r>
          </a:p>
          <a:p>
            <a:pPr lvl="0">
              <a:buClr>
                <a:srgbClr val="2C3E50"/>
              </a:buClr>
              <a:buSzPct val="45000"/>
              <a:buFont typeface="StarSymbol"/>
              <a:buChar char="●"/>
            </a:pPr>
            <a:r>
              <a:rPr lang="en-AU" sz="2000" dirty="0"/>
              <a:t>While the company is in this state all ability to operate is disabled.</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1663E-C7F0-EAC3-712A-567D5556CE12}"/>
              </a:ext>
            </a:extLst>
          </p:cNvPr>
          <p:cNvSpPr txBox="1">
            <a:spLocks noGrp="1"/>
          </p:cNvSpPr>
          <p:nvPr>
            <p:ph type="title" idx="4294967295"/>
          </p:nvPr>
        </p:nvSpPr>
        <p:spPr>
          <a:xfrm>
            <a:off x="0" y="1062038"/>
            <a:ext cx="8489950" cy="652462"/>
          </a:xfrm>
        </p:spPr>
        <p:txBody>
          <a:bodyPr vert="horz"/>
          <a:lstStyle/>
          <a:p>
            <a:pPr lvl="0"/>
            <a:r>
              <a:rPr lang="en-AU" dirty="0"/>
              <a:t>What does this mean to me and my loved ones?</a:t>
            </a:r>
          </a:p>
        </p:txBody>
      </p:sp>
      <p:sp>
        <p:nvSpPr>
          <p:cNvPr id="3" name="Text Placeholder 2">
            <a:extLst>
              <a:ext uri="{FF2B5EF4-FFF2-40B4-BE49-F238E27FC236}">
                <a16:creationId xmlns:a16="http://schemas.microsoft.com/office/drawing/2014/main" id="{1726FF6D-485B-3B15-81C9-C5516A45BE8C}"/>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These attacks are not restricted to big companies, small companies and even individuals are also prime targets.</a:t>
            </a:r>
          </a:p>
          <a:p>
            <a:pPr lvl="0">
              <a:buClr>
                <a:srgbClr val="2C3E50"/>
              </a:buClr>
              <a:buSzPct val="45000"/>
              <a:buFont typeface="StarSymbol"/>
              <a:buChar char="●"/>
            </a:pPr>
            <a:r>
              <a:rPr lang="en-AU" sz="2000" dirty="0"/>
              <a:t>Credential harvesting, can result in our bank account being drained, or our personal files being stolen and ransomed back to us.</a:t>
            </a:r>
          </a:p>
          <a:p>
            <a:pPr lvl="0">
              <a:buClr>
                <a:srgbClr val="2C3E50"/>
              </a:buClr>
              <a:buSzPct val="45000"/>
              <a:buFont typeface="StarSymbol"/>
              <a:buChar char="●"/>
            </a:pPr>
            <a:r>
              <a:rPr lang="en-AU" sz="2000" dirty="0"/>
              <a:t>Ransomware can affect our friends and loved ones as much as it can affect our place of work.</a:t>
            </a:r>
          </a:p>
          <a:p>
            <a:pPr lvl="0">
              <a:buClr>
                <a:srgbClr val="2C3E50"/>
              </a:buClr>
              <a:buSzPct val="45000"/>
              <a:buFont typeface="StarSymbol"/>
              <a:buChar char="●"/>
            </a:pPr>
            <a:r>
              <a:rPr lang="en-AU" sz="2000" dirty="0"/>
              <a:t>In the event of ransomware attack on the business, our personal data like addresses, bank details and such will likely be sold to other nefarious parties.</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78EF-347C-EC23-6EEE-48F07254E115}"/>
              </a:ext>
            </a:extLst>
          </p:cNvPr>
          <p:cNvSpPr txBox="1">
            <a:spLocks noGrp="1"/>
          </p:cNvSpPr>
          <p:nvPr>
            <p:ph type="title" idx="4294967295"/>
          </p:nvPr>
        </p:nvSpPr>
        <p:spPr>
          <a:xfrm>
            <a:off x="0" y="1062038"/>
            <a:ext cx="8489950" cy="652462"/>
          </a:xfrm>
        </p:spPr>
        <p:txBody>
          <a:bodyPr vert="horz"/>
          <a:lstStyle/>
          <a:p>
            <a:pPr lvl="0"/>
            <a:r>
              <a:rPr lang="en-AU" dirty="0"/>
              <a:t>Why</a:t>
            </a:r>
          </a:p>
        </p:txBody>
      </p:sp>
      <p:sp>
        <p:nvSpPr>
          <p:cNvPr id="3" name="Text Placeholder 2">
            <a:extLst>
              <a:ext uri="{FF2B5EF4-FFF2-40B4-BE49-F238E27FC236}">
                <a16:creationId xmlns:a16="http://schemas.microsoft.com/office/drawing/2014/main" id="{722F62A7-CC27-E1F2-A9E9-3E9BE37B5EF5}"/>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Over the last year 31 passwords were changed by service desk as a result of compromised accounts due to this form of attack</a:t>
            </a:r>
          </a:p>
          <a:p>
            <a:pPr lvl="0">
              <a:buClr>
                <a:srgbClr val="2C3E50"/>
              </a:buClr>
              <a:buSzPct val="45000"/>
              <a:buFont typeface="StarSymbol"/>
              <a:buChar char="●"/>
            </a:pPr>
            <a:r>
              <a:rPr lang="en-AU" sz="2000" dirty="0"/>
              <a:t>Over the last year 86 users reported phishing attacks to service desk.</a:t>
            </a:r>
          </a:p>
          <a:p>
            <a:pPr lvl="0">
              <a:buClr>
                <a:srgbClr val="2C3E50"/>
              </a:buClr>
              <a:buSzPct val="45000"/>
              <a:buFont typeface="StarSymbol"/>
              <a:buChar char="●"/>
            </a:pPr>
            <a:r>
              <a:rPr lang="en-AU" sz="2000" dirty="0"/>
              <a:t>Over the months of April to October Microsoft detected 745 phishing emails sent to </a:t>
            </a:r>
            <a:r>
              <a:rPr lang="en-AU" sz="2000" dirty="0" err="1"/>
              <a:t>Gjames</a:t>
            </a:r>
            <a:r>
              <a:rPr lang="en-AU" sz="2000" dirty="0"/>
              <a:t> employees, that made it past cisco iron port.</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43DC6-01B9-875C-4017-7F406DAFC4F0}"/>
              </a:ext>
            </a:extLst>
          </p:cNvPr>
          <p:cNvSpPr txBox="1">
            <a:spLocks noGrp="1"/>
          </p:cNvSpPr>
          <p:nvPr>
            <p:ph type="title" idx="4294967295"/>
          </p:nvPr>
        </p:nvSpPr>
        <p:spPr>
          <a:xfrm>
            <a:off x="0" y="1062038"/>
            <a:ext cx="8489950" cy="652462"/>
          </a:xfrm>
        </p:spPr>
        <p:txBody>
          <a:bodyPr vert="horz"/>
          <a:lstStyle/>
          <a:p>
            <a:pPr lvl="0"/>
            <a:r>
              <a:rPr lang="en-AU" dirty="0"/>
              <a:t>How does the </a:t>
            </a:r>
            <a:r>
              <a:rPr lang="en-AU" dirty="0" err="1"/>
              <a:t>buisness</a:t>
            </a:r>
            <a:r>
              <a:rPr lang="en-AU" dirty="0"/>
              <a:t> protect itself</a:t>
            </a:r>
          </a:p>
        </p:txBody>
      </p:sp>
      <p:sp>
        <p:nvSpPr>
          <p:cNvPr id="3" name="Text Placeholder 2">
            <a:extLst>
              <a:ext uri="{FF2B5EF4-FFF2-40B4-BE49-F238E27FC236}">
                <a16:creationId xmlns:a16="http://schemas.microsoft.com/office/drawing/2014/main" id="{25A6D5AB-DB23-4482-CC5B-D185F1EB3654}"/>
              </a:ext>
            </a:extLst>
          </p:cNvPr>
          <p:cNvSpPr txBox="1">
            <a:spLocks noGrp="1"/>
          </p:cNvSpPr>
          <p:nvPr>
            <p:ph type="body" idx="4294967295"/>
          </p:nvPr>
        </p:nvSpPr>
        <p:spPr>
          <a:xfrm>
            <a:off x="0" y="2203450"/>
            <a:ext cx="8489950" cy="3430588"/>
          </a:xfrm>
        </p:spPr>
        <p:txBody>
          <a:bodyPr vert="horz">
            <a:normAutofit/>
          </a:bodyPr>
          <a:lstStyle/>
          <a:p>
            <a:pPr lvl="0">
              <a:buClr>
                <a:srgbClr val="2C3E50"/>
              </a:buClr>
              <a:buSzPct val="45000"/>
              <a:buFont typeface="StarSymbol"/>
              <a:buChar char="●"/>
            </a:pPr>
            <a:r>
              <a:rPr lang="en-AU" sz="2000" dirty="0"/>
              <a:t>First line of defence is Cisco Iron Port that attempts to block phishing attacks. This is don’t through the system understanding the domain that the email is sent from or common tell tail signs and blocking the email before the recipient receives it.</a:t>
            </a:r>
          </a:p>
          <a:p>
            <a:pPr lvl="0">
              <a:buClr>
                <a:srgbClr val="2C3E50"/>
              </a:buClr>
              <a:buSzPct val="45000"/>
              <a:buFont typeface="StarSymbol"/>
              <a:buChar char="●"/>
            </a:pPr>
            <a:r>
              <a:rPr lang="en-AU" sz="2000" dirty="0"/>
              <a:t>Second is Cisco Umbrella and Palo that attempts to block malicious websites that have been reported by our administrators as well as users and researchers world wide.</a:t>
            </a:r>
          </a:p>
          <a:p>
            <a:pPr lvl="0">
              <a:buClr>
                <a:srgbClr val="2C3E50"/>
              </a:buClr>
              <a:buSzPct val="45000"/>
              <a:buFont typeface="StarSymbol"/>
              <a:buChar char="●"/>
            </a:pPr>
            <a:r>
              <a:rPr lang="en-AU" sz="2000" dirty="0"/>
              <a:t>Third is Microsoft defender to detect and filter these attempts.</a:t>
            </a:r>
          </a:p>
          <a:p>
            <a:pPr lvl="0">
              <a:buClr>
                <a:srgbClr val="2C3E50"/>
              </a:buClr>
              <a:buSzPct val="45000"/>
              <a:buFont typeface="StarSymbol"/>
              <a:buChar char="●"/>
            </a:pPr>
            <a:r>
              <a:rPr lang="en-AU" sz="2000" dirty="0"/>
              <a:t>Sophos to protect us from malware and prevent it traveling through our system.</a:t>
            </a:r>
          </a:p>
          <a:p>
            <a:pPr lvl="0">
              <a:buClr>
                <a:srgbClr val="2C3E50"/>
              </a:buClr>
              <a:buSzPct val="45000"/>
              <a:buFont typeface="StarSymbol"/>
              <a:buChar char="●"/>
            </a:pPr>
            <a:endParaRPr lang="en-AU" sz="2000" dirty="0"/>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99D2-D012-1EA3-2639-FDE3045ECF4B}"/>
              </a:ext>
            </a:extLst>
          </p:cNvPr>
          <p:cNvSpPr txBox="1">
            <a:spLocks noGrp="1"/>
          </p:cNvSpPr>
          <p:nvPr>
            <p:ph type="title" idx="4294967295"/>
          </p:nvPr>
        </p:nvSpPr>
        <p:spPr>
          <a:xfrm>
            <a:off x="0" y="1062038"/>
            <a:ext cx="8489950" cy="652462"/>
          </a:xfrm>
        </p:spPr>
        <p:txBody>
          <a:bodyPr vert="horz"/>
          <a:lstStyle/>
          <a:p>
            <a:pPr lvl="0"/>
            <a:r>
              <a:rPr lang="en-AU" dirty="0"/>
              <a:t>But is that enough.</a:t>
            </a:r>
          </a:p>
        </p:txBody>
      </p:sp>
      <p:sp>
        <p:nvSpPr>
          <p:cNvPr id="3" name="Text Placeholder 2">
            <a:extLst>
              <a:ext uri="{FF2B5EF4-FFF2-40B4-BE49-F238E27FC236}">
                <a16:creationId xmlns:a16="http://schemas.microsoft.com/office/drawing/2014/main" id="{8C2CF030-09B0-0214-7B08-C6C193182BF0}"/>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Even with these in place, phishing emails still get through on a frequent basis.</a:t>
            </a:r>
          </a:p>
          <a:p>
            <a:pPr lvl="0">
              <a:buClr>
                <a:srgbClr val="2C3E50"/>
              </a:buClr>
              <a:buSzPct val="45000"/>
              <a:buFont typeface="StarSymbol"/>
              <a:buChar char="●"/>
            </a:pPr>
            <a:r>
              <a:rPr lang="en-AU" sz="2000" dirty="0"/>
              <a:t>Our computers in our personal lives are not likely protected in the same way. So it is important that we have a fundamental understanding of these attacks to protect ourselves.</a:t>
            </a:r>
          </a:p>
          <a:p>
            <a:pPr lvl="0">
              <a:buClr>
                <a:srgbClr val="2C3E50"/>
              </a:buClr>
              <a:buSzPct val="45000"/>
              <a:buFont typeface="StarSymbol"/>
              <a:buChar char="●"/>
            </a:pPr>
            <a:r>
              <a:rPr lang="en-AU" sz="2000" dirty="0"/>
              <a:t>We rely on our employees to be able to detect and report these emails to Service desk so that we can block and clean up these attacks.</a:t>
            </a:r>
          </a:p>
          <a:p>
            <a:pPr lvl="0">
              <a:buClr>
                <a:srgbClr val="2C3E50"/>
              </a:buClr>
              <a:buSzPct val="45000"/>
              <a:buFont typeface="StarSymbol"/>
              <a:buChar char="●"/>
            </a:pPr>
            <a:endParaRPr lang="en-AU" sz="2000" dirty="0"/>
          </a:p>
          <a:p>
            <a:pPr lvl="0">
              <a:buClr>
                <a:srgbClr val="2C3E50"/>
              </a:buClr>
              <a:buSzPct val="45000"/>
              <a:buFont typeface="StarSymbol"/>
              <a:buChar char="●"/>
            </a:pPr>
            <a:endParaRPr lang="en-AU" sz="2000" dirty="0"/>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C81FA-27DC-DBDA-F5DF-48177B3FA029}"/>
              </a:ext>
            </a:extLst>
          </p:cNvPr>
          <p:cNvSpPr txBox="1">
            <a:spLocks noGrp="1"/>
          </p:cNvSpPr>
          <p:nvPr>
            <p:ph type="title" idx="4294967295"/>
          </p:nvPr>
        </p:nvSpPr>
        <p:spPr>
          <a:xfrm>
            <a:off x="0" y="1062038"/>
            <a:ext cx="8489950" cy="652462"/>
          </a:xfrm>
        </p:spPr>
        <p:txBody>
          <a:bodyPr vert="horz"/>
          <a:lstStyle/>
          <a:p>
            <a:pPr lvl="0"/>
            <a:r>
              <a:rPr lang="en-AU" dirty="0"/>
              <a:t>Simulation training</a:t>
            </a:r>
          </a:p>
        </p:txBody>
      </p:sp>
      <p:sp>
        <p:nvSpPr>
          <p:cNvPr id="3" name="Text Placeholder 2">
            <a:extLst>
              <a:ext uri="{FF2B5EF4-FFF2-40B4-BE49-F238E27FC236}">
                <a16:creationId xmlns:a16="http://schemas.microsoft.com/office/drawing/2014/main" id="{820D0C6E-CD76-5613-2776-EEA9A55D6D64}"/>
              </a:ext>
            </a:extLst>
          </p:cNvPr>
          <p:cNvSpPr txBox="1">
            <a:spLocks noGrp="1"/>
          </p:cNvSpPr>
          <p:nvPr>
            <p:ph type="body" idx="4294967295"/>
          </p:nvPr>
        </p:nvSpPr>
        <p:spPr>
          <a:xfrm>
            <a:off x="0" y="2203450"/>
            <a:ext cx="8489950" cy="3430588"/>
          </a:xfrm>
        </p:spPr>
        <p:txBody>
          <a:bodyPr vert="horz"/>
          <a:lstStyle/>
          <a:p>
            <a:pPr lvl="0">
              <a:buClr>
                <a:srgbClr val="2C3E50"/>
              </a:buClr>
              <a:buSzPct val="45000"/>
              <a:buFont typeface="StarSymbol"/>
              <a:buChar char="●"/>
            </a:pPr>
            <a:r>
              <a:rPr lang="en-AU" sz="2000" dirty="0"/>
              <a:t>To strengthen our understanding of these attacks, we will be providing training at our </a:t>
            </a:r>
            <a:r>
              <a:rPr lang="en-AU" sz="2000" dirty="0">
                <a:highlight>
                  <a:srgbClr val="FFFF00"/>
                </a:highlight>
              </a:rPr>
              <a:t>xxx</a:t>
            </a:r>
            <a:r>
              <a:rPr lang="en-AU" sz="2000" dirty="0"/>
              <a:t> portal.</a:t>
            </a:r>
          </a:p>
          <a:p>
            <a:pPr lvl="0">
              <a:buClr>
                <a:srgbClr val="2C3E50"/>
              </a:buClr>
              <a:buSzPct val="45000"/>
              <a:buFont typeface="StarSymbol"/>
              <a:buChar char="●"/>
            </a:pPr>
            <a:r>
              <a:rPr lang="en-AU" sz="2000" dirty="0"/>
              <a:t>In addition to this we will be sending out monthly simulation emails, see if you can catch them.</a:t>
            </a:r>
          </a:p>
          <a:p>
            <a:pPr lvl="0">
              <a:buClr>
                <a:srgbClr val="2C3E50"/>
              </a:buClr>
              <a:buSzPct val="45000"/>
              <a:buFont typeface="StarSymbol"/>
              <a:buChar char="●"/>
            </a:pPr>
            <a:r>
              <a:rPr lang="en-AU" sz="2000" dirty="0"/>
              <a:t>These emails are interactive and teach you how to spot and avoid the real phishing emails.</a:t>
            </a:r>
          </a:p>
          <a:p>
            <a:pPr lvl="0">
              <a:buClr>
                <a:srgbClr val="2C3E50"/>
              </a:buClr>
              <a:buSzPct val="45000"/>
              <a:buFont typeface="StarSymbol"/>
              <a:buChar char="●"/>
            </a:pPr>
            <a:r>
              <a:rPr lang="en-AU" sz="2000" dirty="0"/>
              <a:t>We hope you enjoy the experience and that this training helps you protect the company, your self and your friends and family.</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FE3E-BF81-85ED-FDBA-9AF2F2372D22}"/>
              </a:ext>
            </a:extLst>
          </p:cNvPr>
          <p:cNvSpPr txBox="1">
            <a:spLocks noGrp="1"/>
          </p:cNvSpPr>
          <p:nvPr>
            <p:ph type="title" idx="4294967295"/>
          </p:nvPr>
        </p:nvSpPr>
        <p:spPr>
          <a:xfrm>
            <a:off x="0" y="1062038"/>
            <a:ext cx="8489950" cy="652462"/>
          </a:xfrm>
        </p:spPr>
        <p:txBody>
          <a:bodyPr vert="horz"/>
          <a:lstStyle/>
          <a:p>
            <a:pPr lvl="0"/>
            <a:r>
              <a:rPr lang="en-AU" dirty="0"/>
              <a:t>Additional </a:t>
            </a:r>
            <a:r>
              <a:rPr lang="en-AU" dirty="0" err="1"/>
              <a:t>resourses</a:t>
            </a:r>
            <a:endParaRPr lang="en-AU" dirty="0"/>
          </a:p>
        </p:txBody>
      </p:sp>
      <p:sp>
        <p:nvSpPr>
          <p:cNvPr id="3" name="Text Placeholder 2">
            <a:extLst>
              <a:ext uri="{FF2B5EF4-FFF2-40B4-BE49-F238E27FC236}">
                <a16:creationId xmlns:a16="http://schemas.microsoft.com/office/drawing/2014/main" id="{5C766584-8C05-5848-3C87-F3D654A88B8E}"/>
              </a:ext>
            </a:extLst>
          </p:cNvPr>
          <p:cNvSpPr txBox="1">
            <a:spLocks noGrp="1"/>
          </p:cNvSpPr>
          <p:nvPr>
            <p:ph type="body" idx="4294967295"/>
          </p:nvPr>
        </p:nvSpPr>
        <p:spPr>
          <a:xfrm>
            <a:off x="0" y="2203450"/>
            <a:ext cx="8489950" cy="3430588"/>
          </a:xfrm>
        </p:spPr>
        <p:txBody>
          <a:bodyPr vert="horz"/>
          <a:lstStyle/>
          <a:p>
            <a:r>
              <a:rPr lang="en-US" dirty="0"/>
              <a:t>Phishing:</a:t>
            </a:r>
          </a:p>
          <a:p>
            <a:pPr marL="311045" indent="-311045">
              <a:buFont typeface="Arial" panose="020B0604020202020204" pitchFamily="34" charset="0"/>
              <a:buChar char="•"/>
            </a:pPr>
            <a:r>
              <a:rPr lang="en-US" dirty="0"/>
              <a:t> </a:t>
            </a:r>
            <a:r>
              <a:rPr lang="en-US" dirty="0">
                <a:hlinkClick r:id="rId5"/>
              </a:rPr>
              <a:t>https://www.youtube.com/watch?v=XBkzBrXlle0</a:t>
            </a:r>
            <a:endParaRPr lang="en-US" dirty="0"/>
          </a:p>
          <a:p>
            <a:r>
              <a:rPr lang="en-US" dirty="0"/>
              <a:t>Ransomware: </a:t>
            </a:r>
          </a:p>
          <a:p>
            <a:pPr marL="311045" indent="-311045">
              <a:buFont typeface="Arial" panose="020B0604020202020204" pitchFamily="34" charset="0"/>
              <a:buChar char="•"/>
            </a:pPr>
            <a:r>
              <a:rPr lang="en-US" dirty="0">
                <a:hlinkClick r:id="rId6"/>
              </a:rPr>
              <a:t>https://www.youtube.com/watch?v=-KL9APUjj3E</a:t>
            </a:r>
            <a:r>
              <a:rPr lang="en-US" dirty="0"/>
              <a:t> </a:t>
            </a:r>
          </a:p>
          <a:p>
            <a:endParaRPr lang="en-AU" dirty="0"/>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James">
      <a:majorFont>
        <a:latin typeface="Roboto Condensed"/>
        <a:ea typeface=""/>
        <a:cs typeface=""/>
      </a:majorFont>
      <a:minorFont>
        <a:latin typeface="Roboto Condensed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James_Presentation_Template.potx" id="{B5008CB7-2FAB-47BA-A618-D2D83E25F1CE}" vid="{6859003B-2A43-4950-AF3E-B73EDCEAD68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4EA6FF5D9B274F9B14E2D5A664A837" ma:contentTypeVersion="16" ma:contentTypeDescription="Create a new document." ma:contentTypeScope="" ma:versionID="eea24480f4a880a39205568098e93603">
  <xsd:schema xmlns:xsd="http://www.w3.org/2001/XMLSchema" xmlns:xs="http://www.w3.org/2001/XMLSchema" xmlns:p="http://schemas.microsoft.com/office/2006/metadata/properties" xmlns:ns2="3924b71c-c110-48ea-bc51-2f03443883fd" xmlns:ns3="a7130040-a85f-40f6-8ab2-b11de916c767" targetNamespace="http://schemas.microsoft.com/office/2006/metadata/properties" ma:root="true" ma:fieldsID="4c7cd77b949086b1279d6a5eeabc8d95" ns2:_="" ns3:_="">
    <xsd:import namespace="3924b71c-c110-48ea-bc51-2f03443883fd"/>
    <xsd:import namespace="a7130040-a85f-40f6-8ab2-b11de916c7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24b71c-c110-48ea-bc51-2f0344388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a4b4f5b-7e7f-40ab-b7ea-a5809ffe522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7130040-a85f-40f6-8ab2-b11de916c76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3888e1-35fc-4571-b63e-221b2e37f53b}" ma:internalName="TaxCatchAll" ma:showField="CatchAllData" ma:web="a7130040-a85f-40f6-8ab2-b11de916c7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924b71c-c110-48ea-bc51-2f03443883fd">
      <Terms xmlns="http://schemas.microsoft.com/office/infopath/2007/PartnerControls"/>
    </lcf76f155ced4ddcb4097134ff3c332f>
    <TaxCatchAll xmlns="a7130040-a85f-40f6-8ab2-b11de916c767" xsi:nil="true"/>
  </documentManagement>
</p:properties>
</file>

<file path=customXml/itemProps1.xml><?xml version="1.0" encoding="utf-8"?>
<ds:datastoreItem xmlns:ds="http://schemas.openxmlformats.org/officeDocument/2006/customXml" ds:itemID="{110960BF-CDD9-4016-AFAD-4D2122D63E3A}"/>
</file>

<file path=customXml/itemProps2.xml><?xml version="1.0" encoding="utf-8"?>
<ds:datastoreItem xmlns:ds="http://schemas.openxmlformats.org/officeDocument/2006/customXml" ds:itemID="{938AE9CB-0588-4546-9659-D62C42989F5F}"/>
</file>

<file path=customXml/itemProps3.xml><?xml version="1.0" encoding="utf-8"?>
<ds:datastoreItem xmlns:ds="http://schemas.openxmlformats.org/officeDocument/2006/customXml" ds:itemID="{2259A6D4-9BF6-4A4B-8FE6-E5FE8EC25AC6}"/>
</file>

<file path=docProps/app.xml><?xml version="1.0" encoding="utf-8"?>
<Properties xmlns="http://schemas.openxmlformats.org/officeDocument/2006/extended-properties" xmlns:vt="http://schemas.openxmlformats.org/officeDocument/2006/docPropsVTypes">
  <Template/>
  <TotalTime>66</TotalTime>
  <Words>943</Words>
  <Application>Microsoft Office PowerPoint</Application>
  <PresentationFormat>On-screen Show (4:3)</PresentationFormat>
  <Paragraphs>67</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DINOT</vt:lpstr>
      <vt:lpstr>Roboto Condensed</vt:lpstr>
      <vt:lpstr>Roboto Condensed Light</vt:lpstr>
      <vt:lpstr>StarSymbol</vt:lpstr>
      <vt:lpstr>Times New Roman</vt:lpstr>
      <vt:lpstr>1_Office Theme</vt:lpstr>
      <vt:lpstr>PowerPoint Presentation</vt:lpstr>
      <vt:lpstr>Email Safety Training</vt:lpstr>
      <vt:lpstr>Email as an attack vector.</vt:lpstr>
      <vt:lpstr>Phishing</vt:lpstr>
      <vt:lpstr>Credential harvesting</vt:lpstr>
      <vt:lpstr>Malware deployment</vt:lpstr>
      <vt:lpstr>Ransomware</vt:lpstr>
      <vt:lpstr>What does this mean to me and my loved ones?</vt:lpstr>
      <vt:lpstr>Why</vt:lpstr>
      <vt:lpstr>How does the buisness protect itself</vt:lpstr>
      <vt:lpstr>But is that enough.</vt:lpstr>
      <vt:lpstr>Simulation training</vt:lpstr>
      <vt:lpstr>Additional resourses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 Gallehawk</dc:creator>
  <cp:lastModifiedBy>Mat Gallehawk</cp:lastModifiedBy>
  <cp:revision>1</cp:revision>
  <cp:lastPrinted>2015-02-02T00:57:34Z</cp:lastPrinted>
  <dcterms:created xsi:type="dcterms:W3CDTF">2022-10-04T04:21:00Z</dcterms:created>
  <dcterms:modified xsi:type="dcterms:W3CDTF">2022-10-06T23:51:02Z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0x010100EF4EA6FF5D9B274F9B14E2D5A664A837</vt:lpwstr>
  </property>
  <property fmtid="{D5CDD505-2E9C-101B-9397-08002B2CF9AE}" pid="3" name="MediaServiceImageTags">
    <vt:lpwstr/>
  </property>
</Properties>
</file>