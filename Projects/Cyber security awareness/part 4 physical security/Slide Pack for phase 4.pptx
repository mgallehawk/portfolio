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4"/>
    <p:sldMasterId id="2147483754" r:id="rId5"/>
  </p:sldMasterIdLst>
  <p:notesMasterIdLst>
    <p:notesMasterId r:id="rId12"/>
  </p:notesMasterIdLst>
  <p:sldIdLst>
    <p:sldId id="287" r:id="rId6"/>
    <p:sldId id="381" r:id="rId7"/>
    <p:sldId id="387" r:id="rId8"/>
    <p:sldId id="403" r:id="rId9"/>
    <p:sldId id="404" r:id="rId10"/>
    <p:sldId id="296" r:id="rId11"/>
  </p:sldIdLst>
  <p:sldSz cx="9144000" cy="6858000" type="screen4x3"/>
  <p:notesSz cx="6796088" cy="9928225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FFFF"/>
    <a:srgbClr val="74D2E7"/>
    <a:srgbClr val="00BBDC"/>
    <a:srgbClr val="CCFFFF"/>
    <a:srgbClr val="C9C9C9"/>
    <a:srgbClr val="D5D5D5"/>
    <a:srgbClr val="C4C4C4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EDFCA5-51A9-425D-8DDB-05476A3C7E53}" v="199" dt="2023-05-29T06:38:39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9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w Gallehawk" userId="93dd6677-ad92-4f4d-8ebe-555150310a93" providerId="ADAL" clId="{B907F5E1-B96F-4337-B1C9-2DE6C0307A8F}"/>
    <pc:docChg chg="custSel addSld modSld">
      <pc:chgData name="Mathew Gallehawk" userId="93dd6677-ad92-4f4d-8ebe-555150310a93" providerId="ADAL" clId="{B907F5E1-B96F-4337-B1C9-2DE6C0307A8F}" dt="2023-02-22T02:12:59.672" v="1848" actId="404"/>
      <pc:docMkLst>
        <pc:docMk/>
      </pc:docMkLst>
      <pc:sldChg chg="addSp modSp mod">
        <pc:chgData name="Mathew Gallehawk" userId="93dd6677-ad92-4f4d-8ebe-555150310a93" providerId="ADAL" clId="{B907F5E1-B96F-4337-B1C9-2DE6C0307A8F}" dt="2023-02-22T02:12:59.672" v="1848" actId="404"/>
        <pc:sldMkLst>
          <pc:docMk/>
          <pc:sldMk cId="967710907" sldId="394"/>
        </pc:sldMkLst>
        <pc:spChg chg="mod">
          <ac:chgData name="Mathew Gallehawk" userId="93dd6677-ad92-4f4d-8ebe-555150310a93" providerId="ADAL" clId="{B907F5E1-B96F-4337-B1C9-2DE6C0307A8F}" dt="2023-02-22T01:38:36.976" v="129" actId="20577"/>
          <ac:spMkLst>
            <pc:docMk/>
            <pc:sldMk cId="967710907" sldId="394"/>
            <ac:spMk id="2" creationId="{644D6114-AB71-9D52-AB5B-C10210F606C1}"/>
          </ac:spMkLst>
        </pc:spChg>
        <pc:spChg chg="mod">
          <ac:chgData name="Mathew Gallehawk" userId="93dd6677-ad92-4f4d-8ebe-555150310a93" providerId="ADAL" clId="{B907F5E1-B96F-4337-B1C9-2DE6C0307A8F}" dt="2023-02-22T02:12:03.785" v="1782" actId="1076"/>
          <ac:spMkLst>
            <pc:docMk/>
            <pc:sldMk cId="967710907" sldId="394"/>
            <ac:spMk id="3" creationId="{59FF3941-919B-7575-8F89-416E7AACA180}"/>
          </ac:spMkLst>
        </pc:spChg>
        <pc:spChg chg="add mod">
          <ac:chgData name="Mathew Gallehawk" userId="93dd6677-ad92-4f4d-8ebe-555150310a93" providerId="ADAL" clId="{B907F5E1-B96F-4337-B1C9-2DE6C0307A8F}" dt="2023-02-22T02:11:45.952" v="1778" actId="404"/>
          <ac:spMkLst>
            <pc:docMk/>
            <pc:sldMk cId="967710907" sldId="394"/>
            <ac:spMk id="5" creationId="{630E083A-C924-5286-A030-6C378CB8E985}"/>
          </ac:spMkLst>
        </pc:spChg>
        <pc:graphicFrameChg chg="mod">
          <ac:chgData name="Mathew Gallehawk" userId="93dd6677-ad92-4f4d-8ebe-555150310a93" providerId="ADAL" clId="{B907F5E1-B96F-4337-B1C9-2DE6C0307A8F}" dt="2023-02-22T02:12:59.672" v="1848" actId="404"/>
          <ac:graphicFrameMkLst>
            <pc:docMk/>
            <pc:sldMk cId="967710907" sldId="394"/>
            <ac:graphicFrameMk id="4" creationId="{DC33F512-7DEC-792F-F379-C4469A568DAD}"/>
          </ac:graphicFrameMkLst>
        </pc:graphicFrameChg>
      </pc:sldChg>
      <pc:sldChg chg="addSp delSp modSp new mod">
        <pc:chgData name="Mathew Gallehawk" userId="93dd6677-ad92-4f4d-8ebe-555150310a93" providerId="ADAL" clId="{B907F5E1-B96F-4337-B1C9-2DE6C0307A8F}" dt="2023-02-22T02:02:14.915" v="1110" actId="1076"/>
        <pc:sldMkLst>
          <pc:docMk/>
          <pc:sldMk cId="2830791018" sldId="396"/>
        </pc:sldMkLst>
        <pc:spChg chg="mod">
          <ac:chgData name="Mathew Gallehawk" userId="93dd6677-ad92-4f4d-8ebe-555150310a93" providerId="ADAL" clId="{B907F5E1-B96F-4337-B1C9-2DE6C0307A8F}" dt="2023-02-22T01:36:36.309" v="56" actId="20577"/>
          <ac:spMkLst>
            <pc:docMk/>
            <pc:sldMk cId="2830791018" sldId="396"/>
            <ac:spMk id="2" creationId="{B4370133-5C2D-E285-91B9-7C03DE523FB3}"/>
          </ac:spMkLst>
        </pc:spChg>
        <pc:spChg chg="mod">
          <ac:chgData name="Mathew Gallehawk" userId="93dd6677-ad92-4f4d-8ebe-555150310a93" providerId="ADAL" clId="{B907F5E1-B96F-4337-B1C9-2DE6C0307A8F}" dt="2023-02-22T01:52:57.683" v="833" actId="20577"/>
          <ac:spMkLst>
            <pc:docMk/>
            <pc:sldMk cId="2830791018" sldId="396"/>
            <ac:spMk id="3" creationId="{8C51A0F7-2A4B-445E-B30F-890F75143D42}"/>
          </ac:spMkLst>
        </pc:spChg>
        <pc:spChg chg="add mod">
          <ac:chgData name="Mathew Gallehawk" userId="93dd6677-ad92-4f4d-8ebe-555150310a93" providerId="ADAL" clId="{B907F5E1-B96F-4337-B1C9-2DE6C0307A8F}" dt="2023-02-22T02:01:31.877" v="1108" actId="20577"/>
          <ac:spMkLst>
            <pc:docMk/>
            <pc:sldMk cId="2830791018" sldId="396"/>
            <ac:spMk id="4" creationId="{6CA101D6-B947-B9D0-72EB-30E5E0C12B95}"/>
          </ac:spMkLst>
        </pc:spChg>
        <pc:picChg chg="add del mod">
          <ac:chgData name="Mathew Gallehawk" userId="93dd6677-ad92-4f4d-8ebe-555150310a93" providerId="ADAL" clId="{B907F5E1-B96F-4337-B1C9-2DE6C0307A8F}" dt="2023-02-22T01:59:43.886" v="861" actId="478"/>
          <ac:picMkLst>
            <pc:docMk/>
            <pc:sldMk cId="2830791018" sldId="396"/>
            <ac:picMk id="6" creationId="{63AE230B-3943-7CA1-E828-5EB3B4AA0367}"/>
          </ac:picMkLst>
        </pc:picChg>
        <pc:picChg chg="add mod modCrop">
          <ac:chgData name="Mathew Gallehawk" userId="93dd6677-ad92-4f4d-8ebe-555150310a93" providerId="ADAL" clId="{B907F5E1-B96F-4337-B1C9-2DE6C0307A8F}" dt="2023-02-22T02:02:14.915" v="1110" actId="1076"/>
          <ac:picMkLst>
            <pc:docMk/>
            <pc:sldMk cId="2830791018" sldId="396"/>
            <ac:picMk id="8" creationId="{E90CE30A-981F-1A2B-1C2B-CA73F8B2F333}"/>
          </ac:picMkLst>
        </pc:picChg>
      </pc:sldChg>
    </pc:docChg>
  </pc:docChgLst>
  <pc:docChgLst>
    <pc:chgData name="Mat Gallehawk" userId="93dd6677-ad92-4f4d-8ebe-555150310a93" providerId="ADAL" clId="{5AEDFCA5-51A9-425D-8DDB-05476A3C7E53}"/>
    <pc:docChg chg="undo custSel delSld modSld">
      <pc:chgData name="Mat Gallehawk" userId="93dd6677-ad92-4f4d-8ebe-555150310a93" providerId="ADAL" clId="{5AEDFCA5-51A9-425D-8DDB-05476A3C7E53}" dt="2023-05-29T06:38:39.783" v="287" actId="1076"/>
      <pc:docMkLst>
        <pc:docMk/>
      </pc:docMkLst>
      <pc:sldChg chg="modSp mod">
        <pc:chgData name="Mat Gallehawk" userId="93dd6677-ad92-4f4d-8ebe-555150310a93" providerId="ADAL" clId="{5AEDFCA5-51A9-425D-8DDB-05476A3C7E53}" dt="2023-05-29T06:23:37.297" v="103" actId="20577"/>
        <pc:sldMkLst>
          <pc:docMk/>
          <pc:sldMk cId="0" sldId="287"/>
        </pc:sldMkLst>
        <pc:spChg chg="mod">
          <ac:chgData name="Mat Gallehawk" userId="93dd6677-ad92-4f4d-8ebe-555150310a93" providerId="ADAL" clId="{5AEDFCA5-51A9-425D-8DDB-05476A3C7E53}" dt="2023-05-29T06:23:37.297" v="103" actId="20577"/>
          <ac:spMkLst>
            <pc:docMk/>
            <pc:sldMk cId="0" sldId="287"/>
            <ac:spMk id="6" creationId="{078B27E0-D127-D5EA-07C5-860AEBA0BAEF}"/>
          </ac:spMkLst>
        </pc:spChg>
      </pc:sldChg>
      <pc:sldChg chg="modSp del mod">
        <pc:chgData name="Mat Gallehawk" userId="93dd6677-ad92-4f4d-8ebe-555150310a93" providerId="ADAL" clId="{5AEDFCA5-51A9-425D-8DDB-05476A3C7E53}" dt="2023-05-29T06:23:48.673" v="105" actId="47"/>
        <pc:sldMkLst>
          <pc:docMk/>
          <pc:sldMk cId="0" sldId="288"/>
        </pc:sldMkLst>
        <pc:spChg chg="mod">
          <ac:chgData name="Mat Gallehawk" userId="93dd6677-ad92-4f4d-8ebe-555150310a93" providerId="ADAL" clId="{5AEDFCA5-51A9-425D-8DDB-05476A3C7E53}" dt="2023-05-29T06:23:21.459" v="82" actId="20577"/>
          <ac:spMkLst>
            <pc:docMk/>
            <pc:sldMk cId="0" sldId="288"/>
            <ac:spMk id="2" creationId="{00000000-0000-0000-0000-000000000000}"/>
          </ac:spMkLst>
        </pc:spChg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498560464" sldId="297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3065177915" sldId="298"/>
        </pc:sldMkLst>
      </pc:sldChg>
      <pc:sldChg chg="modSp mod">
        <pc:chgData name="Mat Gallehawk" userId="93dd6677-ad92-4f4d-8ebe-555150310a93" providerId="ADAL" clId="{5AEDFCA5-51A9-425D-8DDB-05476A3C7E53}" dt="2023-05-29T06:23:09.175" v="63" actId="1076"/>
        <pc:sldMkLst>
          <pc:docMk/>
          <pc:sldMk cId="3740176976" sldId="387"/>
        </pc:sldMkLst>
        <pc:spChg chg="mod">
          <ac:chgData name="Mat Gallehawk" userId="93dd6677-ad92-4f4d-8ebe-555150310a93" providerId="ADAL" clId="{5AEDFCA5-51A9-425D-8DDB-05476A3C7E53}" dt="2023-05-29T06:23:09.175" v="63" actId="1076"/>
          <ac:spMkLst>
            <pc:docMk/>
            <pc:sldMk cId="3740176976" sldId="387"/>
            <ac:spMk id="4" creationId="{A3B3F9EF-D298-4EA4-9CF1-DBE08B3750C4}"/>
          </ac:spMkLst>
        </pc:spChg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1769082332" sldId="388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2155647491" sldId="391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1084069458" sldId="392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4034385096" sldId="393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967710907" sldId="394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2439531698" sldId="395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2830791018" sldId="396"/>
        </pc:sldMkLst>
      </pc:sldChg>
      <pc:sldChg chg="del">
        <pc:chgData name="Mat Gallehawk" userId="93dd6677-ad92-4f4d-8ebe-555150310a93" providerId="ADAL" clId="{5AEDFCA5-51A9-425D-8DDB-05476A3C7E53}" dt="2023-05-29T06:23:01.471" v="62" actId="47"/>
        <pc:sldMkLst>
          <pc:docMk/>
          <pc:sldMk cId="3500892932" sldId="397"/>
        </pc:sldMkLst>
      </pc:sldChg>
      <pc:sldChg chg="del">
        <pc:chgData name="Mat Gallehawk" userId="93dd6677-ad92-4f4d-8ebe-555150310a93" providerId="ADAL" clId="{5AEDFCA5-51A9-425D-8DDB-05476A3C7E53}" dt="2023-05-29T06:23:44.110" v="104" actId="47"/>
        <pc:sldMkLst>
          <pc:docMk/>
          <pc:sldMk cId="3342175787" sldId="399"/>
        </pc:sldMkLst>
      </pc:sldChg>
      <pc:sldChg chg="del">
        <pc:chgData name="Mat Gallehawk" userId="93dd6677-ad92-4f4d-8ebe-555150310a93" providerId="ADAL" clId="{5AEDFCA5-51A9-425D-8DDB-05476A3C7E53}" dt="2023-05-29T06:23:01.471" v="62" actId="47"/>
        <pc:sldMkLst>
          <pc:docMk/>
          <pc:sldMk cId="4283318581" sldId="400"/>
        </pc:sldMkLst>
      </pc:sldChg>
      <pc:sldChg chg="del">
        <pc:chgData name="Mat Gallehawk" userId="93dd6677-ad92-4f4d-8ebe-555150310a93" providerId="ADAL" clId="{5AEDFCA5-51A9-425D-8DDB-05476A3C7E53}" dt="2023-05-29T06:23:01.471" v="62" actId="47"/>
        <pc:sldMkLst>
          <pc:docMk/>
          <pc:sldMk cId="807299357" sldId="401"/>
        </pc:sldMkLst>
      </pc:sldChg>
      <pc:sldChg chg="addSp delSp modSp mod setBg modNotes">
        <pc:chgData name="Mat Gallehawk" userId="93dd6677-ad92-4f4d-8ebe-555150310a93" providerId="ADAL" clId="{5AEDFCA5-51A9-425D-8DDB-05476A3C7E53}" dt="2023-05-29T06:29:48.096" v="139" actId="26606"/>
        <pc:sldMkLst>
          <pc:docMk/>
          <pc:sldMk cId="4271745098" sldId="403"/>
        </pc:sldMkLst>
        <pc:spChg chg="mod">
          <ac:chgData name="Mat Gallehawk" userId="93dd6677-ad92-4f4d-8ebe-555150310a93" providerId="ADAL" clId="{5AEDFCA5-51A9-425D-8DDB-05476A3C7E53}" dt="2023-05-29T06:26:23.271" v="123" actId="14100"/>
          <ac:spMkLst>
            <pc:docMk/>
            <pc:sldMk cId="4271745098" sldId="403"/>
            <ac:spMk id="2" creationId="{EDA2E692-5C52-BA4C-6EFB-5D332C2EC70E}"/>
          </ac:spMkLst>
        </pc:spChg>
        <pc:spChg chg="add del mod">
          <ac:chgData name="Mat Gallehawk" userId="93dd6677-ad92-4f4d-8ebe-555150310a93" providerId="ADAL" clId="{5AEDFCA5-51A9-425D-8DDB-05476A3C7E53}" dt="2023-05-29T06:29:48.096" v="139" actId="26606"/>
          <ac:spMkLst>
            <pc:docMk/>
            <pc:sldMk cId="4271745098" sldId="403"/>
            <ac:spMk id="3" creationId="{EC76785E-9109-A876-BDF3-D22761F6BE80}"/>
          </ac:spMkLst>
        </pc:spChg>
        <pc:spChg chg="mod">
          <ac:chgData name="Mat Gallehawk" userId="93dd6677-ad92-4f4d-8ebe-555150310a93" providerId="ADAL" clId="{5AEDFCA5-51A9-425D-8DDB-05476A3C7E53}" dt="2023-05-29T06:26:26.595" v="124" actId="14100"/>
          <ac:spMkLst>
            <pc:docMk/>
            <pc:sldMk cId="4271745098" sldId="403"/>
            <ac:spMk id="4" creationId="{5A955C97-6999-6BD9-2B31-27E4F7877E7E}"/>
          </ac:spMkLst>
        </pc:spChg>
        <pc:spChg chg="mod">
          <ac:chgData name="Mat Gallehawk" userId="93dd6677-ad92-4f4d-8ebe-555150310a93" providerId="ADAL" clId="{5AEDFCA5-51A9-425D-8DDB-05476A3C7E53}" dt="2023-05-29T06:26:29.091" v="125" actId="14100"/>
          <ac:spMkLst>
            <pc:docMk/>
            <pc:sldMk cId="4271745098" sldId="403"/>
            <ac:spMk id="5" creationId="{04086BAB-3CAD-ACB5-D528-0C2DDC5829D0}"/>
          </ac:spMkLst>
        </pc:spChg>
        <pc:spChg chg="del">
          <ac:chgData name="Mat Gallehawk" userId="93dd6677-ad92-4f4d-8ebe-555150310a93" providerId="ADAL" clId="{5AEDFCA5-51A9-425D-8DDB-05476A3C7E53}" dt="2023-05-29T06:16:58.620" v="4" actId="478"/>
          <ac:spMkLst>
            <pc:docMk/>
            <pc:sldMk cId="4271745098" sldId="403"/>
            <ac:spMk id="6" creationId="{46323D92-CCC7-43FF-9D06-39C87CB2200C}"/>
          </ac:spMkLst>
        </pc:spChg>
        <pc:spChg chg="del">
          <ac:chgData name="Mat Gallehawk" userId="93dd6677-ad92-4f4d-8ebe-555150310a93" providerId="ADAL" clId="{5AEDFCA5-51A9-425D-8DDB-05476A3C7E53}" dt="2023-05-29T06:16:29.936" v="0" actId="478"/>
          <ac:spMkLst>
            <pc:docMk/>
            <pc:sldMk cId="4271745098" sldId="403"/>
            <ac:spMk id="7" creationId="{692326E8-65E0-7CE4-2284-DB39F082BC4E}"/>
          </ac:spMkLst>
        </pc:spChg>
        <pc:spChg chg="del">
          <ac:chgData name="Mat Gallehawk" userId="93dd6677-ad92-4f4d-8ebe-555150310a93" providerId="ADAL" clId="{5AEDFCA5-51A9-425D-8DDB-05476A3C7E53}" dt="2023-05-29T06:16:29.936" v="0" actId="478"/>
          <ac:spMkLst>
            <pc:docMk/>
            <pc:sldMk cId="4271745098" sldId="403"/>
            <ac:spMk id="8" creationId="{51C8D3ED-78CB-D36A-24C2-ED55F7E79389}"/>
          </ac:spMkLst>
        </pc:spChg>
        <pc:spChg chg="del">
          <ac:chgData name="Mat Gallehawk" userId="93dd6677-ad92-4f4d-8ebe-555150310a93" providerId="ADAL" clId="{5AEDFCA5-51A9-425D-8DDB-05476A3C7E53}" dt="2023-05-29T06:16:29.936" v="0" actId="478"/>
          <ac:spMkLst>
            <pc:docMk/>
            <pc:sldMk cId="4271745098" sldId="403"/>
            <ac:spMk id="9" creationId="{C187DE30-ECC5-994A-0D7F-40B4F4DEC1A3}"/>
          </ac:spMkLst>
        </pc:spChg>
        <pc:spChg chg="del">
          <ac:chgData name="Mat Gallehawk" userId="93dd6677-ad92-4f4d-8ebe-555150310a93" providerId="ADAL" clId="{5AEDFCA5-51A9-425D-8DDB-05476A3C7E53}" dt="2023-05-29T06:16:29.936" v="0" actId="478"/>
          <ac:spMkLst>
            <pc:docMk/>
            <pc:sldMk cId="4271745098" sldId="403"/>
            <ac:spMk id="10" creationId="{2D00B811-4ECE-0A02-0B69-5FF99A089182}"/>
          </ac:spMkLst>
        </pc:spChg>
        <pc:spChg chg="add del mod">
          <ac:chgData name="Mat Gallehawk" userId="93dd6677-ad92-4f4d-8ebe-555150310a93" providerId="ADAL" clId="{5AEDFCA5-51A9-425D-8DDB-05476A3C7E53}" dt="2023-05-29T06:18:54.965" v="17"/>
          <ac:spMkLst>
            <pc:docMk/>
            <pc:sldMk cId="4271745098" sldId="403"/>
            <ac:spMk id="11" creationId="{6FD672FB-1EB4-C83B-D3B5-773A81EA0607}"/>
          </ac:spMkLst>
        </pc:spChg>
        <pc:spChg chg="add del mod">
          <ac:chgData name="Mat Gallehawk" userId="93dd6677-ad92-4f4d-8ebe-555150310a93" providerId="ADAL" clId="{5AEDFCA5-51A9-425D-8DDB-05476A3C7E53}" dt="2023-05-29T06:18:54.965" v="17"/>
          <ac:spMkLst>
            <pc:docMk/>
            <pc:sldMk cId="4271745098" sldId="403"/>
            <ac:spMk id="12" creationId="{DC20A848-7087-E81B-BE43-03E7CA01D4BC}"/>
          </ac:spMkLst>
        </pc:spChg>
        <pc:spChg chg="add del mod">
          <ac:chgData name="Mat Gallehawk" userId="93dd6677-ad92-4f4d-8ebe-555150310a93" providerId="ADAL" clId="{5AEDFCA5-51A9-425D-8DDB-05476A3C7E53}" dt="2023-05-29T06:19:46.010" v="28" actId="478"/>
          <ac:spMkLst>
            <pc:docMk/>
            <pc:sldMk cId="4271745098" sldId="403"/>
            <ac:spMk id="13" creationId="{0A2F1998-7D2C-9EE9-2836-9DC89DB28CCE}"/>
          </ac:spMkLst>
        </pc:spChg>
        <pc:spChg chg="add del mod">
          <ac:chgData name="Mat Gallehawk" userId="93dd6677-ad92-4f4d-8ebe-555150310a93" providerId="ADAL" clId="{5AEDFCA5-51A9-425D-8DDB-05476A3C7E53}" dt="2023-05-29T06:19:49.869" v="30" actId="478"/>
          <ac:spMkLst>
            <pc:docMk/>
            <pc:sldMk cId="4271745098" sldId="403"/>
            <ac:spMk id="14" creationId="{7F8FA897-285E-D537-E715-F04C900AA309}"/>
          </ac:spMkLst>
        </pc:spChg>
        <pc:graphicFrameChg chg="add del">
          <ac:chgData name="Mat Gallehawk" userId="93dd6677-ad92-4f4d-8ebe-555150310a93" providerId="ADAL" clId="{5AEDFCA5-51A9-425D-8DDB-05476A3C7E53}" dt="2023-05-29T06:29:48.096" v="139" actId="26606"/>
          <ac:graphicFrameMkLst>
            <pc:docMk/>
            <pc:sldMk cId="4271745098" sldId="403"/>
            <ac:graphicFrameMk id="1030" creationId="{92B052E6-B4BA-9258-CFC0-44257A9E62E4}"/>
          </ac:graphicFrameMkLst>
        </pc:graphicFrameChg>
        <pc:picChg chg="add mod">
          <ac:chgData name="Mat Gallehawk" userId="93dd6677-ad92-4f4d-8ebe-555150310a93" providerId="ADAL" clId="{5AEDFCA5-51A9-425D-8DDB-05476A3C7E53}" dt="2023-05-29T06:28:32.175" v="135" actId="1076"/>
          <ac:picMkLst>
            <pc:docMk/>
            <pc:sldMk cId="4271745098" sldId="403"/>
            <ac:picMk id="1026" creationId="{F3CCD67B-AE62-8FA5-10BB-8826C3D1370F}"/>
          </ac:picMkLst>
        </pc:picChg>
        <pc:picChg chg="add mod">
          <ac:chgData name="Mat Gallehawk" userId="93dd6677-ad92-4f4d-8ebe-555150310a93" providerId="ADAL" clId="{5AEDFCA5-51A9-425D-8DDB-05476A3C7E53}" dt="2023-05-29T06:29:39.180" v="137" actId="1076"/>
          <ac:picMkLst>
            <pc:docMk/>
            <pc:sldMk cId="4271745098" sldId="403"/>
            <ac:picMk id="1028" creationId="{2D211B6C-E867-099F-41A2-CBBDA53F518F}"/>
          </ac:picMkLst>
        </pc:picChg>
      </pc:sldChg>
      <pc:sldChg chg="addSp delSp modSp mod setBg modNotes">
        <pc:chgData name="Mat Gallehawk" userId="93dd6677-ad92-4f4d-8ebe-555150310a93" providerId="ADAL" clId="{5AEDFCA5-51A9-425D-8DDB-05476A3C7E53}" dt="2023-05-29T06:38:39.783" v="287" actId="1076"/>
        <pc:sldMkLst>
          <pc:docMk/>
          <pc:sldMk cId="3094808859" sldId="404"/>
        </pc:sldMkLst>
        <pc:spChg chg="del">
          <ac:chgData name="Mat Gallehawk" userId="93dd6677-ad92-4f4d-8ebe-555150310a93" providerId="ADAL" clId="{5AEDFCA5-51A9-425D-8DDB-05476A3C7E53}" dt="2023-05-29T06:16:35.496" v="1" actId="478"/>
          <ac:spMkLst>
            <pc:docMk/>
            <pc:sldMk cId="3094808859" sldId="404"/>
            <ac:spMk id="2" creationId="{EDA2E692-5C52-BA4C-6EFB-5D332C2EC70E}"/>
          </ac:spMkLst>
        </pc:spChg>
        <pc:spChg chg="del">
          <ac:chgData name="Mat Gallehawk" userId="93dd6677-ad92-4f4d-8ebe-555150310a93" providerId="ADAL" clId="{5AEDFCA5-51A9-425D-8DDB-05476A3C7E53}" dt="2023-05-29T06:16:35.496" v="1" actId="478"/>
          <ac:spMkLst>
            <pc:docMk/>
            <pc:sldMk cId="3094808859" sldId="404"/>
            <ac:spMk id="3" creationId="{EC76785E-9109-A876-BDF3-D22761F6BE80}"/>
          </ac:spMkLst>
        </pc:spChg>
        <pc:spChg chg="del">
          <ac:chgData name="Mat Gallehawk" userId="93dd6677-ad92-4f4d-8ebe-555150310a93" providerId="ADAL" clId="{5AEDFCA5-51A9-425D-8DDB-05476A3C7E53}" dt="2023-05-29T06:16:35.496" v="1" actId="478"/>
          <ac:spMkLst>
            <pc:docMk/>
            <pc:sldMk cId="3094808859" sldId="404"/>
            <ac:spMk id="4" creationId="{5A955C97-6999-6BD9-2B31-27E4F7877E7E}"/>
          </ac:spMkLst>
        </pc:spChg>
        <pc:spChg chg="del">
          <ac:chgData name="Mat Gallehawk" userId="93dd6677-ad92-4f4d-8ebe-555150310a93" providerId="ADAL" clId="{5AEDFCA5-51A9-425D-8DDB-05476A3C7E53}" dt="2023-05-29T06:16:35.496" v="1" actId="478"/>
          <ac:spMkLst>
            <pc:docMk/>
            <pc:sldMk cId="3094808859" sldId="404"/>
            <ac:spMk id="5" creationId="{04086BAB-3CAD-ACB5-D528-0C2DDC5829D0}"/>
          </ac:spMkLst>
        </pc:spChg>
        <pc:spChg chg="del">
          <ac:chgData name="Mat Gallehawk" userId="93dd6677-ad92-4f4d-8ebe-555150310a93" providerId="ADAL" clId="{5AEDFCA5-51A9-425D-8DDB-05476A3C7E53}" dt="2023-05-29T06:17:50.722" v="11" actId="478"/>
          <ac:spMkLst>
            <pc:docMk/>
            <pc:sldMk cId="3094808859" sldId="404"/>
            <ac:spMk id="6" creationId="{46323D92-CCC7-43FF-9D06-39C87CB2200C}"/>
          </ac:spMkLst>
        </pc:spChg>
        <pc:spChg chg="mod">
          <ac:chgData name="Mat Gallehawk" userId="93dd6677-ad92-4f4d-8ebe-555150310a93" providerId="ADAL" clId="{5AEDFCA5-51A9-425D-8DDB-05476A3C7E53}" dt="2023-05-29T06:26:44.002" v="127" actId="14100"/>
          <ac:spMkLst>
            <pc:docMk/>
            <pc:sldMk cId="3094808859" sldId="404"/>
            <ac:spMk id="7" creationId="{692326E8-65E0-7CE4-2284-DB39F082BC4E}"/>
          </ac:spMkLst>
        </pc:spChg>
        <pc:spChg chg="mod">
          <ac:chgData name="Mat Gallehawk" userId="93dd6677-ad92-4f4d-8ebe-555150310a93" providerId="ADAL" clId="{5AEDFCA5-51A9-425D-8DDB-05476A3C7E53}" dt="2023-05-29T06:27:00.370" v="132" actId="14100"/>
          <ac:spMkLst>
            <pc:docMk/>
            <pc:sldMk cId="3094808859" sldId="404"/>
            <ac:spMk id="8" creationId="{51C8D3ED-78CB-D36A-24C2-ED55F7E79389}"/>
          </ac:spMkLst>
        </pc:spChg>
        <pc:spChg chg="mod">
          <ac:chgData name="Mat Gallehawk" userId="93dd6677-ad92-4f4d-8ebe-555150310a93" providerId="ADAL" clId="{5AEDFCA5-51A9-425D-8DDB-05476A3C7E53}" dt="2023-05-29T06:26:54.001" v="130" actId="14100"/>
          <ac:spMkLst>
            <pc:docMk/>
            <pc:sldMk cId="3094808859" sldId="404"/>
            <ac:spMk id="9" creationId="{C187DE30-ECC5-994A-0D7F-40B4F4DEC1A3}"/>
          </ac:spMkLst>
        </pc:spChg>
        <pc:spChg chg="mod">
          <ac:chgData name="Mat Gallehawk" userId="93dd6677-ad92-4f4d-8ebe-555150310a93" providerId="ADAL" clId="{5AEDFCA5-51A9-425D-8DDB-05476A3C7E53}" dt="2023-05-29T06:27:03.066" v="133" actId="14100"/>
          <ac:spMkLst>
            <pc:docMk/>
            <pc:sldMk cId="3094808859" sldId="404"/>
            <ac:spMk id="10" creationId="{2D00B811-4ECE-0A02-0B69-5FF99A089182}"/>
          </ac:spMkLst>
        </pc:spChg>
        <pc:spChg chg="add del mod">
          <ac:chgData name="Mat Gallehawk" userId="93dd6677-ad92-4f4d-8ebe-555150310a93" providerId="ADAL" clId="{5AEDFCA5-51A9-425D-8DDB-05476A3C7E53}" dt="2023-05-29T06:16:40.520" v="2" actId="478"/>
          <ac:spMkLst>
            <pc:docMk/>
            <pc:sldMk cId="3094808859" sldId="404"/>
            <ac:spMk id="11" creationId="{1396C9DD-D5E5-06E2-EDC9-D7F55ADCDD7B}"/>
          </ac:spMkLst>
        </pc:spChg>
        <pc:spChg chg="add del mod">
          <ac:chgData name="Mat Gallehawk" userId="93dd6677-ad92-4f4d-8ebe-555150310a93" providerId="ADAL" clId="{5AEDFCA5-51A9-425D-8DDB-05476A3C7E53}" dt="2023-05-29T06:16:43.476" v="3" actId="478"/>
          <ac:spMkLst>
            <pc:docMk/>
            <pc:sldMk cId="3094808859" sldId="404"/>
            <ac:spMk id="12" creationId="{DE9DDAD0-BEDA-9FF5-A8EE-566DB7070B44}"/>
          </ac:spMkLst>
        </pc:spChg>
        <pc:spChg chg="add del mod">
          <ac:chgData name="Mat Gallehawk" userId="93dd6677-ad92-4f4d-8ebe-555150310a93" providerId="ADAL" clId="{5AEDFCA5-51A9-425D-8DDB-05476A3C7E53}" dt="2023-05-29T06:21:41.847" v="48" actId="478"/>
          <ac:spMkLst>
            <pc:docMk/>
            <pc:sldMk cId="3094808859" sldId="404"/>
            <ac:spMk id="13" creationId="{E7902799-36BB-FCE2-C8C2-683AB60E9123}"/>
          </ac:spMkLst>
        </pc:spChg>
        <pc:spChg chg="add del mod">
          <ac:chgData name="Mat Gallehawk" userId="93dd6677-ad92-4f4d-8ebe-555150310a93" providerId="ADAL" clId="{5AEDFCA5-51A9-425D-8DDB-05476A3C7E53}" dt="2023-05-29T06:21:41.847" v="48" actId="478"/>
          <ac:spMkLst>
            <pc:docMk/>
            <pc:sldMk cId="3094808859" sldId="404"/>
            <ac:spMk id="14" creationId="{94882FDF-578C-977D-2242-6AAFB8E35E9A}"/>
          </ac:spMkLst>
        </pc:spChg>
        <pc:spChg chg="add del mod">
          <ac:chgData name="Mat Gallehawk" userId="93dd6677-ad92-4f4d-8ebe-555150310a93" providerId="ADAL" clId="{5AEDFCA5-51A9-425D-8DDB-05476A3C7E53}" dt="2023-05-29T06:21:50.967" v="50" actId="478"/>
          <ac:spMkLst>
            <pc:docMk/>
            <pc:sldMk cId="3094808859" sldId="404"/>
            <ac:spMk id="16" creationId="{905AF973-6CA7-4BCD-5488-A40CFE865605}"/>
          </ac:spMkLst>
        </pc:spChg>
        <pc:spChg chg="add del mod">
          <ac:chgData name="Mat Gallehawk" userId="93dd6677-ad92-4f4d-8ebe-555150310a93" providerId="ADAL" clId="{5AEDFCA5-51A9-425D-8DDB-05476A3C7E53}" dt="2023-05-29T06:21:47.888" v="49" actId="478"/>
          <ac:spMkLst>
            <pc:docMk/>
            <pc:sldMk cId="3094808859" sldId="404"/>
            <ac:spMk id="18" creationId="{3265AA2A-0254-E73C-E728-0D7C3593D471}"/>
          </ac:spMkLst>
        </pc:spChg>
        <pc:picChg chg="add mod">
          <ac:chgData name="Mat Gallehawk" userId="93dd6677-ad92-4f4d-8ebe-555150310a93" providerId="ADAL" clId="{5AEDFCA5-51A9-425D-8DDB-05476A3C7E53}" dt="2023-05-29T06:35:11.349" v="142" actId="1076"/>
          <ac:picMkLst>
            <pc:docMk/>
            <pc:sldMk cId="3094808859" sldId="404"/>
            <ac:picMk id="20" creationId="{3EB3056C-C5F8-028A-67BE-19CFD7B6C289}"/>
          </ac:picMkLst>
        </pc:picChg>
        <pc:picChg chg="add mod">
          <ac:chgData name="Mat Gallehawk" userId="93dd6677-ad92-4f4d-8ebe-555150310a93" providerId="ADAL" clId="{5AEDFCA5-51A9-425D-8DDB-05476A3C7E53}" dt="2023-05-29T06:38:39.783" v="287" actId="1076"/>
          <ac:picMkLst>
            <pc:docMk/>
            <pc:sldMk cId="3094808859" sldId="404"/>
            <ac:picMk id="2050" creationId="{AEF40FDE-296F-10DA-4380-CA0C35D2642B}"/>
          </ac:picMkLst>
        </pc:picChg>
      </pc:sldChg>
    </pc:docChg>
  </pc:docChgLst>
  <pc:docChgLst>
    <pc:chgData name="Mat Gallehawk" userId="93dd6677-ad92-4f4d-8ebe-555150310a93" providerId="ADAL" clId="{B907F5E1-B96F-4337-B1C9-2DE6C0307A8F}"/>
    <pc:docChg chg="custSel addSld delSld modSld">
      <pc:chgData name="Mat Gallehawk" userId="93dd6677-ad92-4f4d-8ebe-555150310a93" providerId="ADAL" clId="{B907F5E1-B96F-4337-B1C9-2DE6C0307A8F}" dt="2023-02-21T00:54:56.216" v="1983" actId="20577"/>
      <pc:docMkLst>
        <pc:docMk/>
      </pc:docMkLst>
      <pc:sldChg chg="addSp modSp mod">
        <pc:chgData name="Mat Gallehawk" userId="93dd6677-ad92-4f4d-8ebe-555150310a93" providerId="ADAL" clId="{B907F5E1-B96F-4337-B1C9-2DE6C0307A8F}" dt="2023-02-21T00:54:44.844" v="1981" actId="20577"/>
        <pc:sldMkLst>
          <pc:docMk/>
          <pc:sldMk cId="498560464" sldId="297"/>
        </pc:sldMkLst>
        <pc:spChg chg="mod">
          <ac:chgData name="Mat Gallehawk" userId="93dd6677-ad92-4f4d-8ebe-555150310a93" providerId="ADAL" clId="{B907F5E1-B96F-4337-B1C9-2DE6C0307A8F}" dt="2023-02-21T00:54:44.844" v="1981" actId="20577"/>
          <ac:spMkLst>
            <pc:docMk/>
            <pc:sldMk cId="498560464" sldId="297"/>
            <ac:spMk id="2" creationId="{00000000-0000-0000-0000-000000000000}"/>
          </ac:spMkLst>
        </pc:spChg>
        <pc:spChg chg="mod">
          <ac:chgData name="Mat Gallehawk" userId="93dd6677-ad92-4f4d-8ebe-555150310a93" providerId="ADAL" clId="{B907F5E1-B96F-4337-B1C9-2DE6C0307A8F}" dt="2023-02-16T05:26:56.934" v="608" actId="14100"/>
          <ac:spMkLst>
            <pc:docMk/>
            <pc:sldMk cId="498560464" sldId="297"/>
            <ac:spMk id="3" creationId="{00000000-0000-0000-0000-000000000000}"/>
          </ac:spMkLst>
        </pc:spChg>
        <pc:picChg chg="add mod">
          <ac:chgData name="Mat Gallehawk" userId="93dd6677-ad92-4f4d-8ebe-555150310a93" providerId="ADAL" clId="{B907F5E1-B96F-4337-B1C9-2DE6C0307A8F}" dt="2023-02-16T05:27:00.674" v="609" actId="14100"/>
          <ac:picMkLst>
            <pc:docMk/>
            <pc:sldMk cId="498560464" sldId="297"/>
            <ac:picMk id="5" creationId="{4055A9F2-24D5-9816-BB5A-CC5F47DE92D6}"/>
          </ac:picMkLst>
        </pc:picChg>
        <pc:picChg chg="add mod">
          <ac:chgData name="Mat Gallehawk" userId="93dd6677-ad92-4f4d-8ebe-555150310a93" providerId="ADAL" clId="{B907F5E1-B96F-4337-B1C9-2DE6C0307A8F}" dt="2023-02-16T05:27:58.866" v="617" actId="1076"/>
          <ac:picMkLst>
            <pc:docMk/>
            <pc:sldMk cId="498560464" sldId="297"/>
            <ac:picMk id="7" creationId="{34E360A4-8853-BEF7-222F-5AA606749B24}"/>
          </ac:picMkLst>
        </pc:picChg>
        <pc:picChg chg="add mod">
          <ac:chgData name="Mat Gallehawk" userId="93dd6677-ad92-4f4d-8ebe-555150310a93" providerId="ADAL" clId="{B907F5E1-B96F-4337-B1C9-2DE6C0307A8F}" dt="2023-02-16T05:27:06.359" v="612" actId="1076"/>
          <ac:picMkLst>
            <pc:docMk/>
            <pc:sldMk cId="498560464" sldId="297"/>
            <ac:picMk id="2050" creationId="{2E2F37C7-11E0-5352-7DC3-50629A877922}"/>
          </ac:picMkLst>
        </pc:picChg>
        <pc:picChg chg="add mod">
          <ac:chgData name="Mat Gallehawk" userId="93dd6677-ad92-4f4d-8ebe-555150310a93" providerId="ADAL" clId="{B907F5E1-B96F-4337-B1C9-2DE6C0307A8F}" dt="2023-02-16T05:27:07.922" v="613" actId="1076"/>
          <ac:picMkLst>
            <pc:docMk/>
            <pc:sldMk cId="498560464" sldId="297"/>
            <ac:picMk id="2052" creationId="{860FB247-2A97-1641-CE36-9452869CB30F}"/>
          </ac:picMkLst>
        </pc:picChg>
      </pc:sldChg>
      <pc:sldChg chg="modSp mod">
        <pc:chgData name="Mat Gallehawk" userId="93dd6677-ad92-4f4d-8ebe-555150310a93" providerId="ADAL" clId="{B907F5E1-B96F-4337-B1C9-2DE6C0307A8F}" dt="2023-02-21T00:54:56.216" v="1983" actId="20577"/>
        <pc:sldMkLst>
          <pc:docMk/>
          <pc:sldMk cId="3065177915" sldId="298"/>
        </pc:sldMkLst>
        <pc:spChg chg="mod">
          <ac:chgData name="Mat Gallehawk" userId="93dd6677-ad92-4f4d-8ebe-555150310a93" providerId="ADAL" clId="{B907F5E1-B96F-4337-B1C9-2DE6C0307A8F}" dt="2023-02-21T00:54:39.454" v="1979" actId="20577"/>
          <ac:spMkLst>
            <pc:docMk/>
            <pc:sldMk cId="3065177915" sldId="298"/>
            <ac:spMk id="2" creationId="{00000000-0000-0000-0000-000000000000}"/>
          </ac:spMkLst>
        </pc:spChg>
        <pc:spChg chg="mod">
          <ac:chgData name="Mat Gallehawk" userId="93dd6677-ad92-4f4d-8ebe-555150310a93" providerId="ADAL" clId="{B907F5E1-B96F-4337-B1C9-2DE6C0307A8F}" dt="2023-02-21T00:54:56.216" v="1983" actId="20577"/>
          <ac:spMkLst>
            <pc:docMk/>
            <pc:sldMk cId="3065177915" sldId="298"/>
            <ac:spMk id="3" creationId="{00000000-0000-0000-0000-000000000000}"/>
          </ac:spMkLst>
        </pc:spChg>
      </pc:sldChg>
      <pc:sldChg chg="addSp delSp modSp mod">
        <pc:chgData name="Mat Gallehawk" userId="93dd6677-ad92-4f4d-8ebe-555150310a93" providerId="ADAL" clId="{B907F5E1-B96F-4337-B1C9-2DE6C0307A8F}" dt="2023-02-17T04:08:57.062" v="1276" actId="21"/>
        <pc:sldMkLst>
          <pc:docMk/>
          <pc:sldMk cId="2855348636" sldId="381"/>
        </pc:sldMkLst>
        <pc:graphicFrameChg chg="add del mod">
          <ac:chgData name="Mat Gallehawk" userId="93dd6677-ad92-4f4d-8ebe-555150310a93" providerId="ADAL" clId="{B907F5E1-B96F-4337-B1C9-2DE6C0307A8F}" dt="2023-02-17T04:08:57.062" v="1276" actId="21"/>
          <ac:graphicFrameMkLst>
            <pc:docMk/>
            <pc:sldMk cId="2855348636" sldId="381"/>
            <ac:graphicFrameMk id="6" creationId="{F37D1AC1-BE5E-43EC-E420-E81E19921F84}"/>
          </ac:graphicFrameMkLst>
        </pc:graphicFrameChg>
      </pc:sldChg>
      <pc:sldChg chg="addSp modSp mod">
        <pc:chgData name="Mat Gallehawk" userId="93dd6677-ad92-4f4d-8ebe-555150310a93" providerId="ADAL" clId="{B907F5E1-B96F-4337-B1C9-2DE6C0307A8F}" dt="2023-02-16T05:32:50.625" v="1037" actId="14100"/>
        <pc:sldMkLst>
          <pc:docMk/>
          <pc:sldMk cId="1769082332" sldId="388"/>
        </pc:sldMkLst>
        <pc:spChg chg="mod">
          <ac:chgData name="Mat Gallehawk" userId="93dd6677-ad92-4f4d-8ebe-555150310a93" providerId="ADAL" clId="{B907F5E1-B96F-4337-B1C9-2DE6C0307A8F}" dt="2023-02-16T05:30:09.654" v="778" actId="14100"/>
          <ac:spMkLst>
            <pc:docMk/>
            <pc:sldMk cId="1769082332" sldId="388"/>
            <ac:spMk id="3" creationId="{EC76785E-9109-A876-BDF3-D22761F6BE80}"/>
          </ac:spMkLst>
        </pc:spChg>
        <pc:spChg chg="add mod">
          <ac:chgData name="Mat Gallehawk" userId="93dd6677-ad92-4f4d-8ebe-555150310a93" providerId="ADAL" clId="{B907F5E1-B96F-4337-B1C9-2DE6C0307A8F}" dt="2023-02-16T05:30:24.132" v="781" actId="1076"/>
          <ac:spMkLst>
            <pc:docMk/>
            <pc:sldMk cId="1769082332" sldId="388"/>
            <ac:spMk id="4" creationId="{72359A53-60C8-011B-31F1-E9C8ED10F048}"/>
          </ac:spMkLst>
        </pc:spChg>
        <pc:spChg chg="add mod">
          <ac:chgData name="Mat Gallehawk" userId="93dd6677-ad92-4f4d-8ebe-555150310a93" providerId="ADAL" clId="{B907F5E1-B96F-4337-B1C9-2DE6C0307A8F}" dt="2023-02-16T05:32:50.625" v="1037" actId="14100"/>
          <ac:spMkLst>
            <pc:docMk/>
            <pc:sldMk cId="1769082332" sldId="388"/>
            <ac:spMk id="5" creationId="{4748D189-23B6-50A1-D831-660A699A220F}"/>
          </ac:spMkLst>
        </pc:spChg>
      </pc:sldChg>
      <pc:sldChg chg="addSp delSp modSp del">
        <pc:chgData name="Mat Gallehawk" userId="93dd6677-ad92-4f4d-8ebe-555150310a93" providerId="ADAL" clId="{B907F5E1-B96F-4337-B1C9-2DE6C0307A8F}" dt="2023-02-16T05:32:52.818" v="1038" actId="47"/>
        <pc:sldMkLst>
          <pc:docMk/>
          <pc:sldMk cId="1820211977" sldId="389"/>
        </pc:sldMkLst>
        <pc:spChg chg="del">
          <ac:chgData name="Mat Gallehawk" userId="93dd6677-ad92-4f4d-8ebe-555150310a93" providerId="ADAL" clId="{B907F5E1-B96F-4337-B1C9-2DE6C0307A8F}" dt="2023-02-16T05:30:15.602" v="779" actId="21"/>
          <ac:spMkLst>
            <pc:docMk/>
            <pc:sldMk cId="1820211977" sldId="389"/>
            <ac:spMk id="2" creationId="{F704CFC6-376C-CBF7-ACB2-967AEC79BD35}"/>
          </ac:spMkLst>
        </pc:spChg>
        <pc:spChg chg="del">
          <ac:chgData name="Mat Gallehawk" userId="93dd6677-ad92-4f4d-8ebe-555150310a93" providerId="ADAL" clId="{B907F5E1-B96F-4337-B1C9-2DE6C0307A8F}" dt="2023-02-16T05:30:29.504" v="782" actId="21"/>
          <ac:spMkLst>
            <pc:docMk/>
            <pc:sldMk cId="1820211977" sldId="389"/>
            <ac:spMk id="3" creationId="{5DBDDFC2-CF72-78BE-1B48-AB452ACE168F}"/>
          </ac:spMkLst>
        </pc:spChg>
        <pc:spChg chg="add mod">
          <ac:chgData name="Mat Gallehawk" userId="93dd6677-ad92-4f4d-8ebe-555150310a93" providerId="ADAL" clId="{B907F5E1-B96F-4337-B1C9-2DE6C0307A8F}" dt="2023-02-16T05:30:15.602" v="779" actId="21"/>
          <ac:spMkLst>
            <pc:docMk/>
            <pc:sldMk cId="1820211977" sldId="389"/>
            <ac:spMk id="4" creationId="{FF600FB5-116B-E3DA-CAA4-299C50208206}"/>
          </ac:spMkLst>
        </pc:spChg>
      </pc:sldChg>
      <pc:sldChg chg="del">
        <pc:chgData name="Mat Gallehawk" userId="93dd6677-ad92-4f4d-8ebe-555150310a93" providerId="ADAL" clId="{B907F5E1-B96F-4337-B1C9-2DE6C0307A8F}" dt="2023-02-16T05:28:24.368" v="618" actId="47"/>
        <pc:sldMkLst>
          <pc:docMk/>
          <pc:sldMk cId="797412150" sldId="390"/>
        </pc:sldMkLst>
      </pc:sldChg>
      <pc:sldChg chg="modSp mod">
        <pc:chgData name="Mat Gallehawk" userId="93dd6677-ad92-4f4d-8ebe-555150310a93" providerId="ADAL" clId="{B907F5E1-B96F-4337-B1C9-2DE6C0307A8F}" dt="2023-02-21T00:53:21.682" v="1977" actId="404"/>
        <pc:sldMkLst>
          <pc:docMk/>
          <pc:sldMk cId="2155647491" sldId="391"/>
        </pc:sldMkLst>
        <pc:spChg chg="mod">
          <ac:chgData name="Mat Gallehawk" userId="93dd6677-ad92-4f4d-8ebe-555150310a93" providerId="ADAL" clId="{B907F5E1-B96F-4337-B1C9-2DE6C0307A8F}" dt="2023-02-21T00:53:09.958" v="1975" actId="404"/>
          <ac:spMkLst>
            <pc:docMk/>
            <pc:sldMk cId="2155647491" sldId="391"/>
            <ac:spMk id="3" creationId="{E868F72D-824E-647F-7B8B-9537D7406C2F}"/>
          </ac:spMkLst>
        </pc:spChg>
        <pc:spChg chg="mod">
          <ac:chgData name="Mat Gallehawk" userId="93dd6677-ad92-4f4d-8ebe-555150310a93" providerId="ADAL" clId="{B907F5E1-B96F-4337-B1C9-2DE6C0307A8F}" dt="2023-02-21T00:53:16.939" v="1976" actId="255"/>
          <ac:spMkLst>
            <pc:docMk/>
            <pc:sldMk cId="2155647491" sldId="391"/>
            <ac:spMk id="4" creationId="{F53C68D4-A6AE-B7DD-ED64-B2747B7AD879}"/>
          </ac:spMkLst>
        </pc:spChg>
        <pc:spChg chg="mod">
          <ac:chgData name="Mat Gallehawk" userId="93dd6677-ad92-4f4d-8ebe-555150310a93" providerId="ADAL" clId="{B907F5E1-B96F-4337-B1C9-2DE6C0307A8F}" dt="2023-02-21T00:53:21.682" v="1977" actId="404"/>
          <ac:spMkLst>
            <pc:docMk/>
            <pc:sldMk cId="2155647491" sldId="391"/>
            <ac:spMk id="5" creationId="{23F3D96B-FE6A-8CDD-05D7-546ACD76549D}"/>
          </ac:spMkLst>
        </pc:spChg>
      </pc:sldChg>
      <pc:sldChg chg="addSp delSp modSp mod">
        <pc:chgData name="Mat Gallehawk" userId="93dd6677-ad92-4f4d-8ebe-555150310a93" providerId="ADAL" clId="{B907F5E1-B96F-4337-B1C9-2DE6C0307A8F}" dt="2023-02-16T05:20:36.887" v="572" actId="14100"/>
        <pc:sldMkLst>
          <pc:docMk/>
          <pc:sldMk cId="4034385096" sldId="393"/>
        </pc:sldMkLst>
        <pc:spChg chg="mod">
          <ac:chgData name="Mat Gallehawk" userId="93dd6677-ad92-4f4d-8ebe-555150310a93" providerId="ADAL" clId="{B907F5E1-B96F-4337-B1C9-2DE6C0307A8F}" dt="2023-02-16T05:19:40.707" v="564" actId="1076"/>
          <ac:spMkLst>
            <pc:docMk/>
            <pc:sldMk cId="4034385096" sldId="393"/>
            <ac:spMk id="3" creationId="{9A749A24-8E0A-3C0C-C45B-A98D5199B47A}"/>
          </ac:spMkLst>
        </pc:spChg>
        <pc:picChg chg="del mod">
          <ac:chgData name="Mat Gallehawk" userId="93dd6677-ad92-4f4d-8ebe-555150310a93" providerId="ADAL" clId="{B907F5E1-B96F-4337-B1C9-2DE6C0307A8F}" dt="2023-02-16T05:18:30.255" v="560" actId="478"/>
          <ac:picMkLst>
            <pc:docMk/>
            <pc:sldMk cId="4034385096" sldId="393"/>
            <ac:picMk id="4" creationId="{7A5C4393-8CF7-A5B3-2C41-25264E2891E0}"/>
          </ac:picMkLst>
        </pc:picChg>
        <pc:picChg chg="add mod">
          <ac:chgData name="Mat Gallehawk" userId="93dd6677-ad92-4f4d-8ebe-555150310a93" providerId="ADAL" clId="{B907F5E1-B96F-4337-B1C9-2DE6C0307A8F}" dt="2023-02-16T05:19:58.934" v="568" actId="14100"/>
          <ac:picMkLst>
            <pc:docMk/>
            <pc:sldMk cId="4034385096" sldId="393"/>
            <ac:picMk id="1026" creationId="{C8DF7903-DF35-38FC-2951-A2C7582D9658}"/>
          </ac:picMkLst>
        </pc:picChg>
        <pc:picChg chg="add mod">
          <ac:chgData name="Mat Gallehawk" userId="93dd6677-ad92-4f4d-8ebe-555150310a93" providerId="ADAL" clId="{B907F5E1-B96F-4337-B1C9-2DE6C0307A8F}" dt="2023-02-16T05:20:36.887" v="572" actId="14100"/>
          <ac:picMkLst>
            <pc:docMk/>
            <pc:sldMk cId="4034385096" sldId="393"/>
            <ac:picMk id="1028" creationId="{8FE858F5-AE24-8A63-F672-EA302C15E12B}"/>
          </ac:picMkLst>
        </pc:picChg>
        <pc:picChg chg="del">
          <ac:chgData name="Mat Gallehawk" userId="93dd6677-ad92-4f4d-8ebe-555150310a93" providerId="ADAL" clId="{B907F5E1-B96F-4337-B1C9-2DE6C0307A8F}" dt="2023-02-16T05:18:28.239" v="558" actId="478"/>
          <ac:picMkLst>
            <pc:docMk/>
            <pc:sldMk cId="4034385096" sldId="393"/>
            <ac:picMk id="2050" creationId="{DDE6EA74-F52F-D6B0-6B53-AA46A7001730}"/>
          </ac:picMkLst>
        </pc:picChg>
      </pc:sldChg>
      <pc:sldChg chg="addSp delSp modSp new mod">
        <pc:chgData name="Mat Gallehawk" userId="93dd6677-ad92-4f4d-8ebe-555150310a93" providerId="ADAL" clId="{B907F5E1-B96F-4337-B1C9-2DE6C0307A8F}" dt="2023-02-17T04:16:55.550" v="1332" actId="14100"/>
        <pc:sldMkLst>
          <pc:docMk/>
          <pc:sldMk cId="967710907" sldId="394"/>
        </pc:sldMkLst>
        <pc:spChg chg="mod">
          <ac:chgData name="Mat Gallehawk" userId="93dd6677-ad92-4f4d-8ebe-555150310a93" providerId="ADAL" clId="{B907F5E1-B96F-4337-B1C9-2DE6C0307A8F}" dt="2023-02-17T03:53:33.802" v="1045" actId="20577"/>
          <ac:spMkLst>
            <pc:docMk/>
            <pc:sldMk cId="967710907" sldId="394"/>
            <ac:spMk id="2" creationId="{644D6114-AB71-9D52-AB5B-C10210F606C1}"/>
          </ac:spMkLst>
        </pc:spChg>
        <pc:spChg chg="mod">
          <ac:chgData name="Mat Gallehawk" userId="93dd6677-ad92-4f4d-8ebe-555150310a93" providerId="ADAL" clId="{B907F5E1-B96F-4337-B1C9-2DE6C0307A8F}" dt="2023-02-17T04:06:54.611" v="1266" actId="14100"/>
          <ac:spMkLst>
            <pc:docMk/>
            <pc:sldMk cId="967710907" sldId="394"/>
            <ac:spMk id="3" creationId="{59FF3941-919B-7575-8F89-416E7AACA180}"/>
          </ac:spMkLst>
        </pc:spChg>
        <pc:graphicFrameChg chg="add mod">
          <ac:chgData name="Mat Gallehawk" userId="93dd6677-ad92-4f4d-8ebe-555150310a93" providerId="ADAL" clId="{B907F5E1-B96F-4337-B1C9-2DE6C0307A8F}" dt="2023-02-17T04:16:55.550" v="1332" actId="14100"/>
          <ac:graphicFrameMkLst>
            <pc:docMk/>
            <pc:sldMk cId="967710907" sldId="394"/>
            <ac:graphicFrameMk id="4" creationId="{DC33F512-7DEC-792F-F379-C4469A568DAD}"/>
          </ac:graphicFrameMkLst>
        </pc:graphicFrameChg>
        <pc:graphicFrameChg chg="add del mod">
          <ac:chgData name="Mat Gallehawk" userId="93dd6677-ad92-4f4d-8ebe-555150310a93" providerId="ADAL" clId="{B907F5E1-B96F-4337-B1C9-2DE6C0307A8F}" dt="2023-02-17T04:12:16.802" v="1305" actId="478"/>
          <ac:graphicFrameMkLst>
            <pc:docMk/>
            <pc:sldMk cId="967710907" sldId="394"/>
            <ac:graphicFrameMk id="7" creationId="{468F681D-4815-9804-C9FD-80B022CD16D8}"/>
          </ac:graphicFrameMkLst>
        </pc:graphicFrameChg>
        <pc:graphicFrameChg chg="add del mod">
          <ac:chgData name="Mat Gallehawk" userId="93dd6677-ad92-4f4d-8ebe-555150310a93" providerId="ADAL" clId="{B907F5E1-B96F-4337-B1C9-2DE6C0307A8F}" dt="2023-02-17T04:16:27.201" v="1331" actId="478"/>
          <ac:graphicFrameMkLst>
            <pc:docMk/>
            <pc:sldMk cId="967710907" sldId="394"/>
            <ac:graphicFrameMk id="10" creationId="{AF9EF89C-FA0C-27C9-6D88-FA5BB9255376}"/>
          </ac:graphicFrameMkLst>
        </pc:graphicFrameChg>
      </pc:sldChg>
      <pc:sldChg chg="addSp delSp modSp new mod">
        <pc:chgData name="Mat Gallehawk" userId="93dd6677-ad92-4f4d-8ebe-555150310a93" providerId="ADAL" clId="{B907F5E1-B96F-4337-B1C9-2DE6C0307A8F}" dt="2023-02-21T00:51:05.105" v="1973" actId="1076"/>
        <pc:sldMkLst>
          <pc:docMk/>
          <pc:sldMk cId="2439531698" sldId="395"/>
        </pc:sldMkLst>
        <pc:spChg chg="mod">
          <ac:chgData name="Mat Gallehawk" userId="93dd6677-ad92-4f4d-8ebe-555150310a93" providerId="ADAL" clId="{B907F5E1-B96F-4337-B1C9-2DE6C0307A8F}" dt="2023-02-21T00:42:45.251" v="1355" actId="20577"/>
          <ac:spMkLst>
            <pc:docMk/>
            <pc:sldMk cId="2439531698" sldId="395"/>
            <ac:spMk id="2" creationId="{52E496B1-11E3-1FB2-ADF2-EFD026E0E513}"/>
          </ac:spMkLst>
        </pc:spChg>
        <pc:spChg chg="mod">
          <ac:chgData name="Mat Gallehawk" userId="93dd6677-ad92-4f4d-8ebe-555150310a93" providerId="ADAL" clId="{B907F5E1-B96F-4337-B1C9-2DE6C0307A8F}" dt="2023-02-21T00:48:13.475" v="1953" actId="14100"/>
          <ac:spMkLst>
            <pc:docMk/>
            <pc:sldMk cId="2439531698" sldId="395"/>
            <ac:spMk id="3" creationId="{A039B460-9EA1-985B-379D-CB4ED110AF59}"/>
          </ac:spMkLst>
        </pc:spChg>
        <pc:spChg chg="add del mod">
          <ac:chgData name="Mat Gallehawk" userId="93dd6677-ad92-4f4d-8ebe-555150310a93" providerId="ADAL" clId="{B907F5E1-B96F-4337-B1C9-2DE6C0307A8F}" dt="2023-02-21T00:49:06.679" v="1960"/>
          <ac:spMkLst>
            <pc:docMk/>
            <pc:sldMk cId="2439531698" sldId="395"/>
            <ac:spMk id="4" creationId="{3D059A7B-0829-316B-E66C-16F73A4393EC}"/>
          </ac:spMkLst>
        </pc:spChg>
        <pc:spChg chg="add del mod">
          <ac:chgData name="Mat Gallehawk" userId="93dd6677-ad92-4f4d-8ebe-555150310a93" providerId="ADAL" clId="{B907F5E1-B96F-4337-B1C9-2DE6C0307A8F}" dt="2023-02-21T00:50:35.741" v="1966"/>
          <ac:spMkLst>
            <pc:docMk/>
            <pc:sldMk cId="2439531698" sldId="395"/>
            <ac:spMk id="7" creationId="{CE4116C1-4E45-6B82-4662-EC043CB86EDA}"/>
          </ac:spMkLst>
        </pc:spChg>
        <pc:picChg chg="add mod">
          <ac:chgData name="Mat Gallehawk" userId="93dd6677-ad92-4f4d-8ebe-555150310a93" providerId="ADAL" clId="{B907F5E1-B96F-4337-B1C9-2DE6C0307A8F}" dt="2023-02-21T00:51:05.105" v="1973" actId="1076"/>
          <ac:picMkLst>
            <pc:docMk/>
            <pc:sldMk cId="2439531698" sldId="395"/>
            <ac:picMk id="6" creationId="{CB1A2497-EFDE-C806-5936-84EBA4EF2DA5}"/>
          </ac:picMkLst>
        </pc:picChg>
        <pc:picChg chg="add mod modCrop">
          <ac:chgData name="Mat Gallehawk" userId="93dd6677-ad92-4f4d-8ebe-555150310a93" providerId="ADAL" clId="{B907F5E1-B96F-4337-B1C9-2DE6C0307A8F}" dt="2023-02-21T00:51:02.434" v="1972" actId="1076"/>
          <ac:picMkLst>
            <pc:docMk/>
            <pc:sldMk cId="2439531698" sldId="395"/>
            <ac:picMk id="9" creationId="{7640F56E-7C07-9BA4-B07E-E3D943ED7563}"/>
          </ac:picMkLst>
        </pc:picChg>
      </pc:sldChg>
    </pc:docChg>
  </pc:docChgLst>
  <pc:docChgLst>
    <pc:chgData name="Ross Lennox" userId="58d9d5bc-538f-4f95-83de-caf12abda033" providerId="ADAL" clId="{32A518CB-6C16-400E-BFF9-B34E0FA9C60E}"/>
    <pc:docChg chg="modSld sldOrd">
      <pc:chgData name="Ross Lennox" userId="58d9d5bc-538f-4f95-83de-caf12abda033" providerId="ADAL" clId="{32A518CB-6C16-400E-BFF9-B34E0FA9C60E}" dt="2023-02-22T02:13:16.758" v="500" actId="6549"/>
      <pc:docMkLst>
        <pc:docMk/>
      </pc:docMkLst>
      <pc:sldChg chg="modSp mod ord">
        <pc:chgData name="Ross Lennox" userId="58d9d5bc-538f-4f95-83de-caf12abda033" providerId="ADAL" clId="{32A518CB-6C16-400E-BFF9-B34E0FA9C60E}" dt="2023-02-22T01:42:08.940" v="451" actId="255"/>
        <pc:sldMkLst>
          <pc:docMk/>
          <pc:sldMk cId="0" sldId="287"/>
        </pc:sldMkLst>
        <pc:spChg chg="mod">
          <ac:chgData name="Ross Lennox" userId="58d9d5bc-538f-4f95-83de-caf12abda033" providerId="ADAL" clId="{32A518CB-6C16-400E-BFF9-B34E0FA9C60E}" dt="2023-02-22T01:42:08.940" v="451" actId="255"/>
          <ac:spMkLst>
            <pc:docMk/>
            <pc:sldMk cId="0" sldId="287"/>
            <ac:spMk id="6" creationId="{078B27E0-D127-D5EA-07C5-860AEBA0BAEF}"/>
          </ac:spMkLst>
        </pc:spChg>
      </pc:sldChg>
      <pc:sldChg chg="modSp mod">
        <pc:chgData name="Ross Lennox" userId="58d9d5bc-538f-4f95-83de-caf12abda033" providerId="ADAL" clId="{32A518CB-6C16-400E-BFF9-B34E0FA9C60E}" dt="2023-02-22T01:25:01.666" v="44" actId="6549"/>
        <pc:sldMkLst>
          <pc:docMk/>
          <pc:sldMk cId="498560464" sldId="297"/>
        </pc:sldMkLst>
        <pc:spChg chg="mod">
          <ac:chgData name="Ross Lennox" userId="58d9d5bc-538f-4f95-83de-caf12abda033" providerId="ADAL" clId="{32A518CB-6C16-400E-BFF9-B34E0FA9C60E}" dt="2023-02-22T01:25:01.666" v="44" actId="6549"/>
          <ac:spMkLst>
            <pc:docMk/>
            <pc:sldMk cId="498560464" sldId="297"/>
            <ac:spMk id="3" creationId="{00000000-0000-0000-0000-000000000000}"/>
          </ac:spMkLst>
        </pc:spChg>
      </pc:sldChg>
      <pc:sldChg chg="ord">
        <pc:chgData name="Ross Lennox" userId="58d9d5bc-538f-4f95-83de-caf12abda033" providerId="ADAL" clId="{32A518CB-6C16-400E-BFF9-B34E0FA9C60E}" dt="2023-02-22T01:22:44.307" v="1"/>
        <pc:sldMkLst>
          <pc:docMk/>
          <pc:sldMk cId="2855348636" sldId="381"/>
        </pc:sldMkLst>
      </pc:sldChg>
      <pc:sldChg chg="addSp modSp mod ord">
        <pc:chgData name="Ross Lennox" userId="58d9d5bc-538f-4f95-83de-caf12abda033" providerId="ADAL" clId="{32A518CB-6C16-400E-BFF9-B34E0FA9C60E}" dt="2023-02-22T01:41:27.065" v="419" actId="1076"/>
        <pc:sldMkLst>
          <pc:docMk/>
          <pc:sldMk cId="3740176976" sldId="387"/>
        </pc:sldMkLst>
        <pc:spChg chg="add mod">
          <ac:chgData name="Ross Lennox" userId="58d9d5bc-538f-4f95-83de-caf12abda033" providerId="ADAL" clId="{32A518CB-6C16-400E-BFF9-B34E0FA9C60E}" dt="2023-02-22T01:41:27.065" v="419" actId="1076"/>
          <ac:spMkLst>
            <pc:docMk/>
            <pc:sldMk cId="3740176976" sldId="387"/>
            <ac:spMk id="4" creationId="{A3B3F9EF-D298-4EA4-9CF1-DBE08B3750C4}"/>
          </ac:spMkLst>
        </pc:spChg>
      </pc:sldChg>
      <pc:sldChg chg="modSp mod">
        <pc:chgData name="Ross Lennox" userId="58d9d5bc-538f-4f95-83de-caf12abda033" providerId="ADAL" clId="{32A518CB-6C16-400E-BFF9-B34E0FA9C60E}" dt="2023-02-22T02:08:24.467" v="466" actId="6549"/>
        <pc:sldMkLst>
          <pc:docMk/>
          <pc:sldMk cId="1769082332" sldId="388"/>
        </pc:sldMkLst>
        <pc:spChg chg="mod">
          <ac:chgData name="Ross Lennox" userId="58d9d5bc-538f-4f95-83de-caf12abda033" providerId="ADAL" clId="{32A518CB-6C16-400E-BFF9-B34E0FA9C60E}" dt="2023-02-22T01:33:31.426" v="269" actId="20577"/>
          <ac:spMkLst>
            <pc:docMk/>
            <pc:sldMk cId="1769082332" sldId="388"/>
            <ac:spMk id="3" creationId="{EC76785E-9109-A876-BDF3-D22761F6BE80}"/>
          </ac:spMkLst>
        </pc:spChg>
        <pc:spChg chg="mod">
          <ac:chgData name="Ross Lennox" userId="58d9d5bc-538f-4f95-83de-caf12abda033" providerId="ADAL" clId="{32A518CB-6C16-400E-BFF9-B34E0FA9C60E}" dt="2023-02-22T01:34:52.298" v="352" actId="20577"/>
          <ac:spMkLst>
            <pc:docMk/>
            <pc:sldMk cId="1769082332" sldId="388"/>
            <ac:spMk id="4" creationId="{72359A53-60C8-011B-31F1-E9C8ED10F048}"/>
          </ac:spMkLst>
        </pc:spChg>
        <pc:spChg chg="mod">
          <ac:chgData name="Ross Lennox" userId="58d9d5bc-538f-4f95-83de-caf12abda033" providerId="ADAL" clId="{32A518CB-6C16-400E-BFF9-B34E0FA9C60E}" dt="2023-02-22T02:08:24.467" v="466" actId="6549"/>
          <ac:spMkLst>
            <pc:docMk/>
            <pc:sldMk cId="1769082332" sldId="388"/>
            <ac:spMk id="5" creationId="{4748D189-23B6-50A1-D831-660A699A220F}"/>
          </ac:spMkLst>
        </pc:spChg>
      </pc:sldChg>
      <pc:sldChg chg="modSp mod">
        <pc:chgData name="Ross Lennox" userId="58d9d5bc-538f-4f95-83de-caf12abda033" providerId="ADAL" clId="{32A518CB-6C16-400E-BFF9-B34E0FA9C60E}" dt="2023-02-22T01:26:59.608" v="67" actId="15"/>
        <pc:sldMkLst>
          <pc:docMk/>
          <pc:sldMk cId="4034385096" sldId="393"/>
        </pc:sldMkLst>
        <pc:spChg chg="mod">
          <ac:chgData name="Ross Lennox" userId="58d9d5bc-538f-4f95-83de-caf12abda033" providerId="ADAL" clId="{32A518CB-6C16-400E-BFF9-B34E0FA9C60E}" dt="2023-02-22T01:26:59.608" v="67" actId="15"/>
          <ac:spMkLst>
            <pc:docMk/>
            <pc:sldMk cId="4034385096" sldId="393"/>
            <ac:spMk id="3" creationId="{9A749A24-8E0A-3C0C-C45B-A98D5199B47A}"/>
          </ac:spMkLst>
        </pc:spChg>
      </pc:sldChg>
      <pc:sldChg chg="modSp mod">
        <pc:chgData name="Ross Lennox" userId="58d9d5bc-538f-4f95-83de-caf12abda033" providerId="ADAL" clId="{32A518CB-6C16-400E-BFF9-B34E0FA9C60E}" dt="2023-02-22T02:07:32.297" v="452" actId="6549"/>
        <pc:sldMkLst>
          <pc:docMk/>
          <pc:sldMk cId="967710907" sldId="394"/>
        </pc:sldMkLst>
        <pc:spChg chg="mod">
          <ac:chgData name="Ross Lennox" userId="58d9d5bc-538f-4f95-83de-caf12abda033" providerId="ADAL" clId="{32A518CB-6C16-400E-BFF9-B34E0FA9C60E}" dt="2023-02-22T02:07:32.297" v="452" actId="6549"/>
          <ac:spMkLst>
            <pc:docMk/>
            <pc:sldMk cId="967710907" sldId="394"/>
            <ac:spMk id="3" creationId="{59FF3941-919B-7575-8F89-416E7AACA180}"/>
          </ac:spMkLst>
        </pc:spChg>
      </pc:sldChg>
      <pc:sldChg chg="addSp modSp mod">
        <pc:chgData name="Ross Lennox" userId="58d9d5bc-538f-4f95-83de-caf12abda033" providerId="ADAL" clId="{32A518CB-6C16-400E-BFF9-B34E0FA9C60E}" dt="2023-02-22T01:40:29.006" v="414" actId="14100"/>
        <pc:sldMkLst>
          <pc:docMk/>
          <pc:sldMk cId="2439531698" sldId="395"/>
        </pc:sldMkLst>
        <pc:spChg chg="mod">
          <ac:chgData name="Ross Lennox" userId="58d9d5bc-538f-4f95-83de-caf12abda033" providerId="ADAL" clId="{32A518CB-6C16-400E-BFF9-B34E0FA9C60E}" dt="2023-02-22T01:40:21.746" v="411" actId="14100"/>
          <ac:spMkLst>
            <pc:docMk/>
            <pc:sldMk cId="2439531698" sldId="395"/>
            <ac:spMk id="3" creationId="{A039B460-9EA1-985B-379D-CB4ED110AF59}"/>
          </ac:spMkLst>
        </pc:spChg>
        <pc:picChg chg="mod">
          <ac:chgData name="Ross Lennox" userId="58d9d5bc-538f-4f95-83de-caf12abda033" providerId="ADAL" clId="{32A518CB-6C16-400E-BFF9-B34E0FA9C60E}" dt="2023-02-22T01:40:25.302" v="413" actId="1076"/>
          <ac:picMkLst>
            <pc:docMk/>
            <pc:sldMk cId="2439531698" sldId="395"/>
            <ac:picMk id="6" creationId="{CB1A2497-EFDE-C806-5936-84EBA4EF2DA5}"/>
          </ac:picMkLst>
        </pc:picChg>
        <pc:picChg chg="mod">
          <ac:chgData name="Ross Lennox" userId="58d9d5bc-538f-4f95-83de-caf12abda033" providerId="ADAL" clId="{32A518CB-6C16-400E-BFF9-B34E0FA9C60E}" dt="2023-02-22T01:40:23.204" v="412" actId="1076"/>
          <ac:picMkLst>
            <pc:docMk/>
            <pc:sldMk cId="2439531698" sldId="395"/>
            <ac:picMk id="9" creationId="{7640F56E-7C07-9BA4-B07E-E3D943ED7563}"/>
          </ac:picMkLst>
        </pc:picChg>
        <pc:picChg chg="add mod">
          <ac:chgData name="Ross Lennox" userId="58d9d5bc-538f-4f95-83de-caf12abda033" providerId="ADAL" clId="{32A518CB-6C16-400E-BFF9-B34E0FA9C60E}" dt="2023-02-22T01:40:29.006" v="414" actId="14100"/>
          <ac:picMkLst>
            <pc:docMk/>
            <pc:sldMk cId="2439531698" sldId="395"/>
            <ac:picMk id="1026" creationId="{CCB9672B-DC6F-4501-B4A9-89477A2E054C}"/>
          </ac:picMkLst>
        </pc:picChg>
      </pc:sldChg>
      <pc:sldChg chg="modSp mod">
        <pc:chgData name="Ross Lennox" userId="58d9d5bc-538f-4f95-83de-caf12abda033" providerId="ADAL" clId="{32A518CB-6C16-400E-BFF9-B34E0FA9C60E}" dt="2023-02-22T02:13:16.758" v="500" actId="6549"/>
        <pc:sldMkLst>
          <pc:docMk/>
          <pc:sldMk cId="2830791018" sldId="396"/>
        </pc:sldMkLst>
        <pc:spChg chg="mod">
          <ac:chgData name="Ross Lennox" userId="58d9d5bc-538f-4f95-83de-caf12abda033" providerId="ADAL" clId="{32A518CB-6C16-400E-BFF9-B34E0FA9C60E}" dt="2023-02-22T02:13:16.758" v="500" actId="6549"/>
          <ac:spMkLst>
            <pc:docMk/>
            <pc:sldMk cId="2830791018" sldId="396"/>
            <ac:spMk id="3" creationId="{8C51A0F7-2A4B-445E-B30F-890F75143D42}"/>
          </ac:spMkLst>
        </pc:spChg>
      </pc:sldChg>
    </pc:docChg>
  </pc:docChgLst>
  <pc:docChgLst>
    <pc:chgData name="Mat Gallehawk" userId="93dd6677-ad92-4f4d-8ebe-555150310a93" providerId="ADAL" clId="{A9169FE3-2189-4EF1-8956-93D1D1CB4996}"/>
    <pc:docChg chg="custSel addSld delSld modSld">
      <pc:chgData name="Mat Gallehawk" userId="93dd6677-ad92-4f4d-8ebe-555150310a93" providerId="ADAL" clId="{A9169FE3-2189-4EF1-8956-93D1D1CB4996}" dt="2023-04-24T01:45:47.273" v="574" actId="2696"/>
      <pc:docMkLst>
        <pc:docMk/>
      </pc:docMkLst>
      <pc:sldChg chg="new">
        <pc:chgData name="Mat Gallehawk" userId="93dd6677-ad92-4f4d-8ebe-555150310a93" providerId="ADAL" clId="{A9169FE3-2189-4EF1-8956-93D1D1CB4996}" dt="2023-04-24T01:26:11.494" v="0" actId="680"/>
        <pc:sldMkLst>
          <pc:docMk/>
          <pc:sldMk cId="807299357" sldId="401"/>
        </pc:sldMkLst>
      </pc:sldChg>
      <pc:sldChg chg="addSp delSp modSp del mod">
        <pc:chgData name="Mat Gallehawk" userId="93dd6677-ad92-4f4d-8ebe-555150310a93" providerId="ADAL" clId="{A9169FE3-2189-4EF1-8956-93D1D1CB4996}" dt="2023-04-24T01:45:47.273" v="574" actId="2696"/>
        <pc:sldMkLst>
          <pc:docMk/>
          <pc:sldMk cId="4117962994" sldId="402"/>
        </pc:sldMkLst>
        <pc:spChg chg="mod">
          <ac:chgData name="Mat Gallehawk" userId="93dd6677-ad92-4f4d-8ebe-555150310a93" providerId="ADAL" clId="{A9169FE3-2189-4EF1-8956-93D1D1CB4996}" dt="2023-04-24T01:43:00.166" v="566" actId="6549"/>
          <ac:spMkLst>
            <pc:docMk/>
            <pc:sldMk cId="4117962994" sldId="402"/>
            <ac:spMk id="3" creationId="{EC76785E-9109-A876-BDF3-D22761F6BE80}"/>
          </ac:spMkLst>
        </pc:spChg>
        <pc:spChg chg="add mod">
          <ac:chgData name="Mat Gallehawk" userId="93dd6677-ad92-4f4d-8ebe-555150310a93" providerId="ADAL" clId="{A9169FE3-2189-4EF1-8956-93D1D1CB4996}" dt="2023-04-24T01:38:02.699" v="474" actId="20577"/>
          <ac:spMkLst>
            <pc:docMk/>
            <pc:sldMk cId="4117962994" sldId="402"/>
            <ac:spMk id="4" creationId="{5A955C97-6999-6BD9-2B31-27E4F7877E7E}"/>
          </ac:spMkLst>
        </pc:spChg>
        <pc:spChg chg="add mod">
          <ac:chgData name="Mat Gallehawk" userId="93dd6677-ad92-4f4d-8ebe-555150310a93" providerId="ADAL" clId="{A9169FE3-2189-4EF1-8956-93D1D1CB4996}" dt="2023-04-24T01:43:34.804" v="573" actId="20577"/>
          <ac:spMkLst>
            <pc:docMk/>
            <pc:sldMk cId="4117962994" sldId="402"/>
            <ac:spMk id="5" creationId="{04086BAB-3CAD-ACB5-D528-0C2DDC5829D0}"/>
          </ac:spMkLst>
        </pc:spChg>
        <pc:spChg chg="del mod">
          <ac:chgData name="Mat Gallehawk" userId="93dd6677-ad92-4f4d-8ebe-555150310a93" providerId="ADAL" clId="{A9169FE3-2189-4EF1-8956-93D1D1CB4996}" dt="2023-04-24T01:34:05.630" v="183" actId="478"/>
          <ac:spMkLst>
            <pc:docMk/>
            <pc:sldMk cId="4117962994" sldId="402"/>
            <ac:spMk id="6" creationId="{3C31EA03-BA6B-B0CB-590A-6D122E557FEB}"/>
          </ac:spMkLst>
        </pc:spChg>
        <pc:spChg chg="del mod">
          <ac:chgData name="Mat Gallehawk" userId="93dd6677-ad92-4f4d-8ebe-555150310a93" providerId="ADAL" clId="{A9169FE3-2189-4EF1-8956-93D1D1CB4996}" dt="2023-04-24T01:36:20.551" v="414" actId="478"/>
          <ac:spMkLst>
            <pc:docMk/>
            <pc:sldMk cId="4117962994" sldId="402"/>
            <ac:spMk id="7" creationId="{08010EBA-2A1B-3656-5835-55752EB7474E}"/>
          </ac:spMkLst>
        </pc:spChg>
      </pc:sldChg>
    </pc:docChg>
  </pc:docChgLst>
  <pc:docChgLst>
    <pc:chgData name="Mat Gallehawk" userId="93dd6677-ad92-4f4d-8ebe-555150310a93" providerId="ADAL" clId="{0926FD7D-91C5-436A-95BD-899C638173A6}"/>
    <pc:docChg chg="undo custSel addSld delSld modSld">
      <pc:chgData name="Mat Gallehawk" userId="93dd6677-ad92-4f4d-8ebe-555150310a93" providerId="ADAL" clId="{0926FD7D-91C5-436A-95BD-899C638173A6}" dt="2023-03-28T00:10:30.791" v="2704" actId="2696"/>
      <pc:docMkLst>
        <pc:docMk/>
      </pc:docMkLst>
      <pc:sldChg chg="modSp mod">
        <pc:chgData name="Mat Gallehawk" userId="93dd6677-ad92-4f4d-8ebe-555150310a93" providerId="ADAL" clId="{0926FD7D-91C5-436A-95BD-899C638173A6}" dt="2023-03-27T23:11:04.088" v="36" actId="20577"/>
        <pc:sldMkLst>
          <pc:docMk/>
          <pc:sldMk cId="1769082332" sldId="388"/>
        </pc:sldMkLst>
        <pc:spChg chg="mod">
          <ac:chgData name="Mat Gallehawk" userId="93dd6677-ad92-4f4d-8ebe-555150310a93" providerId="ADAL" clId="{0926FD7D-91C5-436A-95BD-899C638173A6}" dt="2023-03-27T23:11:00.085" v="34" actId="20577"/>
          <ac:spMkLst>
            <pc:docMk/>
            <pc:sldMk cId="1769082332" sldId="388"/>
            <ac:spMk id="2" creationId="{EDA2E692-5C52-BA4C-6EFB-5D332C2EC70E}"/>
          </ac:spMkLst>
        </pc:spChg>
        <pc:spChg chg="mod">
          <ac:chgData name="Mat Gallehawk" userId="93dd6677-ad92-4f4d-8ebe-555150310a93" providerId="ADAL" clId="{0926FD7D-91C5-436A-95BD-899C638173A6}" dt="2023-03-27T23:11:04.088" v="36" actId="20577"/>
          <ac:spMkLst>
            <pc:docMk/>
            <pc:sldMk cId="1769082332" sldId="388"/>
            <ac:spMk id="4" creationId="{72359A53-60C8-011B-31F1-E9C8ED10F048}"/>
          </ac:spMkLst>
        </pc:spChg>
      </pc:sldChg>
      <pc:sldChg chg="modSp add del mod">
        <pc:chgData name="Mat Gallehawk" userId="93dd6677-ad92-4f4d-8ebe-555150310a93" providerId="ADAL" clId="{0926FD7D-91C5-436A-95BD-899C638173A6}" dt="2023-03-27T23:09:38.790" v="18"/>
        <pc:sldMkLst>
          <pc:docMk/>
          <pc:sldMk cId="589479730" sldId="397"/>
        </pc:sldMkLst>
        <pc:spChg chg="mod">
          <ac:chgData name="Mat Gallehawk" userId="93dd6677-ad92-4f4d-8ebe-555150310a93" providerId="ADAL" clId="{0926FD7D-91C5-436A-95BD-899C638173A6}" dt="2023-03-27T23:09:38.766" v="17" actId="20577"/>
          <ac:spMkLst>
            <pc:docMk/>
            <pc:sldMk cId="589479730" sldId="397"/>
            <ac:spMk id="2" creationId="{00000000-0000-0000-0000-000000000000}"/>
          </ac:spMkLst>
        </pc:spChg>
      </pc:sldChg>
      <pc:sldChg chg="addSp delSp modSp add mod">
        <pc:chgData name="Mat Gallehawk" userId="93dd6677-ad92-4f4d-8ebe-555150310a93" providerId="ADAL" clId="{0926FD7D-91C5-436A-95BD-899C638173A6}" dt="2023-03-27T23:49:22.095" v="2340" actId="20577"/>
        <pc:sldMkLst>
          <pc:docMk/>
          <pc:sldMk cId="3500892932" sldId="397"/>
        </pc:sldMkLst>
        <pc:spChg chg="mod">
          <ac:chgData name="Mat Gallehawk" userId="93dd6677-ad92-4f4d-8ebe-555150310a93" providerId="ADAL" clId="{0926FD7D-91C5-436A-95BD-899C638173A6}" dt="2023-03-27T23:26:28.327" v="661" actId="20577"/>
          <ac:spMkLst>
            <pc:docMk/>
            <pc:sldMk cId="3500892932" sldId="397"/>
            <ac:spMk id="2" creationId="{EDA2E692-5C52-BA4C-6EFB-5D332C2EC70E}"/>
          </ac:spMkLst>
        </pc:spChg>
        <pc:spChg chg="mod">
          <ac:chgData name="Mat Gallehawk" userId="93dd6677-ad92-4f4d-8ebe-555150310a93" providerId="ADAL" clId="{0926FD7D-91C5-436A-95BD-899C638173A6}" dt="2023-03-27T23:26:24.641" v="660" actId="14100"/>
          <ac:spMkLst>
            <pc:docMk/>
            <pc:sldMk cId="3500892932" sldId="397"/>
            <ac:spMk id="3" creationId="{EC76785E-9109-A876-BDF3-D22761F6BE80}"/>
          </ac:spMkLst>
        </pc:spChg>
        <pc:spChg chg="del">
          <ac:chgData name="Mat Gallehawk" userId="93dd6677-ad92-4f4d-8ebe-555150310a93" providerId="ADAL" clId="{0926FD7D-91C5-436A-95BD-899C638173A6}" dt="2023-03-27T23:24:48.285" v="657" actId="478"/>
          <ac:spMkLst>
            <pc:docMk/>
            <pc:sldMk cId="3500892932" sldId="397"/>
            <ac:spMk id="4" creationId="{72359A53-60C8-011B-31F1-E9C8ED10F048}"/>
          </ac:spMkLst>
        </pc:spChg>
        <pc:spChg chg="del">
          <ac:chgData name="Mat Gallehawk" userId="93dd6677-ad92-4f4d-8ebe-555150310a93" providerId="ADAL" clId="{0926FD7D-91C5-436A-95BD-899C638173A6}" dt="2023-03-27T23:26:20.459" v="659" actId="478"/>
          <ac:spMkLst>
            <pc:docMk/>
            <pc:sldMk cId="3500892932" sldId="397"/>
            <ac:spMk id="5" creationId="{4748D189-23B6-50A1-D831-660A699A220F}"/>
          </ac:spMkLst>
        </pc:spChg>
        <pc:spChg chg="add mod">
          <ac:chgData name="Mat Gallehawk" userId="93dd6677-ad92-4f4d-8ebe-555150310a93" providerId="ADAL" clId="{0926FD7D-91C5-436A-95BD-899C638173A6}" dt="2023-03-27T23:33:49.189" v="1077" actId="1076"/>
          <ac:spMkLst>
            <pc:docMk/>
            <pc:sldMk cId="3500892932" sldId="397"/>
            <ac:spMk id="6" creationId="{3C31EA03-BA6B-B0CB-590A-6D122E557FEB}"/>
          </ac:spMkLst>
        </pc:spChg>
        <pc:spChg chg="add mod">
          <ac:chgData name="Mat Gallehawk" userId="93dd6677-ad92-4f4d-8ebe-555150310a93" providerId="ADAL" clId="{0926FD7D-91C5-436A-95BD-899C638173A6}" dt="2023-03-27T23:49:22.095" v="2340" actId="20577"/>
          <ac:spMkLst>
            <pc:docMk/>
            <pc:sldMk cId="3500892932" sldId="397"/>
            <ac:spMk id="7" creationId="{08010EBA-2A1B-3656-5835-55752EB7474E}"/>
          </ac:spMkLst>
        </pc:spChg>
      </pc:sldChg>
      <pc:sldChg chg="add del">
        <pc:chgData name="Mat Gallehawk" userId="93dd6677-ad92-4f4d-8ebe-555150310a93" providerId="ADAL" clId="{0926FD7D-91C5-436A-95BD-899C638173A6}" dt="2023-03-27T23:09:38.740" v="16"/>
        <pc:sldMkLst>
          <pc:docMk/>
          <pc:sldMk cId="935237774" sldId="398"/>
        </pc:sldMkLst>
      </pc:sldChg>
      <pc:sldChg chg="add del">
        <pc:chgData name="Mat Gallehawk" userId="93dd6677-ad92-4f4d-8ebe-555150310a93" providerId="ADAL" clId="{0926FD7D-91C5-436A-95BD-899C638173A6}" dt="2023-03-27T23:10:24.665" v="30" actId="47"/>
        <pc:sldMkLst>
          <pc:docMk/>
          <pc:sldMk cId="1678834074" sldId="398"/>
        </pc:sldMkLst>
      </pc:sldChg>
      <pc:sldChg chg="add del">
        <pc:chgData name="Mat Gallehawk" userId="93dd6677-ad92-4f4d-8ebe-555150310a93" providerId="ADAL" clId="{0926FD7D-91C5-436A-95BD-899C638173A6}" dt="2023-03-27T23:09:37.926" v="12" actId="2890"/>
        <pc:sldMkLst>
          <pc:docMk/>
          <pc:sldMk cId="2516570108" sldId="398"/>
        </pc:sldMkLst>
      </pc:sldChg>
      <pc:sldChg chg="add del replId">
        <pc:chgData name="Mat Gallehawk" userId="93dd6677-ad92-4f4d-8ebe-555150310a93" providerId="ADAL" clId="{0926FD7D-91C5-436A-95BD-899C638173A6}" dt="2023-03-27T23:09:37.926" v="12" actId="2890"/>
        <pc:sldMkLst>
          <pc:docMk/>
          <pc:sldMk cId="1240371147" sldId="399"/>
        </pc:sldMkLst>
      </pc:sldChg>
      <pc:sldChg chg="add del">
        <pc:chgData name="Mat Gallehawk" userId="93dd6677-ad92-4f4d-8ebe-555150310a93" providerId="ADAL" clId="{0926FD7D-91C5-436A-95BD-899C638173A6}" dt="2023-03-27T23:09:38.703" v="15"/>
        <pc:sldMkLst>
          <pc:docMk/>
          <pc:sldMk cId="2351596930" sldId="399"/>
        </pc:sldMkLst>
      </pc:sldChg>
      <pc:sldChg chg="modSp add mod">
        <pc:chgData name="Mat Gallehawk" userId="93dd6677-ad92-4f4d-8ebe-555150310a93" providerId="ADAL" clId="{0926FD7D-91C5-436A-95BD-899C638173A6}" dt="2023-03-27T23:10:13.512" v="29" actId="20577"/>
        <pc:sldMkLst>
          <pc:docMk/>
          <pc:sldMk cId="3342175787" sldId="399"/>
        </pc:sldMkLst>
        <pc:spChg chg="mod">
          <ac:chgData name="Mat Gallehawk" userId="93dd6677-ad92-4f4d-8ebe-555150310a93" providerId="ADAL" clId="{0926FD7D-91C5-436A-95BD-899C638173A6}" dt="2023-03-27T23:10:13.512" v="29" actId="20577"/>
          <ac:spMkLst>
            <pc:docMk/>
            <pc:sldMk cId="3342175787" sldId="399"/>
            <ac:spMk id="2" creationId="{00000000-0000-0000-0000-000000000000}"/>
          </ac:spMkLst>
        </pc:spChg>
      </pc:sldChg>
      <pc:sldChg chg="add del">
        <pc:chgData name="Mat Gallehawk" userId="93dd6677-ad92-4f4d-8ebe-555150310a93" providerId="ADAL" clId="{0926FD7D-91C5-436A-95BD-899C638173A6}" dt="2023-03-27T23:09:38.675" v="14"/>
        <pc:sldMkLst>
          <pc:docMk/>
          <pc:sldMk cId="1982827575" sldId="400"/>
        </pc:sldMkLst>
      </pc:sldChg>
      <pc:sldChg chg="add del">
        <pc:chgData name="Mat Gallehawk" userId="93dd6677-ad92-4f4d-8ebe-555150310a93" providerId="ADAL" clId="{0926FD7D-91C5-436A-95BD-899C638173A6}" dt="2023-03-27T23:36:14.536" v="1272" actId="47"/>
        <pc:sldMkLst>
          <pc:docMk/>
          <pc:sldMk cId="4121767472" sldId="400"/>
        </pc:sldMkLst>
      </pc:sldChg>
      <pc:sldChg chg="addSp delSp modSp add mod">
        <pc:chgData name="Mat Gallehawk" userId="93dd6677-ad92-4f4d-8ebe-555150310a93" providerId="ADAL" clId="{0926FD7D-91C5-436A-95BD-899C638173A6}" dt="2023-03-28T00:10:00.847" v="2703" actId="404"/>
        <pc:sldMkLst>
          <pc:docMk/>
          <pc:sldMk cId="4283318581" sldId="400"/>
        </pc:sldMkLst>
        <pc:spChg chg="mod">
          <ac:chgData name="Mat Gallehawk" userId="93dd6677-ad92-4f4d-8ebe-555150310a93" providerId="ADAL" clId="{0926FD7D-91C5-436A-95BD-899C638173A6}" dt="2023-03-27T23:41:02.140" v="1813" actId="20577"/>
          <ac:spMkLst>
            <pc:docMk/>
            <pc:sldMk cId="4283318581" sldId="400"/>
            <ac:spMk id="2" creationId="{EDA2E692-5C52-BA4C-6EFB-5D332C2EC70E}"/>
          </ac:spMkLst>
        </pc:spChg>
        <pc:spChg chg="mod">
          <ac:chgData name="Mat Gallehawk" userId="93dd6677-ad92-4f4d-8ebe-555150310a93" providerId="ADAL" clId="{0926FD7D-91C5-436A-95BD-899C638173A6}" dt="2023-03-28T00:09:38.946" v="2698" actId="404"/>
          <ac:spMkLst>
            <pc:docMk/>
            <pc:sldMk cId="4283318581" sldId="400"/>
            <ac:spMk id="3" creationId="{EC76785E-9109-A876-BDF3-D22761F6BE80}"/>
          </ac:spMkLst>
        </pc:spChg>
        <pc:spChg chg="add mod">
          <ac:chgData name="Mat Gallehawk" userId="93dd6677-ad92-4f4d-8ebe-555150310a93" providerId="ADAL" clId="{0926FD7D-91C5-436A-95BD-899C638173A6}" dt="2023-03-28T00:09:52.473" v="2701" actId="1076"/>
          <ac:spMkLst>
            <pc:docMk/>
            <pc:sldMk cId="4283318581" sldId="400"/>
            <ac:spMk id="4" creationId="{0F3FB25F-3931-DC44-6547-6005FF069232}"/>
          </ac:spMkLst>
        </pc:spChg>
        <pc:spChg chg="add mod">
          <ac:chgData name="Mat Gallehawk" userId="93dd6677-ad92-4f4d-8ebe-555150310a93" providerId="ADAL" clId="{0926FD7D-91C5-436A-95BD-899C638173A6}" dt="2023-03-28T00:10:00.847" v="2703" actId="404"/>
          <ac:spMkLst>
            <pc:docMk/>
            <pc:sldMk cId="4283318581" sldId="400"/>
            <ac:spMk id="5" creationId="{5362D0DF-EC31-C93D-DF74-AF6F146A8AD5}"/>
          </ac:spMkLst>
        </pc:spChg>
        <pc:spChg chg="del mod">
          <ac:chgData name="Mat Gallehawk" userId="93dd6677-ad92-4f4d-8ebe-555150310a93" providerId="ADAL" clId="{0926FD7D-91C5-436A-95BD-899C638173A6}" dt="2023-03-27T23:41:06.533" v="1814" actId="478"/>
          <ac:spMkLst>
            <pc:docMk/>
            <pc:sldMk cId="4283318581" sldId="400"/>
            <ac:spMk id="6" creationId="{3C31EA03-BA6B-B0CB-590A-6D122E557FEB}"/>
          </ac:spMkLst>
        </pc:spChg>
        <pc:spChg chg="del mod">
          <ac:chgData name="Mat Gallehawk" userId="93dd6677-ad92-4f4d-8ebe-555150310a93" providerId="ADAL" clId="{0926FD7D-91C5-436A-95BD-899C638173A6}" dt="2023-03-27T23:41:09.223" v="1815" actId="478"/>
          <ac:spMkLst>
            <pc:docMk/>
            <pc:sldMk cId="4283318581" sldId="400"/>
            <ac:spMk id="7" creationId="{08010EBA-2A1B-3656-5835-55752EB7474E}"/>
          </ac:spMkLst>
        </pc:spChg>
      </pc:sldChg>
      <pc:sldChg chg="add del">
        <pc:chgData name="Mat Gallehawk" userId="93dd6677-ad92-4f4d-8ebe-555150310a93" providerId="ADAL" clId="{0926FD7D-91C5-436A-95BD-899C638173A6}" dt="2023-03-27T23:36:14.536" v="1272" actId="47"/>
        <pc:sldMkLst>
          <pc:docMk/>
          <pc:sldMk cId="245141329" sldId="401"/>
        </pc:sldMkLst>
      </pc:sldChg>
      <pc:sldChg chg="add del">
        <pc:chgData name="Mat Gallehawk" userId="93dd6677-ad92-4f4d-8ebe-555150310a93" providerId="ADAL" clId="{0926FD7D-91C5-436A-95BD-899C638173A6}" dt="2023-03-27T23:47:51.587" v="2325" actId="47"/>
        <pc:sldMkLst>
          <pc:docMk/>
          <pc:sldMk cId="511403870" sldId="401"/>
        </pc:sldMkLst>
      </pc:sldChg>
      <pc:sldChg chg="add del">
        <pc:chgData name="Mat Gallehawk" userId="93dd6677-ad92-4f4d-8ebe-555150310a93" providerId="ADAL" clId="{0926FD7D-91C5-436A-95BD-899C638173A6}" dt="2023-03-27T23:48:20.482" v="2327" actId="47"/>
        <pc:sldMkLst>
          <pc:docMk/>
          <pc:sldMk cId="2146123740" sldId="401"/>
        </pc:sldMkLst>
      </pc:sldChg>
      <pc:sldChg chg="addSp delSp modSp add del mod">
        <pc:chgData name="Mat Gallehawk" userId="93dd6677-ad92-4f4d-8ebe-555150310a93" providerId="ADAL" clId="{0926FD7D-91C5-436A-95BD-899C638173A6}" dt="2023-03-28T00:10:30.791" v="2704" actId="2696"/>
        <pc:sldMkLst>
          <pc:docMk/>
          <pc:sldMk cId="3738091479" sldId="401"/>
        </pc:sldMkLst>
        <pc:spChg chg="del mod">
          <ac:chgData name="Mat Gallehawk" userId="93dd6677-ad92-4f4d-8ebe-555150310a93" providerId="ADAL" clId="{0926FD7D-91C5-436A-95BD-899C638173A6}" dt="2023-03-28T00:09:46.730" v="2699" actId="21"/>
          <ac:spMkLst>
            <pc:docMk/>
            <pc:sldMk cId="3738091479" sldId="401"/>
            <ac:spMk id="2" creationId="{EDA2E692-5C52-BA4C-6EFB-5D332C2EC70E}"/>
          </ac:spMkLst>
        </pc:spChg>
        <pc:spChg chg="del mod">
          <ac:chgData name="Mat Gallehawk" userId="93dd6677-ad92-4f4d-8ebe-555150310a93" providerId="ADAL" clId="{0926FD7D-91C5-436A-95BD-899C638173A6}" dt="2023-03-28T00:09:46.730" v="2699" actId="21"/>
          <ac:spMkLst>
            <pc:docMk/>
            <pc:sldMk cId="3738091479" sldId="401"/>
            <ac:spMk id="3" creationId="{EC76785E-9109-A876-BDF3-D22761F6BE80}"/>
          </ac:spMkLst>
        </pc:spChg>
        <pc:spChg chg="add mod">
          <ac:chgData name="Mat Gallehawk" userId="93dd6677-ad92-4f4d-8ebe-555150310a93" providerId="ADAL" clId="{0926FD7D-91C5-436A-95BD-899C638173A6}" dt="2023-03-28T00:09:46.730" v="2699" actId="21"/>
          <ac:spMkLst>
            <pc:docMk/>
            <pc:sldMk cId="3738091479" sldId="401"/>
            <ac:spMk id="4" creationId="{CC27E8C0-5151-0C16-B110-2C47DDF3FA3C}"/>
          </ac:spMkLst>
        </pc:spChg>
        <pc:spChg chg="add mod">
          <ac:chgData name="Mat Gallehawk" userId="93dd6677-ad92-4f4d-8ebe-555150310a93" providerId="ADAL" clId="{0926FD7D-91C5-436A-95BD-899C638173A6}" dt="2023-03-28T00:09:46.730" v="2699" actId="21"/>
          <ac:spMkLst>
            <pc:docMk/>
            <pc:sldMk cId="3738091479" sldId="401"/>
            <ac:spMk id="5" creationId="{2689F002-F2A5-07BF-FD4E-E698266DFCF5}"/>
          </ac:spMkLst>
        </pc:spChg>
      </pc:sldChg>
      <pc:sldChg chg="add del">
        <pc:chgData name="Mat Gallehawk" userId="93dd6677-ad92-4f4d-8ebe-555150310a93" providerId="ADAL" clId="{0926FD7D-91C5-436A-95BD-899C638173A6}" dt="2023-03-27T23:36:14.536" v="1272" actId="47"/>
        <pc:sldMkLst>
          <pc:docMk/>
          <pc:sldMk cId="2201515404" sldId="402"/>
        </pc:sldMkLst>
      </pc:sldChg>
    </pc:docChg>
  </pc:docChgLst>
  <pc:docChgLst>
    <pc:chgData name="Bruce Absolom" userId="S::bruce_absolom@gjames.com.au::808d7019-8e88-44db-97ed-d1a624fa3c95" providerId="AD" clId="Web-{0007F3C1-C471-5433-CF6C-857057754320}"/>
    <pc:docChg chg="modSld">
      <pc:chgData name="Bruce Absolom" userId="S::bruce_absolom@gjames.com.au::808d7019-8e88-44db-97ed-d1a624fa3c95" providerId="AD" clId="Web-{0007F3C1-C471-5433-CF6C-857057754320}" dt="2023-03-28T03:13:14.839" v="2" actId="20577"/>
      <pc:docMkLst>
        <pc:docMk/>
      </pc:docMkLst>
      <pc:sldChg chg="modSp">
        <pc:chgData name="Bruce Absolom" userId="S::bruce_absolom@gjames.com.au::808d7019-8e88-44db-97ed-d1a624fa3c95" providerId="AD" clId="Web-{0007F3C1-C471-5433-CF6C-857057754320}" dt="2023-03-28T03:13:14.839" v="2" actId="20577"/>
        <pc:sldMkLst>
          <pc:docMk/>
          <pc:sldMk cId="4283318581" sldId="400"/>
        </pc:sldMkLst>
        <pc:spChg chg="mod">
          <ac:chgData name="Bruce Absolom" userId="S::bruce_absolom@gjames.com.au::808d7019-8e88-44db-97ed-d1a624fa3c95" providerId="AD" clId="Web-{0007F3C1-C471-5433-CF6C-857057754320}" dt="2023-03-28T03:13:14.839" v="2" actId="20577"/>
          <ac:spMkLst>
            <pc:docMk/>
            <pc:sldMk cId="4283318581" sldId="400"/>
            <ac:spMk id="3" creationId="{EC76785E-9109-A876-BDF3-D22761F6BE80}"/>
          </ac:spMkLst>
        </pc:spChg>
        <pc:spChg chg="mod">
          <ac:chgData name="Bruce Absolom" userId="S::bruce_absolom@gjames.com.au::808d7019-8e88-44db-97ed-d1a624fa3c95" providerId="AD" clId="Web-{0007F3C1-C471-5433-CF6C-857057754320}" dt="2023-03-28T03:13:02.777" v="0" actId="1076"/>
          <ac:spMkLst>
            <pc:docMk/>
            <pc:sldMk cId="4283318581" sldId="400"/>
            <ac:spMk id="4" creationId="{0F3FB25F-3931-DC44-6547-6005FF06923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0" y="0"/>
            <a:ext cx="6796088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994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9450" y="4716463"/>
            <a:ext cx="5437188" cy="446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49688" y="942975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2648A16-E134-4B8A-8E0B-E67E8027D83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78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995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1077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648A16-E134-4B8A-8E0B-E67E8027D834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748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648A16-E134-4B8A-8E0B-E67E8027D834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3803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0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35"/>
            <a:ext cx="6858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29/05/2023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97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88"/>
            <a:ext cx="144938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29/05/2023</a:t>
            </a:fld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88" y="6542088"/>
            <a:ext cx="92233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86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447800" y="3892550"/>
            <a:ext cx="249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33"/>
            <a:ext cx="7886700" cy="471587"/>
          </a:xfrm>
        </p:spPr>
        <p:txBody>
          <a:bodyPr/>
          <a:lstStyle>
            <a:lvl1pPr>
              <a:defRPr sz="18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30"/>
            <a:ext cx="7886700" cy="5196235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96"/>
            <a:ext cx="1449387" cy="160337"/>
          </a:xfrm>
        </p:spPr>
        <p:txBody>
          <a:bodyPr/>
          <a:lstStyle>
            <a:lvl1pPr defTabSz="336929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29/05/2023</a:t>
            </a:fld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92" y="6542096"/>
            <a:ext cx="922337" cy="160337"/>
          </a:xfrm>
        </p:spPr>
        <p:txBody>
          <a:bodyPr/>
          <a:lstStyle>
            <a:lvl1pPr defTabSz="336929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242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73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43"/>
            <a:ext cx="6858000" cy="39876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336929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29/05/2023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7791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29/05/2023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1108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flatworldknowledge.lardbucket.org/books/public-speaking-practice-and-ethics/s09-finding-a-purpose-and-selectin.html" TargetMode="Externa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www.wallpaperflare.com/two-round-black-analog-watches-macbook-pro-wristwatch-desk-setup-wallpaper-awkqy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www.campbellpropertymanagement.com/blog/2020/10/05/dont-get-hooked-how-to-spot-a-phishing-email-scam/" TargetMode="External"/><Relationship Id="rId12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11" Type="http://schemas.openxmlformats.org/officeDocument/2006/relationships/hyperlink" Target="https://openclipart.org/detail/289283/password-reset" TargetMode="External"/><Relationship Id="rId5" Type="http://schemas.openxmlformats.org/officeDocument/2006/relationships/image" Target="../media/image6.png"/><Relationship Id="rId15" Type="http://schemas.openxmlformats.org/officeDocument/2006/relationships/hyperlink" Target="https://www.ibtimes.com/7-rocket-launch-photos-historic-nasa-missions-2653621" TargetMode="External"/><Relationship Id="rId10" Type="http://schemas.openxmlformats.org/officeDocument/2006/relationships/image" Target="../media/image8.png"/><Relationship Id="rId4" Type="http://schemas.microsoft.com/office/2007/relationships/hdphoto" Target="../media/hdphoto2.wdp"/><Relationship Id="rId9" Type="http://schemas.openxmlformats.org/officeDocument/2006/relationships/hyperlink" Target="https://commons.wikimedia.org/wiki/File:Gnome-dev-removable-usb.svg" TargetMode="External"/><Relationship Id="rId1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9988FD-30B9-5E53-469F-88208B48BE4E}"/>
              </a:ext>
            </a:extLst>
          </p:cNvPr>
          <p:cNvSpPr txBox="1"/>
          <p:nvPr/>
        </p:nvSpPr>
        <p:spPr>
          <a:xfrm>
            <a:off x="2286000" y="310793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/>
              <a:t>Cyber Security Awareness</a:t>
            </a:r>
            <a:br>
              <a:rPr lang="en-AU" sz="1800" b="1"/>
            </a:br>
            <a:r>
              <a:rPr lang="en-AU" sz="1800" b="1"/>
              <a:t>Campaign Plan 2023</a:t>
            </a:r>
            <a:endParaRPr lang="en-AU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78B27E0-D127-D5EA-07C5-860AEBA0BAEF}"/>
              </a:ext>
            </a:extLst>
          </p:cNvPr>
          <p:cNvSpPr txBox="1">
            <a:spLocks/>
          </p:cNvSpPr>
          <p:nvPr/>
        </p:nvSpPr>
        <p:spPr>
          <a:xfrm>
            <a:off x="1691680" y="3284984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Campaign Plan 2022/23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2000" b="1" dirty="0"/>
              <a:t>Phase #4 : Physical Security</a:t>
            </a:r>
            <a:endParaRPr lang="en-AU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Objectives</a:t>
            </a:r>
          </a:p>
          <a:p>
            <a:pPr defTabSz="914400">
              <a:buClrTx/>
              <a:buSzTx/>
              <a:buFontTx/>
              <a:defRPr/>
            </a:pPr>
            <a:endParaRPr lang="en-A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7147EC-B486-4DBF-BF93-B38E58DA3CF7}"/>
              </a:ext>
            </a:extLst>
          </p:cNvPr>
          <p:cNvSpPr txBox="1"/>
          <p:nvPr/>
        </p:nvSpPr>
        <p:spPr>
          <a:xfrm>
            <a:off x="162471" y="1319245"/>
            <a:ext cx="8317167" cy="2241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an ever-evolving threat landscape we find it critical that we develop and align our enterprise to protect ourselves against 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Cyber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threats.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Failing to do so will put our business in severe risk of being compromised with the potential for large manufacturing outages and safety risks for our machine operators.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 user 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awareness training assists us to mitigate many of the key risks by identifying and dealing with threats in a consistent manner.</a:t>
            </a:r>
            <a:endParaRPr lang="en-AU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CB548FD8-25D5-4B15-88CC-CA1FF93817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9" b="97879" l="826" r="90918">
                        <a14:foregroundMark x1="12627" y1="89688" x2="5051" y2="87684"/>
                        <a14:foregroundMark x1="32831" y1="88686" x2="12627" y2="97879"/>
                        <a14:foregroundMark x1="32831" y1="87684" x2="4225" y2="91750"/>
                        <a14:foregroundMark x1="26906" y1="93813" x2="826" y2="94814"/>
                        <a14:foregroundMark x1="90044" y1="45787" x2="90918" y2="631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131007" y="3789040"/>
            <a:ext cx="372362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4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4CD861B6-9728-4339-98C9-6BA8E39AF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9275" y="1325883"/>
            <a:ext cx="5630313" cy="48852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Phases</a:t>
            </a:r>
            <a:endParaRPr lang="en-AU"/>
          </a:p>
        </p:txBody>
      </p:sp>
      <p:sp>
        <p:nvSpPr>
          <p:cNvPr id="2" name="Flowchart: Card 1">
            <a:extLst>
              <a:ext uri="{FF2B5EF4-FFF2-40B4-BE49-F238E27FC236}">
                <a16:creationId xmlns:a16="http://schemas.microsoft.com/office/drawing/2014/main" id="{062F38BC-5121-4BED-9C93-3B0A6850F1DE}"/>
              </a:ext>
            </a:extLst>
          </p:cNvPr>
          <p:cNvSpPr/>
          <p:nvPr/>
        </p:nvSpPr>
        <p:spPr>
          <a:xfrm>
            <a:off x="4842360" y="3768500"/>
            <a:ext cx="2781946" cy="2409987"/>
          </a:xfrm>
          <a:prstGeom prst="flowChartPunchedCard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C1767A89-BABA-4D8E-A1A3-1C65F07817B6}"/>
              </a:ext>
            </a:extLst>
          </p:cNvPr>
          <p:cNvSpPr/>
          <p:nvPr/>
        </p:nvSpPr>
        <p:spPr>
          <a:xfrm rot="10800000">
            <a:off x="2029932" y="1337447"/>
            <a:ext cx="2781946" cy="2409987"/>
          </a:xfrm>
          <a:prstGeom prst="flowChartPunchedCard">
            <a:avLst/>
          </a:prstGeom>
          <a:solidFill>
            <a:srgbClr val="74D2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568F4A87-4B64-406C-93FA-504C8C96CF0C}"/>
              </a:ext>
            </a:extLst>
          </p:cNvPr>
          <p:cNvSpPr/>
          <p:nvPr/>
        </p:nvSpPr>
        <p:spPr>
          <a:xfrm flipV="1">
            <a:off x="4852176" y="1352293"/>
            <a:ext cx="2781946" cy="2409987"/>
          </a:xfrm>
          <a:prstGeom prst="flowChartPunchedCard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Flowchart: Card 8">
            <a:extLst>
              <a:ext uri="{FF2B5EF4-FFF2-40B4-BE49-F238E27FC236}">
                <a16:creationId xmlns:a16="http://schemas.microsoft.com/office/drawing/2014/main" id="{2C0350E2-7E2B-4BA3-87FA-C15FF09BCEA4}"/>
              </a:ext>
            </a:extLst>
          </p:cNvPr>
          <p:cNvSpPr/>
          <p:nvPr/>
        </p:nvSpPr>
        <p:spPr>
          <a:xfrm rot="10800000" flipV="1">
            <a:off x="2044753" y="3768501"/>
            <a:ext cx="2781946" cy="2409987"/>
          </a:xfrm>
          <a:prstGeom prst="flowChartPunchedCard">
            <a:avLst/>
          </a:prstGeom>
          <a:solidFill>
            <a:srgbClr val="00BB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D8FF2-DFE5-468E-8A92-6EA7489AEB37}"/>
              </a:ext>
            </a:extLst>
          </p:cNvPr>
          <p:cNvSpPr txBox="1"/>
          <p:nvPr/>
        </p:nvSpPr>
        <p:spPr>
          <a:xfrm>
            <a:off x="2029931" y="1337175"/>
            <a:ext cx="260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Part 1</a:t>
            </a:r>
          </a:p>
          <a:p>
            <a:r>
              <a:rPr lang="en-AU">
                <a:solidFill>
                  <a:schemeClr val="tx1"/>
                </a:solidFill>
              </a:rPr>
              <a:t>Topic: Email/SMS Security</a:t>
            </a:r>
          </a:p>
        </p:txBody>
      </p:sp>
      <p:pic>
        <p:nvPicPr>
          <p:cNvPr id="10" name="Picture 9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9DD13D65-51B2-482D-8586-DDE7B97097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844" l="8724" r="91797">
                        <a14:foregroundMark x1="10807" y1="76758" x2="8854" y2="79883"/>
                        <a14:foregroundMark x1="11589" y1="72266" x2="12500" y2="69336"/>
                        <a14:foregroundMark x1="89453" y1="77344" x2="91797" y2="794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035131" y="1909194"/>
            <a:ext cx="2576560" cy="17177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088C8-15FD-4C05-8FD2-8A434AFA29A4}"/>
              </a:ext>
            </a:extLst>
          </p:cNvPr>
          <p:cNvSpPr txBox="1"/>
          <p:nvPr/>
        </p:nvSpPr>
        <p:spPr>
          <a:xfrm>
            <a:off x="5154083" y="1337174"/>
            <a:ext cx="2480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AU">
                <a:solidFill>
                  <a:schemeClr val="tx1"/>
                </a:solidFill>
              </a:rPr>
              <a:t>Part 2</a:t>
            </a:r>
          </a:p>
          <a:p>
            <a:pPr algn="r"/>
            <a:r>
              <a:rPr lang="en-AU">
                <a:solidFill>
                  <a:schemeClr val="tx1"/>
                </a:solidFill>
              </a:rPr>
              <a:t>Topic: Removable Media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29EF28-AB82-4410-A792-5E4AFE39F2A1}"/>
              </a:ext>
            </a:extLst>
          </p:cNvPr>
          <p:cNvSpPr txBox="1"/>
          <p:nvPr/>
        </p:nvSpPr>
        <p:spPr>
          <a:xfrm>
            <a:off x="2029931" y="3793384"/>
            <a:ext cx="21630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Part 3</a:t>
            </a:r>
          </a:p>
          <a:p>
            <a:r>
              <a:rPr lang="en-AU">
                <a:solidFill>
                  <a:schemeClr val="tx1"/>
                </a:solidFill>
              </a:rPr>
              <a:t>Topic: Password and </a:t>
            </a:r>
          </a:p>
          <a:p>
            <a:r>
              <a:rPr lang="en-AU">
                <a:solidFill>
                  <a:schemeClr val="tx1"/>
                </a:solidFill>
              </a:rPr>
              <a:t>           Authentication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A2AF0-E297-4269-AF20-46526B085DAF}"/>
              </a:ext>
            </a:extLst>
          </p:cNvPr>
          <p:cNvSpPr txBox="1"/>
          <p:nvPr/>
        </p:nvSpPr>
        <p:spPr>
          <a:xfrm>
            <a:off x="5292080" y="3793383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AU">
                <a:solidFill>
                  <a:schemeClr val="tx1"/>
                </a:solidFill>
              </a:rPr>
              <a:t>Part 4</a:t>
            </a:r>
          </a:p>
          <a:p>
            <a:pPr algn="r"/>
            <a:r>
              <a:rPr lang="en-AU">
                <a:solidFill>
                  <a:schemeClr val="tx1"/>
                </a:solidFill>
              </a:rPr>
              <a:t>Topic: Physical Security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E5C904-3C93-48FB-8542-3843C27E92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471895" y="1956685"/>
            <a:ext cx="1600139" cy="1600139"/>
          </a:xfrm>
          <a:prstGeom prst="rect">
            <a:avLst/>
          </a:prstGeom>
        </p:spPr>
      </p:pic>
      <p:pic>
        <p:nvPicPr>
          <p:cNvPr id="32" name="Picture 31" descr="A crescent moon in a black sky&#10;&#10;Description automatically generated with low confidence">
            <a:extLst>
              <a:ext uri="{FF2B5EF4-FFF2-40B4-BE49-F238E27FC236}">
                <a16:creationId xmlns:a16="http://schemas.microsoft.com/office/drawing/2014/main" id="{93E8061C-AB61-4EF4-BBD0-ED763DD52AC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2736974" y="4762663"/>
            <a:ext cx="1172873" cy="1045323"/>
          </a:xfrm>
          <a:prstGeom prst="rect">
            <a:avLst/>
          </a:prstGeom>
        </p:spPr>
      </p:pic>
      <p:pic>
        <p:nvPicPr>
          <p:cNvPr id="33" name="Picture 32" descr="A picture containing text, indoor, table, computer&#10;&#10;Description automatically generated">
            <a:extLst>
              <a:ext uri="{FF2B5EF4-FFF2-40B4-BE49-F238E27FC236}">
                <a16:creationId xmlns:a16="http://schemas.microsoft.com/office/drawing/2014/main" id="{3744BE7E-FBCB-4980-A992-45FF6B2AD33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5292080" y="4509120"/>
            <a:ext cx="1959770" cy="1306513"/>
          </a:xfrm>
          <a:prstGeom prst="ellipse">
            <a:avLst/>
          </a:prstGeom>
        </p:spPr>
      </p:pic>
      <p:pic>
        <p:nvPicPr>
          <p:cNvPr id="8" name="Picture 7" descr="A rocket taking off&#10;&#10;Description automatically generated with medium confidence">
            <a:extLst>
              <a:ext uri="{FF2B5EF4-FFF2-40B4-BE49-F238E27FC236}">
                <a16:creationId xmlns:a16="http://schemas.microsoft.com/office/drawing/2014/main" id="{BB75A5D4-F1AD-451A-B863-4E7D349607F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475285" y="2038536"/>
            <a:ext cx="1275587" cy="27809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99103B-2C94-4E1C-B7EE-A5A78881C4C7}"/>
              </a:ext>
            </a:extLst>
          </p:cNvPr>
          <p:cNvSpPr txBox="1"/>
          <p:nvPr/>
        </p:nvSpPr>
        <p:spPr>
          <a:xfrm>
            <a:off x="614409" y="479304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Launch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B3F9EF-D298-4EA4-9CF1-DBE08B3750C4}"/>
              </a:ext>
            </a:extLst>
          </p:cNvPr>
          <p:cNvSpPr/>
          <p:nvPr/>
        </p:nvSpPr>
        <p:spPr>
          <a:xfrm>
            <a:off x="4714577" y="3654552"/>
            <a:ext cx="3106113" cy="266429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0176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2E692-5C52-BA4C-6EFB-5D332C2E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3" y="364597"/>
            <a:ext cx="4108075" cy="381484"/>
          </a:xfrm>
        </p:spPr>
        <p:txBody>
          <a:bodyPr/>
          <a:lstStyle/>
          <a:p>
            <a:pPr algn="ctr"/>
            <a:r>
              <a:rPr lang="en-AU" sz="2400" dirty="0">
                <a:solidFill>
                  <a:sysClr val="windowText" lastClr="000000"/>
                </a:solidFill>
                <a:latin typeface="Roboto Condensed"/>
              </a:rPr>
              <a:t>Define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6785E-9109-A876-BDF3-D22761F6B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3" y="834269"/>
            <a:ext cx="4108075" cy="3137095"/>
          </a:xfrm>
        </p:spPr>
        <p:txBody>
          <a:bodyPr/>
          <a:lstStyle/>
          <a:p>
            <a:r>
              <a:rPr lang="en-AU" sz="2000" dirty="0">
                <a:solidFill>
                  <a:sysClr val="windowText" lastClr="000000"/>
                </a:solidFill>
                <a:latin typeface="Roboto Condensed Light"/>
              </a:rPr>
              <a:t>Physical security relates to who is in the environment, and why.</a:t>
            </a:r>
          </a:p>
          <a:p>
            <a:r>
              <a:rPr lang="en-AU" sz="2000" dirty="0">
                <a:solidFill>
                  <a:sysClr val="windowText" lastClr="000000"/>
                </a:solidFill>
                <a:latin typeface="Roboto Condensed Light"/>
              </a:rPr>
              <a:t>Unauthorised or inappropriate access to IT systems could compromise data, deploy malware or cause damage resulting in downtime.</a:t>
            </a:r>
          </a:p>
          <a:p>
            <a:r>
              <a:rPr lang="en-AU" sz="2000" dirty="0">
                <a:solidFill>
                  <a:sysClr val="windowText" lastClr="000000"/>
                </a:solidFill>
                <a:latin typeface="Roboto Condensed Light"/>
              </a:rPr>
              <a:t>Devices without login requirements (Factory machines) are most at risk.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955C97-6999-6BD9-2B31-27E4F7877E7E}"/>
              </a:ext>
            </a:extLst>
          </p:cNvPr>
          <p:cNvSpPr txBox="1">
            <a:spLocks/>
          </p:cNvSpPr>
          <p:nvPr/>
        </p:nvSpPr>
        <p:spPr bwMode="auto">
          <a:xfrm>
            <a:off x="4571997" y="364597"/>
            <a:ext cx="4108075" cy="381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algn="ctr" defTabSz="685800"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"/>
              </a:rPr>
              <a:t>Identify the Risk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086BAB-3CAD-ACB5-D528-0C2DDC5829D0}"/>
              </a:ext>
            </a:extLst>
          </p:cNvPr>
          <p:cNvSpPr txBox="1">
            <a:spLocks/>
          </p:cNvSpPr>
          <p:nvPr/>
        </p:nvSpPr>
        <p:spPr bwMode="auto">
          <a:xfrm>
            <a:off x="4571998" y="800989"/>
            <a:ext cx="4108074" cy="3286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750"/>
              </a:spcBef>
              <a:buClrTx/>
              <a:buSzTx/>
              <a:buNone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People most likely to commit these acts:</a:t>
            </a:r>
          </a:p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 Disgruntled employees past or present.</a:t>
            </a:r>
          </a:p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Threat actor from a rival company, or monetary incentive.</a:t>
            </a:r>
          </a:p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Users who are not trained, incompetent or confused</a:t>
            </a:r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  <a:p>
            <a:pPr marL="0" indent="0" defTabSz="685800">
              <a:spcBef>
                <a:spcPts val="750"/>
              </a:spcBef>
              <a:buClrTx/>
              <a:buSzTx/>
              <a:buNone/>
            </a:pPr>
            <a:endParaRPr lang="en-AU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26" name="Picture 2" descr="Secret Agent Man">
            <a:extLst>
              <a:ext uri="{FF2B5EF4-FFF2-40B4-BE49-F238E27FC236}">
                <a16:creationId xmlns:a16="http://schemas.microsoft.com/office/drawing/2014/main" id="{F3CCD67B-AE62-8FA5-10BB-8826C3D13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92" y="3872788"/>
            <a:ext cx="20574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adUSB: Undetectable USB flaw Could Expose all Your Tech Gear to Hackers –  The Mac Observer">
            <a:extLst>
              <a:ext uri="{FF2B5EF4-FFF2-40B4-BE49-F238E27FC236}">
                <a16:creationId xmlns:a16="http://schemas.microsoft.com/office/drawing/2014/main" id="{2D211B6C-E867-099F-41A2-CBBDA53F5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810" y="387278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1745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92326E8-65E0-7CE4-2284-DB39F082BC4E}"/>
              </a:ext>
            </a:extLst>
          </p:cNvPr>
          <p:cNvSpPr txBox="1">
            <a:spLocks/>
          </p:cNvSpPr>
          <p:nvPr/>
        </p:nvSpPr>
        <p:spPr bwMode="auto">
          <a:xfrm>
            <a:off x="461358" y="323906"/>
            <a:ext cx="4108076" cy="381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algn="ctr" defTabSz="685800"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"/>
              </a:rPr>
              <a:t>Implement</a:t>
            </a:r>
            <a:r>
              <a:rPr lang="en-AU" sz="18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AU" dirty="0">
                <a:solidFill>
                  <a:sysClr val="windowText" lastClr="000000"/>
                </a:solidFill>
                <a:latin typeface="Roboto Condensed"/>
              </a:rPr>
              <a:t>the</a:t>
            </a:r>
            <a:r>
              <a:rPr lang="en-AU" sz="18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AU" dirty="0">
                <a:solidFill>
                  <a:sysClr val="windowText" lastClr="000000"/>
                </a:solidFill>
                <a:latin typeface="Roboto Condensed"/>
              </a:rPr>
              <a:t>Change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1C8D3ED-78CB-D36A-24C2-ED55F7E79389}"/>
              </a:ext>
            </a:extLst>
          </p:cNvPr>
          <p:cNvSpPr txBox="1">
            <a:spLocks/>
          </p:cNvSpPr>
          <p:nvPr/>
        </p:nvSpPr>
        <p:spPr bwMode="auto">
          <a:xfrm>
            <a:off x="461358" y="705390"/>
            <a:ext cx="4108074" cy="3531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Create Toolbox talks with a focus on identifying people who do not belong in the area or are acting suspiciously.</a:t>
            </a:r>
          </a:p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Encourage employees to approach and question people they do not know or seem out of place.</a:t>
            </a:r>
          </a:p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Teach employees to look for G.James PPE and uniforms.</a:t>
            </a:r>
          </a:p>
          <a:p>
            <a:pPr marL="0" indent="0" defTabSz="685800">
              <a:spcBef>
                <a:spcPts val="750"/>
              </a:spcBef>
              <a:buClrTx/>
              <a:buSzTx/>
              <a:buNone/>
            </a:pPr>
            <a:endParaRPr lang="en-AU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187DE30-ECC5-994A-0D7F-40B4F4DEC1A3}"/>
              </a:ext>
            </a:extLst>
          </p:cNvPr>
          <p:cNvSpPr txBox="1">
            <a:spLocks/>
          </p:cNvSpPr>
          <p:nvPr/>
        </p:nvSpPr>
        <p:spPr bwMode="auto">
          <a:xfrm>
            <a:off x="4569433" y="338831"/>
            <a:ext cx="4108075" cy="381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algn="ctr" defTabSz="685800"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"/>
              </a:rPr>
              <a:t>Test</a:t>
            </a:r>
            <a:r>
              <a:rPr lang="en-AU" sz="18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AU" dirty="0">
                <a:solidFill>
                  <a:sysClr val="windowText" lastClr="000000"/>
                </a:solidFill>
                <a:latin typeface="Roboto Condensed"/>
              </a:rPr>
              <a:t>the</a:t>
            </a:r>
            <a:r>
              <a:rPr lang="en-AU" sz="18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AU" dirty="0">
                <a:solidFill>
                  <a:sysClr val="windowText" lastClr="000000"/>
                </a:solidFill>
                <a:latin typeface="Roboto Condensed"/>
              </a:rPr>
              <a:t>Change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00B811-4ECE-0A02-0B69-5FF99A089182}"/>
              </a:ext>
            </a:extLst>
          </p:cNvPr>
          <p:cNvSpPr txBox="1">
            <a:spLocks/>
          </p:cNvSpPr>
          <p:nvPr/>
        </p:nvSpPr>
        <p:spPr bwMode="auto">
          <a:xfrm>
            <a:off x="4569434" y="705391"/>
            <a:ext cx="4108076" cy="3552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Test training by sending an unknown employee into different areas in plain clothes and time how long it takes to get confronted by a staff member.</a:t>
            </a:r>
          </a:p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Consideration and planning to be taken to do this safely without defeating the purpose of the exercise. </a:t>
            </a:r>
          </a:p>
          <a:p>
            <a:pPr marL="0" indent="0" defTabSz="685800">
              <a:spcBef>
                <a:spcPts val="750"/>
              </a:spcBef>
              <a:buClrTx/>
              <a:buSzTx/>
              <a:buNone/>
            </a:pPr>
            <a:endParaRPr lang="en-AU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EB3056C-C5F8-028A-67BE-19CFD7B6C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6" y="3429000"/>
            <a:ext cx="2515956" cy="2674234"/>
          </a:xfrm>
          <a:prstGeom prst="rect">
            <a:avLst/>
          </a:prstGeom>
        </p:spPr>
      </p:pic>
      <p:pic>
        <p:nvPicPr>
          <p:cNvPr id="2050" name="Picture 2" descr="24,915 Sneaking Images, Stock Photos &amp; Vectors | Shutterstock">
            <a:extLst>
              <a:ext uri="{FF2B5EF4-FFF2-40B4-BE49-F238E27FC236}">
                <a16:creationId xmlns:a16="http://schemas.microsoft.com/office/drawing/2014/main" id="{AEF40FDE-296F-10DA-4380-CA0C35D264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9" r="7366" b="5769"/>
          <a:stretch/>
        </p:blipFill>
        <p:spPr bwMode="auto">
          <a:xfrm>
            <a:off x="5548115" y="3326362"/>
            <a:ext cx="2515956" cy="303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808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  <SharedWithUsers xmlns="a7130040-a85f-40f6-8ab2-b11de916c767">
      <UserInfo>
        <DisplayName>Alison Johns</DisplayName>
        <AccountId>44</AccountId>
        <AccountType/>
      </UserInfo>
      <UserInfo>
        <DisplayName>Ross Lennox</DisplayName>
        <AccountId>35</AccountId>
        <AccountType/>
      </UserInfo>
      <UserInfo>
        <DisplayName>Bruce Absolom</DisplayName>
        <AccountId>11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87A3094-9E89-4CF4-92ED-E4D3AE463372}">
  <ds:schemaRefs>
    <ds:schemaRef ds:uri="3924b71c-c110-48ea-bc51-2f03443883fd"/>
    <ds:schemaRef ds:uri="a7130040-a85f-40f6-8ab2-b11de916c7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70A3940-1EB8-4C63-98B2-D298F84922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4A3CA6-59C9-4481-B068-59BCC0244BD9}">
  <ds:schemaRefs>
    <ds:schemaRef ds:uri="3924b71c-c110-48ea-bc51-2f03443883fd"/>
    <ds:schemaRef ds:uri="a7130040-a85f-40f6-8ab2-b11de916c76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62</TotalTime>
  <Words>327</Words>
  <Application>Microsoft Office PowerPoint</Application>
  <PresentationFormat>On-screen Show (4:3)</PresentationFormat>
  <Paragraphs>41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DINOT</vt:lpstr>
      <vt:lpstr>Roboto Condensed</vt:lpstr>
      <vt:lpstr>Roboto Condensed Light</vt:lpstr>
      <vt:lpstr>Times New Roman</vt:lpstr>
      <vt:lpstr>1_Office Theme</vt:lpstr>
      <vt:lpstr>Office Theme</vt:lpstr>
      <vt:lpstr>PowerPoint Presentation</vt:lpstr>
      <vt:lpstr>PowerPoint Presentation</vt:lpstr>
      <vt:lpstr>PowerPoint Presentation</vt:lpstr>
      <vt:lpstr>Define the problem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 Gallehawk</dc:creator>
  <cp:lastModifiedBy>Mat Gallehawk</cp:lastModifiedBy>
  <cp:revision>4</cp:revision>
  <cp:lastPrinted>2015-02-02T00:57:34Z</cp:lastPrinted>
  <dcterms:created xsi:type="dcterms:W3CDTF">2023-02-01T03:02:20Z</dcterms:created>
  <dcterms:modified xsi:type="dcterms:W3CDTF">2023-05-29T06:38:42Z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0x010100EF4EA6FF5D9B274F9B14E2D5A664A837</vt:lpwstr>
  </property>
</Properties>
</file>