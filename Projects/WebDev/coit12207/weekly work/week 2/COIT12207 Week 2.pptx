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03" r:id="rId1"/>
  </p:sldMasterIdLst>
  <p:notesMasterIdLst>
    <p:notesMasterId r:id="rId20"/>
  </p:notesMasterIdLst>
  <p:sldIdLst>
    <p:sldId id="256" r:id="rId2"/>
    <p:sldId id="257" r:id="rId3"/>
    <p:sldId id="281" r:id="rId4"/>
    <p:sldId id="285" r:id="rId5"/>
    <p:sldId id="284" r:id="rId6"/>
    <p:sldId id="282" r:id="rId7"/>
    <p:sldId id="287" r:id="rId8"/>
    <p:sldId id="288" r:id="rId9"/>
    <p:sldId id="289" r:id="rId10"/>
    <p:sldId id="296" r:id="rId11"/>
    <p:sldId id="290" r:id="rId12"/>
    <p:sldId id="291" r:id="rId13"/>
    <p:sldId id="292" r:id="rId14"/>
    <p:sldId id="293" r:id="rId15"/>
    <p:sldId id="294" r:id="rId16"/>
    <p:sldId id="295" r:id="rId17"/>
    <p:sldId id="276" r:id="rId18"/>
    <p:sldId id="28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6D609C-08BC-4856-989D-4E7E17006DF5}" v="37" dt="2022-06-28T00:39:46.0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78657" autoAdjust="0"/>
  </p:normalViewPr>
  <p:slideViewPr>
    <p:cSldViewPr snapToGrid="0">
      <p:cViewPr varScale="1">
        <p:scale>
          <a:sx n="81" d="100"/>
          <a:sy n="81" d="100"/>
        </p:scale>
        <p:origin x="127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ly Li" userId="a4173242-1e2f-493e-ae7d-f1030ffd65b7" providerId="ADAL" clId="{8E6D609C-08BC-4856-989D-4E7E17006DF5}"/>
    <pc:docChg chg="undo custSel addSld delSld modSld">
      <pc:chgData name="Lily Li" userId="a4173242-1e2f-493e-ae7d-f1030ffd65b7" providerId="ADAL" clId="{8E6D609C-08BC-4856-989D-4E7E17006DF5}" dt="2022-06-28T00:42:51.632" v="7333" actId="20577"/>
      <pc:docMkLst>
        <pc:docMk/>
      </pc:docMkLst>
      <pc:sldChg chg="modSp mod">
        <pc:chgData name="Lily Li" userId="a4173242-1e2f-493e-ae7d-f1030ffd65b7" providerId="ADAL" clId="{8E6D609C-08BC-4856-989D-4E7E17006DF5}" dt="2022-06-17T06:41:41.514" v="7325" actId="1076"/>
        <pc:sldMkLst>
          <pc:docMk/>
          <pc:sldMk cId="784406767" sldId="256"/>
        </pc:sldMkLst>
        <pc:spChg chg="mod">
          <ac:chgData name="Lily Li" userId="a4173242-1e2f-493e-ae7d-f1030ffd65b7" providerId="ADAL" clId="{8E6D609C-08BC-4856-989D-4E7E17006DF5}" dt="2022-06-15T00:55:48.145" v="5112" actId="14100"/>
          <ac:spMkLst>
            <pc:docMk/>
            <pc:sldMk cId="784406767" sldId="256"/>
            <ac:spMk id="3" creationId="{00000000-0000-0000-0000-000000000000}"/>
          </ac:spMkLst>
        </pc:spChg>
        <pc:spChg chg="mod">
          <ac:chgData name="Lily Li" userId="a4173242-1e2f-493e-ae7d-f1030ffd65b7" providerId="ADAL" clId="{8E6D609C-08BC-4856-989D-4E7E17006DF5}" dt="2022-06-17T06:41:41.514" v="7325" actId="1076"/>
          <ac:spMkLst>
            <pc:docMk/>
            <pc:sldMk cId="784406767" sldId="256"/>
            <ac:spMk id="5" creationId="{004FF64E-975A-927C-BA9C-FBB13DF2FFF0}"/>
          </ac:spMkLst>
        </pc:spChg>
      </pc:sldChg>
      <pc:sldChg chg="modSp mod">
        <pc:chgData name="Lily Li" userId="a4173242-1e2f-493e-ae7d-f1030ffd65b7" providerId="ADAL" clId="{8E6D609C-08BC-4856-989D-4E7E17006DF5}" dt="2022-06-15T02:23:29.954" v="6403" actId="1076"/>
        <pc:sldMkLst>
          <pc:docMk/>
          <pc:sldMk cId="600708474" sldId="257"/>
        </pc:sldMkLst>
        <pc:spChg chg="mod">
          <ac:chgData name="Lily Li" userId="a4173242-1e2f-493e-ae7d-f1030ffd65b7" providerId="ADAL" clId="{8E6D609C-08BC-4856-989D-4E7E17006DF5}" dt="2022-06-14T05:13:06.642" v="34" actId="1076"/>
          <ac:spMkLst>
            <pc:docMk/>
            <pc:sldMk cId="600708474" sldId="257"/>
            <ac:spMk id="2" creationId="{00000000-0000-0000-0000-000000000000}"/>
          </ac:spMkLst>
        </pc:spChg>
        <pc:spChg chg="mod">
          <ac:chgData name="Lily Li" userId="a4173242-1e2f-493e-ae7d-f1030ffd65b7" providerId="ADAL" clId="{8E6D609C-08BC-4856-989D-4E7E17006DF5}" dt="2022-06-15T01:16:59.167" v="5641" actId="14100"/>
          <ac:spMkLst>
            <pc:docMk/>
            <pc:sldMk cId="600708474" sldId="257"/>
            <ac:spMk id="3" creationId="{00000000-0000-0000-0000-000000000000}"/>
          </ac:spMkLst>
        </pc:spChg>
        <pc:spChg chg="mod">
          <ac:chgData name="Lily Li" userId="a4173242-1e2f-493e-ae7d-f1030ffd65b7" providerId="ADAL" clId="{8E6D609C-08BC-4856-989D-4E7E17006DF5}" dt="2022-06-15T02:23:29.954" v="6403" actId="1076"/>
          <ac:spMkLst>
            <pc:docMk/>
            <pc:sldMk cId="600708474" sldId="257"/>
            <ac:spMk id="5" creationId="{1B2C5761-B1B4-EB95-4FC9-6F73AD55931D}"/>
          </ac:spMkLst>
        </pc:spChg>
      </pc:sldChg>
      <pc:sldChg chg="modSp mod">
        <pc:chgData name="Lily Li" userId="a4173242-1e2f-493e-ae7d-f1030ffd65b7" providerId="ADAL" clId="{8E6D609C-08BC-4856-989D-4E7E17006DF5}" dt="2022-06-17T05:29:48.555" v="7291" actId="14100"/>
        <pc:sldMkLst>
          <pc:docMk/>
          <pc:sldMk cId="465230810" sldId="276"/>
        </pc:sldMkLst>
        <pc:spChg chg="mod">
          <ac:chgData name="Lily Li" userId="a4173242-1e2f-493e-ae7d-f1030ffd65b7" providerId="ADAL" clId="{8E6D609C-08BC-4856-989D-4E7E17006DF5}" dt="2022-06-17T05:29:48.555" v="7291" actId="14100"/>
          <ac:spMkLst>
            <pc:docMk/>
            <pc:sldMk cId="465230810" sldId="276"/>
            <ac:spMk id="3" creationId="{00000000-0000-0000-0000-000000000000}"/>
          </ac:spMkLst>
        </pc:spChg>
        <pc:spChg chg="mod">
          <ac:chgData name="Lily Li" userId="a4173242-1e2f-493e-ae7d-f1030ffd65b7" providerId="ADAL" clId="{8E6D609C-08BC-4856-989D-4E7E17006DF5}" dt="2022-06-15T02:24:28.405" v="6413" actId="1076"/>
          <ac:spMkLst>
            <pc:docMk/>
            <pc:sldMk cId="465230810" sldId="276"/>
            <ac:spMk id="5" creationId="{A4273346-F27E-266B-C993-FCA3841FDF28}"/>
          </ac:spMkLst>
        </pc:spChg>
      </pc:sldChg>
      <pc:sldChg chg="del">
        <pc:chgData name="Lily Li" userId="a4173242-1e2f-493e-ae7d-f1030ffd65b7" providerId="ADAL" clId="{8E6D609C-08BC-4856-989D-4E7E17006DF5}" dt="2022-06-14T05:19:13.972" v="258" actId="2696"/>
        <pc:sldMkLst>
          <pc:docMk/>
          <pc:sldMk cId="2457925762" sldId="277"/>
        </pc:sldMkLst>
      </pc:sldChg>
      <pc:sldChg chg="del">
        <pc:chgData name="Lily Li" userId="a4173242-1e2f-493e-ae7d-f1030ffd65b7" providerId="ADAL" clId="{8E6D609C-08BC-4856-989D-4E7E17006DF5}" dt="2022-06-14T05:19:13.972" v="258" actId="2696"/>
        <pc:sldMkLst>
          <pc:docMk/>
          <pc:sldMk cId="1789806645" sldId="278"/>
        </pc:sldMkLst>
      </pc:sldChg>
      <pc:sldChg chg="del">
        <pc:chgData name="Lily Li" userId="a4173242-1e2f-493e-ae7d-f1030ffd65b7" providerId="ADAL" clId="{8E6D609C-08BC-4856-989D-4E7E17006DF5}" dt="2022-06-14T05:19:13.972" v="258" actId="2696"/>
        <pc:sldMkLst>
          <pc:docMk/>
          <pc:sldMk cId="157036557" sldId="279"/>
        </pc:sldMkLst>
      </pc:sldChg>
      <pc:sldChg chg="modSp mod">
        <pc:chgData name="Lily Li" userId="a4173242-1e2f-493e-ae7d-f1030ffd65b7" providerId="ADAL" clId="{8E6D609C-08BC-4856-989D-4E7E17006DF5}" dt="2022-06-17T05:30:16.316" v="7295" actId="14100"/>
        <pc:sldMkLst>
          <pc:docMk/>
          <pc:sldMk cId="3990358449" sldId="280"/>
        </pc:sldMkLst>
        <pc:spChg chg="mod">
          <ac:chgData name="Lily Li" userId="a4173242-1e2f-493e-ae7d-f1030ffd65b7" providerId="ADAL" clId="{8E6D609C-08BC-4856-989D-4E7E17006DF5}" dt="2022-06-17T05:30:16.316" v="7295" actId="14100"/>
          <ac:spMkLst>
            <pc:docMk/>
            <pc:sldMk cId="3990358449" sldId="280"/>
            <ac:spMk id="3" creationId="{0F2CD50D-DEAD-4AE4-B18D-9BB892D6B200}"/>
          </ac:spMkLst>
        </pc:spChg>
      </pc:sldChg>
      <pc:sldChg chg="addSp modSp new del mod modClrScheme chgLayout">
        <pc:chgData name="Lily Li" userId="a4173242-1e2f-493e-ae7d-f1030ffd65b7" providerId="ADAL" clId="{8E6D609C-08BC-4856-989D-4E7E17006DF5}" dt="2022-06-14T05:20:08.749" v="264" actId="2696"/>
        <pc:sldMkLst>
          <pc:docMk/>
          <pc:sldMk cId="201445241" sldId="281"/>
        </pc:sldMkLst>
        <pc:spChg chg="add mod">
          <ac:chgData name="Lily Li" userId="a4173242-1e2f-493e-ae7d-f1030ffd65b7" providerId="ADAL" clId="{8E6D609C-08BC-4856-989D-4E7E17006DF5}" dt="2022-06-14T05:19:58.023" v="263" actId="700"/>
          <ac:spMkLst>
            <pc:docMk/>
            <pc:sldMk cId="201445241" sldId="281"/>
            <ac:spMk id="2" creationId="{671E99D6-E879-F5B7-7445-4BB9374F8E06}"/>
          </ac:spMkLst>
        </pc:spChg>
        <pc:spChg chg="add mod">
          <ac:chgData name="Lily Li" userId="a4173242-1e2f-493e-ae7d-f1030ffd65b7" providerId="ADAL" clId="{8E6D609C-08BC-4856-989D-4E7E17006DF5}" dt="2022-06-14T05:19:58.023" v="263" actId="700"/>
          <ac:spMkLst>
            <pc:docMk/>
            <pc:sldMk cId="201445241" sldId="281"/>
            <ac:spMk id="3" creationId="{2A496B83-EF2C-A666-2F9C-D85FE0BC11E8}"/>
          </ac:spMkLst>
        </pc:spChg>
      </pc:sldChg>
      <pc:sldChg chg="del">
        <pc:chgData name="Lily Li" userId="a4173242-1e2f-493e-ae7d-f1030ffd65b7" providerId="ADAL" clId="{8E6D609C-08BC-4856-989D-4E7E17006DF5}" dt="2022-06-14T05:19:13.972" v="258" actId="2696"/>
        <pc:sldMkLst>
          <pc:docMk/>
          <pc:sldMk cId="1774811710" sldId="281"/>
        </pc:sldMkLst>
      </pc:sldChg>
      <pc:sldChg chg="modSp add mod">
        <pc:chgData name="Lily Li" userId="a4173242-1e2f-493e-ae7d-f1030ffd65b7" providerId="ADAL" clId="{8E6D609C-08BC-4856-989D-4E7E17006DF5}" dt="2022-06-15T02:23:35.274" v="6404" actId="1076"/>
        <pc:sldMkLst>
          <pc:docMk/>
          <pc:sldMk cId="4199040738" sldId="281"/>
        </pc:sldMkLst>
        <pc:spChg chg="mod">
          <ac:chgData name="Lily Li" userId="a4173242-1e2f-493e-ae7d-f1030ffd65b7" providerId="ADAL" clId="{8E6D609C-08BC-4856-989D-4E7E17006DF5}" dt="2022-06-14T05:20:27.366" v="284" actId="20577"/>
          <ac:spMkLst>
            <pc:docMk/>
            <pc:sldMk cId="4199040738" sldId="281"/>
            <ac:spMk id="2" creationId="{00000000-0000-0000-0000-000000000000}"/>
          </ac:spMkLst>
        </pc:spChg>
        <pc:spChg chg="mod">
          <ac:chgData name="Lily Li" userId="a4173242-1e2f-493e-ae7d-f1030ffd65b7" providerId="ADAL" clId="{8E6D609C-08BC-4856-989D-4E7E17006DF5}" dt="2022-06-15T00:55:57.351" v="5113" actId="1076"/>
          <ac:spMkLst>
            <pc:docMk/>
            <pc:sldMk cId="4199040738" sldId="281"/>
            <ac:spMk id="3" creationId="{00000000-0000-0000-0000-000000000000}"/>
          </ac:spMkLst>
        </pc:spChg>
        <pc:spChg chg="mod">
          <ac:chgData name="Lily Li" userId="a4173242-1e2f-493e-ae7d-f1030ffd65b7" providerId="ADAL" clId="{8E6D609C-08BC-4856-989D-4E7E17006DF5}" dt="2022-06-15T02:23:35.274" v="6404" actId="1076"/>
          <ac:spMkLst>
            <pc:docMk/>
            <pc:sldMk cId="4199040738" sldId="281"/>
            <ac:spMk id="5" creationId="{1B2C5761-B1B4-EB95-4FC9-6F73AD55931D}"/>
          </ac:spMkLst>
        </pc:spChg>
      </pc:sldChg>
      <pc:sldChg chg="addSp delSp modSp mod">
        <pc:chgData name="Lily Li" userId="a4173242-1e2f-493e-ae7d-f1030ffd65b7" providerId="ADAL" clId="{8E6D609C-08BC-4856-989D-4E7E17006DF5}" dt="2022-06-15T02:23:45.075" v="6407" actId="1076"/>
        <pc:sldMkLst>
          <pc:docMk/>
          <pc:sldMk cId="1095267764" sldId="282"/>
        </pc:sldMkLst>
        <pc:spChg chg="mod">
          <ac:chgData name="Lily Li" userId="a4173242-1e2f-493e-ae7d-f1030ffd65b7" providerId="ADAL" clId="{8E6D609C-08BC-4856-989D-4E7E17006DF5}" dt="2022-06-14T22:54:13.630" v="2164" actId="1076"/>
          <ac:spMkLst>
            <pc:docMk/>
            <pc:sldMk cId="1095267764" sldId="282"/>
            <ac:spMk id="2" creationId="{00000000-0000-0000-0000-000000000000}"/>
          </ac:spMkLst>
        </pc:spChg>
        <pc:spChg chg="mod">
          <ac:chgData name="Lily Li" userId="a4173242-1e2f-493e-ae7d-f1030ffd65b7" providerId="ADAL" clId="{8E6D609C-08BC-4856-989D-4E7E17006DF5}" dt="2022-06-14T23:11:21.838" v="2803" actId="12"/>
          <ac:spMkLst>
            <pc:docMk/>
            <pc:sldMk cId="1095267764" sldId="282"/>
            <ac:spMk id="3" creationId="{00000000-0000-0000-0000-000000000000}"/>
          </ac:spMkLst>
        </pc:spChg>
        <pc:spChg chg="add del mod">
          <ac:chgData name="Lily Li" userId="a4173242-1e2f-493e-ae7d-f1030ffd65b7" providerId="ADAL" clId="{8E6D609C-08BC-4856-989D-4E7E17006DF5}" dt="2022-06-14T22:54:25.403" v="2166" actId="21"/>
          <ac:spMkLst>
            <pc:docMk/>
            <pc:sldMk cId="1095267764" sldId="282"/>
            <ac:spMk id="4" creationId="{B686C7B4-00EB-77DA-8456-49D2FFE3270C}"/>
          </ac:spMkLst>
        </pc:spChg>
        <pc:spChg chg="mod">
          <ac:chgData name="Lily Li" userId="a4173242-1e2f-493e-ae7d-f1030ffd65b7" providerId="ADAL" clId="{8E6D609C-08BC-4856-989D-4E7E17006DF5}" dt="2022-06-15T02:23:45.075" v="6407" actId="1076"/>
          <ac:spMkLst>
            <pc:docMk/>
            <pc:sldMk cId="1095267764" sldId="282"/>
            <ac:spMk id="5" creationId="{1B2C5761-B1B4-EB95-4FC9-6F73AD55931D}"/>
          </ac:spMkLst>
        </pc:spChg>
      </pc:sldChg>
      <pc:sldChg chg="del">
        <pc:chgData name="Lily Li" userId="a4173242-1e2f-493e-ae7d-f1030ffd65b7" providerId="ADAL" clId="{8E6D609C-08BC-4856-989D-4E7E17006DF5}" dt="2022-06-14T05:19:13.972" v="258" actId="2696"/>
        <pc:sldMkLst>
          <pc:docMk/>
          <pc:sldMk cId="3234770413" sldId="282"/>
        </pc:sldMkLst>
      </pc:sldChg>
      <pc:sldChg chg="del">
        <pc:chgData name="Lily Li" userId="a4173242-1e2f-493e-ae7d-f1030ffd65b7" providerId="ADAL" clId="{8E6D609C-08BC-4856-989D-4E7E17006DF5}" dt="2022-06-14T05:19:13.972" v="258" actId="2696"/>
        <pc:sldMkLst>
          <pc:docMk/>
          <pc:sldMk cId="309413344" sldId="283"/>
        </pc:sldMkLst>
      </pc:sldChg>
      <pc:sldChg chg="new del">
        <pc:chgData name="Lily Li" userId="a4173242-1e2f-493e-ae7d-f1030ffd65b7" providerId="ADAL" clId="{8E6D609C-08BC-4856-989D-4E7E17006DF5}" dt="2022-06-14T06:41:29.834" v="951" actId="47"/>
        <pc:sldMkLst>
          <pc:docMk/>
          <pc:sldMk cId="4083211482" sldId="283"/>
        </pc:sldMkLst>
      </pc:sldChg>
      <pc:sldChg chg="modSp add mod">
        <pc:chgData name="Lily Li" userId="a4173242-1e2f-493e-ae7d-f1030ffd65b7" providerId="ADAL" clId="{8E6D609C-08BC-4856-989D-4E7E17006DF5}" dt="2022-06-15T02:23:42.211" v="6406" actId="1076"/>
        <pc:sldMkLst>
          <pc:docMk/>
          <pc:sldMk cId="326914248" sldId="284"/>
        </pc:sldMkLst>
        <pc:spChg chg="mod">
          <ac:chgData name="Lily Li" userId="a4173242-1e2f-493e-ae7d-f1030ffd65b7" providerId="ADAL" clId="{8E6D609C-08BC-4856-989D-4E7E17006DF5}" dt="2022-06-15T00:05:07.590" v="3914" actId="14100"/>
          <ac:spMkLst>
            <pc:docMk/>
            <pc:sldMk cId="326914248" sldId="284"/>
            <ac:spMk id="2" creationId="{00000000-0000-0000-0000-000000000000}"/>
          </ac:spMkLst>
        </pc:spChg>
        <pc:spChg chg="mod">
          <ac:chgData name="Lily Li" userId="a4173242-1e2f-493e-ae7d-f1030ffd65b7" providerId="ADAL" clId="{8E6D609C-08BC-4856-989D-4E7E17006DF5}" dt="2022-06-14T22:50:14.542" v="2117" actId="20577"/>
          <ac:spMkLst>
            <pc:docMk/>
            <pc:sldMk cId="326914248" sldId="284"/>
            <ac:spMk id="3" creationId="{00000000-0000-0000-0000-000000000000}"/>
          </ac:spMkLst>
        </pc:spChg>
        <pc:spChg chg="mod">
          <ac:chgData name="Lily Li" userId="a4173242-1e2f-493e-ae7d-f1030ffd65b7" providerId="ADAL" clId="{8E6D609C-08BC-4856-989D-4E7E17006DF5}" dt="2022-06-15T02:23:42.211" v="6406" actId="1076"/>
          <ac:spMkLst>
            <pc:docMk/>
            <pc:sldMk cId="326914248" sldId="284"/>
            <ac:spMk id="5" creationId="{1B2C5761-B1B4-EB95-4FC9-6F73AD55931D}"/>
          </ac:spMkLst>
        </pc:spChg>
      </pc:sldChg>
      <pc:sldChg chg="addSp delSp modSp mod">
        <pc:chgData name="Lily Li" userId="a4173242-1e2f-493e-ae7d-f1030ffd65b7" providerId="ADAL" clId="{8E6D609C-08BC-4856-989D-4E7E17006DF5}" dt="2022-06-15T02:23:39.354" v="6405" actId="1076"/>
        <pc:sldMkLst>
          <pc:docMk/>
          <pc:sldMk cId="726213402" sldId="285"/>
        </pc:sldMkLst>
        <pc:spChg chg="mod">
          <ac:chgData name="Lily Li" userId="a4173242-1e2f-493e-ae7d-f1030ffd65b7" providerId="ADAL" clId="{8E6D609C-08BC-4856-989D-4E7E17006DF5}" dt="2022-06-15T00:04:59.870" v="3913" actId="14100"/>
          <ac:spMkLst>
            <pc:docMk/>
            <pc:sldMk cId="726213402" sldId="285"/>
            <ac:spMk id="2" creationId="{00000000-0000-0000-0000-000000000000}"/>
          </ac:spMkLst>
        </pc:spChg>
        <pc:spChg chg="mod">
          <ac:chgData name="Lily Li" userId="a4173242-1e2f-493e-ae7d-f1030ffd65b7" providerId="ADAL" clId="{8E6D609C-08BC-4856-989D-4E7E17006DF5}" dt="2022-06-14T22:39:05.704" v="1759" actId="20577"/>
          <ac:spMkLst>
            <pc:docMk/>
            <pc:sldMk cId="726213402" sldId="285"/>
            <ac:spMk id="3" creationId="{00000000-0000-0000-0000-000000000000}"/>
          </ac:spMkLst>
        </pc:spChg>
        <pc:spChg chg="add del">
          <ac:chgData name="Lily Li" userId="a4173242-1e2f-493e-ae7d-f1030ffd65b7" providerId="ADAL" clId="{8E6D609C-08BC-4856-989D-4E7E17006DF5}" dt="2022-06-14T22:36:53.901" v="1701"/>
          <ac:spMkLst>
            <pc:docMk/>
            <pc:sldMk cId="726213402" sldId="285"/>
            <ac:spMk id="4" creationId="{E10F777B-D1B2-CA15-80A3-7A72C696F29D}"/>
          </ac:spMkLst>
        </pc:spChg>
        <pc:spChg chg="mod">
          <ac:chgData name="Lily Li" userId="a4173242-1e2f-493e-ae7d-f1030ffd65b7" providerId="ADAL" clId="{8E6D609C-08BC-4856-989D-4E7E17006DF5}" dt="2022-06-15T02:23:39.354" v="6405" actId="1076"/>
          <ac:spMkLst>
            <pc:docMk/>
            <pc:sldMk cId="726213402" sldId="285"/>
            <ac:spMk id="5" creationId="{1B2C5761-B1B4-EB95-4FC9-6F73AD55931D}"/>
          </ac:spMkLst>
        </pc:spChg>
      </pc:sldChg>
      <pc:sldChg chg="del">
        <pc:chgData name="Lily Li" userId="a4173242-1e2f-493e-ae7d-f1030ffd65b7" providerId="ADAL" clId="{8E6D609C-08BC-4856-989D-4E7E17006DF5}" dt="2022-06-14T05:19:13.972" v="258" actId="2696"/>
        <pc:sldMkLst>
          <pc:docMk/>
          <pc:sldMk cId="1192370508" sldId="285"/>
        </pc:sldMkLst>
      </pc:sldChg>
      <pc:sldChg chg="addSp modSp new del mod modClrScheme chgLayout">
        <pc:chgData name="Lily Li" userId="a4173242-1e2f-493e-ae7d-f1030ffd65b7" providerId="ADAL" clId="{8E6D609C-08BC-4856-989D-4E7E17006DF5}" dt="2022-06-28T00:39:15.837" v="7326" actId="2696"/>
        <pc:sldMkLst>
          <pc:docMk/>
          <pc:sldMk cId="2577635276" sldId="286"/>
        </pc:sldMkLst>
        <pc:spChg chg="add mod">
          <ac:chgData name="Lily Li" userId="a4173242-1e2f-493e-ae7d-f1030ffd65b7" providerId="ADAL" clId="{8E6D609C-08BC-4856-989D-4E7E17006DF5}" dt="2022-06-15T00:05:17.034" v="3915" actId="255"/>
          <ac:spMkLst>
            <pc:docMk/>
            <pc:sldMk cId="2577635276" sldId="286"/>
            <ac:spMk id="2" creationId="{26C55693-2022-3221-7094-FD6E5465AFCB}"/>
          </ac:spMkLst>
        </pc:spChg>
        <pc:spChg chg="add mod">
          <ac:chgData name="Lily Li" userId="a4173242-1e2f-493e-ae7d-f1030ffd65b7" providerId="ADAL" clId="{8E6D609C-08BC-4856-989D-4E7E17006DF5}" dt="2022-06-15T00:05:21.615" v="3916" actId="1076"/>
          <ac:spMkLst>
            <pc:docMk/>
            <pc:sldMk cId="2577635276" sldId="286"/>
            <ac:spMk id="3" creationId="{942752E8-B28C-912F-E163-A0D001D2D1F2}"/>
          </ac:spMkLst>
        </pc:spChg>
        <pc:spChg chg="mod">
          <ac:chgData name="Lily Li" userId="a4173242-1e2f-493e-ae7d-f1030ffd65b7" providerId="ADAL" clId="{8E6D609C-08BC-4856-989D-4E7E17006DF5}" dt="2022-06-15T02:23:52.027" v="6409" actId="1076"/>
          <ac:spMkLst>
            <pc:docMk/>
            <pc:sldMk cId="2577635276" sldId="286"/>
            <ac:spMk id="4" creationId="{74550160-E0F8-18A4-3343-A171A95A874F}"/>
          </ac:spMkLst>
        </pc:spChg>
      </pc:sldChg>
      <pc:sldChg chg="del">
        <pc:chgData name="Lily Li" userId="a4173242-1e2f-493e-ae7d-f1030ffd65b7" providerId="ADAL" clId="{8E6D609C-08BC-4856-989D-4E7E17006DF5}" dt="2022-06-14T05:19:13.972" v="258" actId="2696"/>
        <pc:sldMkLst>
          <pc:docMk/>
          <pc:sldMk cId="4137691674" sldId="286"/>
        </pc:sldMkLst>
      </pc:sldChg>
      <pc:sldChg chg="modSp mod">
        <pc:chgData name="Lily Li" userId="a4173242-1e2f-493e-ae7d-f1030ffd65b7" providerId="ADAL" clId="{8E6D609C-08BC-4856-989D-4E7E17006DF5}" dt="2022-06-15T02:23:58.875" v="6410" actId="1076"/>
        <pc:sldMkLst>
          <pc:docMk/>
          <pc:sldMk cId="1624515791" sldId="287"/>
        </pc:sldMkLst>
        <pc:spChg chg="mod">
          <ac:chgData name="Lily Li" userId="a4173242-1e2f-493e-ae7d-f1030ffd65b7" providerId="ADAL" clId="{8E6D609C-08BC-4856-989D-4E7E17006DF5}" dt="2022-06-15T00:05:28.914" v="3917" actId="255"/>
          <ac:spMkLst>
            <pc:docMk/>
            <pc:sldMk cId="1624515791" sldId="287"/>
            <ac:spMk id="2" creationId="{26C55693-2022-3221-7094-FD6E5465AFCB}"/>
          </ac:spMkLst>
        </pc:spChg>
        <pc:spChg chg="mod">
          <ac:chgData name="Lily Li" userId="a4173242-1e2f-493e-ae7d-f1030ffd65b7" providerId="ADAL" clId="{8E6D609C-08BC-4856-989D-4E7E17006DF5}" dt="2022-06-15T02:22:40.223" v="6400" actId="27636"/>
          <ac:spMkLst>
            <pc:docMk/>
            <pc:sldMk cId="1624515791" sldId="287"/>
            <ac:spMk id="3" creationId="{942752E8-B28C-912F-E163-A0D001D2D1F2}"/>
          </ac:spMkLst>
        </pc:spChg>
        <pc:spChg chg="mod">
          <ac:chgData name="Lily Li" userId="a4173242-1e2f-493e-ae7d-f1030ffd65b7" providerId="ADAL" clId="{8E6D609C-08BC-4856-989D-4E7E17006DF5}" dt="2022-06-15T02:23:58.875" v="6410" actId="1076"/>
          <ac:spMkLst>
            <pc:docMk/>
            <pc:sldMk cId="1624515791" sldId="287"/>
            <ac:spMk id="4" creationId="{4C7FBFAF-1FF1-6660-033D-78F8E8CDDCB0}"/>
          </ac:spMkLst>
        </pc:spChg>
      </pc:sldChg>
      <pc:sldChg chg="del">
        <pc:chgData name="Lily Li" userId="a4173242-1e2f-493e-ae7d-f1030ffd65b7" providerId="ADAL" clId="{8E6D609C-08BC-4856-989D-4E7E17006DF5}" dt="2022-06-14T05:19:13.972" v="258" actId="2696"/>
        <pc:sldMkLst>
          <pc:docMk/>
          <pc:sldMk cId="4279808420" sldId="287"/>
        </pc:sldMkLst>
      </pc:sldChg>
      <pc:sldChg chg="del">
        <pc:chgData name="Lily Li" userId="a4173242-1e2f-493e-ae7d-f1030ffd65b7" providerId="ADAL" clId="{8E6D609C-08BC-4856-989D-4E7E17006DF5}" dt="2022-06-14T05:19:13.972" v="258" actId="2696"/>
        <pc:sldMkLst>
          <pc:docMk/>
          <pc:sldMk cId="337329266" sldId="288"/>
        </pc:sldMkLst>
      </pc:sldChg>
      <pc:sldChg chg="delSp modSp new mod">
        <pc:chgData name="Lily Li" userId="a4173242-1e2f-493e-ae7d-f1030ffd65b7" providerId="ADAL" clId="{8E6D609C-08BC-4856-989D-4E7E17006DF5}" dt="2022-06-28T00:39:52.300" v="7331" actId="113"/>
        <pc:sldMkLst>
          <pc:docMk/>
          <pc:sldMk cId="461375683" sldId="288"/>
        </pc:sldMkLst>
        <pc:spChg chg="mod">
          <ac:chgData name="Lily Li" userId="a4173242-1e2f-493e-ae7d-f1030ffd65b7" providerId="ADAL" clId="{8E6D609C-08BC-4856-989D-4E7E17006DF5}" dt="2022-06-15T00:05:40.421" v="3919" actId="255"/>
          <ac:spMkLst>
            <pc:docMk/>
            <pc:sldMk cId="461375683" sldId="288"/>
            <ac:spMk id="2" creationId="{CA09DF68-81DB-2827-1B85-64235DC2D47E}"/>
          </ac:spMkLst>
        </pc:spChg>
        <pc:spChg chg="mod">
          <ac:chgData name="Lily Li" userId="a4173242-1e2f-493e-ae7d-f1030ffd65b7" providerId="ADAL" clId="{8E6D609C-08BC-4856-989D-4E7E17006DF5}" dt="2022-06-28T00:39:52.300" v="7331" actId="113"/>
          <ac:spMkLst>
            <pc:docMk/>
            <pc:sldMk cId="461375683" sldId="288"/>
            <ac:spMk id="3" creationId="{0825690A-0510-8C25-A1DB-73276D18356A}"/>
          </ac:spMkLst>
        </pc:spChg>
        <pc:spChg chg="del">
          <ac:chgData name="Lily Li" userId="a4173242-1e2f-493e-ae7d-f1030ffd65b7" providerId="ADAL" clId="{8E6D609C-08BC-4856-989D-4E7E17006DF5}" dt="2022-06-15T00:55:27.504" v="5110" actId="21"/>
          <ac:spMkLst>
            <pc:docMk/>
            <pc:sldMk cId="461375683" sldId="288"/>
            <ac:spMk id="4" creationId="{A93B0B94-5F99-421B-D12F-03BE82DEDDDA}"/>
          </ac:spMkLst>
        </pc:spChg>
        <pc:spChg chg="mod">
          <ac:chgData name="Lily Li" userId="a4173242-1e2f-493e-ae7d-f1030ffd65b7" providerId="ADAL" clId="{8E6D609C-08BC-4856-989D-4E7E17006DF5}" dt="2022-06-15T02:24:03.740" v="6411" actId="14100"/>
          <ac:spMkLst>
            <pc:docMk/>
            <pc:sldMk cId="461375683" sldId="288"/>
            <ac:spMk id="5" creationId="{DFCF0BAF-C745-0FAB-10A3-7D20DE527ADB}"/>
          </ac:spMkLst>
        </pc:spChg>
      </pc:sldChg>
      <pc:sldChg chg="addSp delSp modSp new mod">
        <pc:chgData name="Lily Li" userId="a4173242-1e2f-493e-ae7d-f1030ffd65b7" providerId="ADAL" clId="{8E6D609C-08BC-4856-989D-4E7E17006DF5}" dt="2022-06-15T02:24:07.772" v="6412" actId="1076"/>
        <pc:sldMkLst>
          <pc:docMk/>
          <pc:sldMk cId="416767456" sldId="289"/>
        </pc:sldMkLst>
        <pc:spChg chg="mod">
          <ac:chgData name="Lily Li" userId="a4173242-1e2f-493e-ae7d-f1030ffd65b7" providerId="ADAL" clId="{8E6D609C-08BC-4856-989D-4E7E17006DF5}" dt="2022-06-15T00:06:01.112" v="3943" actId="20577"/>
          <ac:spMkLst>
            <pc:docMk/>
            <pc:sldMk cId="416767456" sldId="289"/>
            <ac:spMk id="2" creationId="{00ED7274-6EAB-8299-19DE-E5A78CE625D2}"/>
          </ac:spMkLst>
        </pc:spChg>
        <pc:spChg chg="mod">
          <ac:chgData name="Lily Li" userId="a4173242-1e2f-493e-ae7d-f1030ffd65b7" providerId="ADAL" clId="{8E6D609C-08BC-4856-989D-4E7E17006DF5}" dt="2022-06-15T00:06:57.860" v="3971" actId="20577"/>
          <ac:spMkLst>
            <pc:docMk/>
            <pc:sldMk cId="416767456" sldId="289"/>
            <ac:spMk id="3" creationId="{9A36260F-DBFC-774F-8763-15E907A89538}"/>
          </ac:spMkLst>
        </pc:spChg>
        <pc:spChg chg="del mod">
          <ac:chgData name="Lily Li" userId="a4173242-1e2f-493e-ae7d-f1030ffd65b7" providerId="ADAL" clId="{8E6D609C-08BC-4856-989D-4E7E17006DF5}" dt="2022-06-15T00:13:06.563" v="4044" actId="21"/>
          <ac:spMkLst>
            <pc:docMk/>
            <pc:sldMk cId="416767456" sldId="289"/>
            <ac:spMk id="4" creationId="{C8EAF7C7-4E49-C2B1-941F-9DDBA6521E2B}"/>
          </ac:spMkLst>
        </pc:spChg>
        <pc:spChg chg="mod">
          <ac:chgData name="Lily Li" userId="a4173242-1e2f-493e-ae7d-f1030ffd65b7" providerId="ADAL" clId="{8E6D609C-08BC-4856-989D-4E7E17006DF5}" dt="2022-06-15T02:24:07.772" v="6412" actId="1076"/>
          <ac:spMkLst>
            <pc:docMk/>
            <pc:sldMk cId="416767456" sldId="289"/>
            <ac:spMk id="5" creationId="{9CDE2775-BE57-CD54-63B8-A7CAD83D6B7C}"/>
          </ac:spMkLst>
        </pc:spChg>
        <pc:spChg chg="add mod">
          <ac:chgData name="Lily Li" userId="a4173242-1e2f-493e-ae7d-f1030ffd65b7" providerId="ADAL" clId="{8E6D609C-08BC-4856-989D-4E7E17006DF5}" dt="2022-06-15T00:10:58.288" v="4043" actId="1076"/>
          <ac:spMkLst>
            <pc:docMk/>
            <pc:sldMk cId="416767456" sldId="289"/>
            <ac:spMk id="6" creationId="{CED48BE8-D6B5-2B9F-4FE6-58AC0D23462E}"/>
          </ac:spMkLst>
        </pc:spChg>
      </pc:sldChg>
      <pc:sldChg chg="del">
        <pc:chgData name="Lily Li" userId="a4173242-1e2f-493e-ae7d-f1030ffd65b7" providerId="ADAL" clId="{8E6D609C-08BC-4856-989D-4E7E17006DF5}" dt="2022-06-14T05:19:13.972" v="258" actId="2696"/>
        <pc:sldMkLst>
          <pc:docMk/>
          <pc:sldMk cId="2697756877" sldId="289"/>
        </pc:sldMkLst>
      </pc:sldChg>
      <pc:sldChg chg="addSp delSp modSp new mod">
        <pc:chgData name="Lily Li" userId="a4173242-1e2f-493e-ae7d-f1030ffd65b7" providerId="ADAL" clId="{8E6D609C-08BC-4856-989D-4E7E17006DF5}" dt="2022-06-28T00:42:51.632" v="7333" actId="20577"/>
        <pc:sldMkLst>
          <pc:docMk/>
          <pc:sldMk cId="962442263" sldId="290"/>
        </pc:sldMkLst>
        <pc:spChg chg="mod">
          <ac:chgData name="Lily Li" userId="a4173242-1e2f-493e-ae7d-f1030ffd65b7" providerId="ADAL" clId="{8E6D609C-08BC-4856-989D-4E7E17006DF5}" dt="2022-06-15T00:30:10.896" v="4443" actId="20577"/>
          <ac:spMkLst>
            <pc:docMk/>
            <pc:sldMk cId="962442263" sldId="290"/>
            <ac:spMk id="2" creationId="{699E65AA-5ACF-DD27-37F3-E7B60572C670}"/>
          </ac:spMkLst>
        </pc:spChg>
        <pc:spChg chg="mod">
          <ac:chgData name="Lily Li" userId="a4173242-1e2f-493e-ae7d-f1030ffd65b7" providerId="ADAL" clId="{8E6D609C-08BC-4856-989D-4E7E17006DF5}" dt="2022-06-28T00:42:51.632" v="7333" actId="20577"/>
          <ac:spMkLst>
            <pc:docMk/>
            <pc:sldMk cId="962442263" sldId="290"/>
            <ac:spMk id="3" creationId="{5EA48D2F-E1EC-9BF4-9B5A-D21C80E8F7DB}"/>
          </ac:spMkLst>
        </pc:spChg>
        <pc:spChg chg="del">
          <ac:chgData name="Lily Li" userId="a4173242-1e2f-493e-ae7d-f1030ffd65b7" providerId="ADAL" clId="{8E6D609C-08BC-4856-989D-4E7E17006DF5}" dt="2022-06-15T00:55:21.288" v="5109" actId="21"/>
          <ac:spMkLst>
            <pc:docMk/>
            <pc:sldMk cId="962442263" sldId="290"/>
            <ac:spMk id="4" creationId="{468B8FAF-C785-D5D1-30FC-FE407A9E8457}"/>
          </ac:spMkLst>
        </pc:spChg>
        <pc:spChg chg="mod">
          <ac:chgData name="Lily Li" userId="a4173242-1e2f-493e-ae7d-f1030ffd65b7" providerId="ADAL" clId="{8E6D609C-08BC-4856-989D-4E7E17006DF5}" dt="2022-06-15T02:22:23.461" v="6397" actId="1076"/>
          <ac:spMkLst>
            <pc:docMk/>
            <pc:sldMk cId="962442263" sldId="290"/>
            <ac:spMk id="5" creationId="{1A0916FC-F0F9-8230-94A6-AF28ABB4C0C0}"/>
          </ac:spMkLst>
        </pc:spChg>
        <pc:spChg chg="add mod">
          <ac:chgData name="Lily Li" userId="a4173242-1e2f-493e-ae7d-f1030ffd65b7" providerId="ADAL" clId="{8E6D609C-08BC-4856-989D-4E7E17006DF5}" dt="2022-06-15T00:33:47.661" v="4445" actId="1076"/>
          <ac:spMkLst>
            <pc:docMk/>
            <pc:sldMk cId="962442263" sldId="290"/>
            <ac:spMk id="6" creationId="{7265F26D-5284-752D-406B-0D5A6EFD4513}"/>
          </ac:spMkLst>
        </pc:spChg>
      </pc:sldChg>
      <pc:sldChg chg="del">
        <pc:chgData name="Lily Li" userId="a4173242-1e2f-493e-ae7d-f1030ffd65b7" providerId="ADAL" clId="{8E6D609C-08BC-4856-989D-4E7E17006DF5}" dt="2022-06-14T05:19:13.972" v="258" actId="2696"/>
        <pc:sldMkLst>
          <pc:docMk/>
          <pc:sldMk cId="3053179486" sldId="290"/>
        </pc:sldMkLst>
      </pc:sldChg>
      <pc:sldChg chg="addSp delSp modSp new mod">
        <pc:chgData name="Lily Li" userId="a4173242-1e2f-493e-ae7d-f1030ffd65b7" providerId="ADAL" clId="{8E6D609C-08BC-4856-989D-4E7E17006DF5}" dt="2022-06-15T02:22:18.374" v="6396" actId="1076"/>
        <pc:sldMkLst>
          <pc:docMk/>
          <pc:sldMk cId="2728106770" sldId="291"/>
        </pc:sldMkLst>
        <pc:spChg chg="mod">
          <ac:chgData name="Lily Li" userId="a4173242-1e2f-493e-ae7d-f1030ffd65b7" providerId="ADAL" clId="{8E6D609C-08BC-4856-989D-4E7E17006DF5}" dt="2022-06-15T00:56:55.632" v="5117" actId="20577"/>
          <ac:spMkLst>
            <pc:docMk/>
            <pc:sldMk cId="2728106770" sldId="291"/>
            <ac:spMk id="2" creationId="{7EC2D47D-6302-F861-6645-F70BD01C92F5}"/>
          </ac:spMkLst>
        </pc:spChg>
        <pc:spChg chg="mod">
          <ac:chgData name="Lily Li" userId="a4173242-1e2f-493e-ae7d-f1030ffd65b7" providerId="ADAL" clId="{8E6D609C-08BC-4856-989D-4E7E17006DF5}" dt="2022-06-15T00:46:50.471" v="4848" actId="14100"/>
          <ac:spMkLst>
            <pc:docMk/>
            <pc:sldMk cId="2728106770" sldId="291"/>
            <ac:spMk id="3" creationId="{4490F25B-91AD-A592-BFD1-E25A191F1522}"/>
          </ac:spMkLst>
        </pc:spChg>
        <pc:spChg chg="del">
          <ac:chgData name="Lily Li" userId="a4173242-1e2f-493e-ae7d-f1030ffd65b7" providerId="ADAL" clId="{8E6D609C-08BC-4856-989D-4E7E17006DF5}" dt="2022-06-15T00:55:11.329" v="5108" actId="21"/>
          <ac:spMkLst>
            <pc:docMk/>
            <pc:sldMk cId="2728106770" sldId="291"/>
            <ac:spMk id="4" creationId="{25577E49-35C3-D8B8-16A1-9C016DA727CF}"/>
          </ac:spMkLst>
        </pc:spChg>
        <pc:spChg chg="mod">
          <ac:chgData name="Lily Li" userId="a4173242-1e2f-493e-ae7d-f1030ffd65b7" providerId="ADAL" clId="{8E6D609C-08BC-4856-989D-4E7E17006DF5}" dt="2022-06-15T02:22:18.374" v="6396" actId="1076"/>
          <ac:spMkLst>
            <pc:docMk/>
            <pc:sldMk cId="2728106770" sldId="291"/>
            <ac:spMk id="5" creationId="{99FFB716-6B9F-89F0-E4B0-19DE595E9A89}"/>
          </ac:spMkLst>
        </pc:spChg>
        <pc:spChg chg="add mod">
          <ac:chgData name="Lily Li" userId="a4173242-1e2f-493e-ae7d-f1030ffd65b7" providerId="ADAL" clId="{8E6D609C-08BC-4856-989D-4E7E17006DF5}" dt="2022-06-15T00:48:32.332" v="4871" actId="20577"/>
          <ac:spMkLst>
            <pc:docMk/>
            <pc:sldMk cId="2728106770" sldId="291"/>
            <ac:spMk id="6" creationId="{B8CCD106-773B-0868-AFC4-5815974D725F}"/>
          </ac:spMkLst>
        </pc:spChg>
        <pc:spChg chg="add mod">
          <ac:chgData name="Lily Li" userId="a4173242-1e2f-493e-ae7d-f1030ffd65b7" providerId="ADAL" clId="{8E6D609C-08BC-4856-989D-4E7E17006DF5}" dt="2022-06-15T00:56:14.065" v="5114" actId="20577"/>
          <ac:spMkLst>
            <pc:docMk/>
            <pc:sldMk cId="2728106770" sldId="291"/>
            <ac:spMk id="7" creationId="{320F614D-45DB-B0BC-FBAA-CC45F5A63C46}"/>
          </ac:spMkLst>
        </pc:spChg>
      </pc:sldChg>
      <pc:sldChg chg="del">
        <pc:chgData name="Lily Li" userId="a4173242-1e2f-493e-ae7d-f1030ffd65b7" providerId="ADAL" clId="{8E6D609C-08BC-4856-989D-4E7E17006DF5}" dt="2022-06-14T05:19:13.972" v="258" actId="2696"/>
        <pc:sldMkLst>
          <pc:docMk/>
          <pc:sldMk cId="4168610833" sldId="291"/>
        </pc:sldMkLst>
      </pc:sldChg>
      <pc:sldChg chg="modSp new del mod">
        <pc:chgData name="Lily Li" userId="a4173242-1e2f-493e-ae7d-f1030ffd65b7" providerId="ADAL" clId="{8E6D609C-08BC-4856-989D-4E7E17006DF5}" dt="2022-06-15T00:44:34.894" v="4696" actId="2696"/>
        <pc:sldMkLst>
          <pc:docMk/>
          <pc:sldMk cId="1001417559" sldId="292"/>
        </pc:sldMkLst>
        <pc:spChg chg="mod">
          <ac:chgData name="Lily Li" userId="a4173242-1e2f-493e-ae7d-f1030ffd65b7" providerId="ADAL" clId="{8E6D609C-08BC-4856-989D-4E7E17006DF5}" dt="2022-06-15T00:41:52.711" v="4492" actId="255"/>
          <ac:spMkLst>
            <pc:docMk/>
            <pc:sldMk cId="1001417559" sldId="292"/>
            <ac:spMk id="2" creationId="{CD06BAE7-F609-F086-D2D6-6F70A8015B16}"/>
          </ac:spMkLst>
        </pc:spChg>
        <pc:spChg chg="mod">
          <ac:chgData name="Lily Li" userId="a4173242-1e2f-493e-ae7d-f1030ffd65b7" providerId="ADAL" clId="{8E6D609C-08BC-4856-989D-4E7E17006DF5}" dt="2022-06-15T00:43:47.348" v="4695" actId="20577"/>
          <ac:spMkLst>
            <pc:docMk/>
            <pc:sldMk cId="1001417559" sldId="292"/>
            <ac:spMk id="3" creationId="{90FE0B14-7BAE-849E-448D-E44C657713EC}"/>
          </ac:spMkLst>
        </pc:spChg>
      </pc:sldChg>
      <pc:sldChg chg="delSp modSp new mod">
        <pc:chgData name="Lily Li" userId="a4173242-1e2f-493e-ae7d-f1030ffd65b7" providerId="ADAL" clId="{8E6D609C-08BC-4856-989D-4E7E17006DF5}" dt="2022-06-16T06:43:18.210" v="6653" actId="1076"/>
        <pc:sldMkLst>
          <pc:docMk/>
          <pc:sldMk cId="3090462828" sldId="292"/>
        </pc:sldMkLst>
        <pc:spChg chg="mod">
          <ac:chgData name="Lily Li" userId="a4173242-1e2f-493e-ae7d-f1030ffd65b7" providerId="ADAL" clId="{8E6D609C-08BC-4856-989D-4E7E17006DF5}" dt="2022-06-16T06:43:18.210" v="6653" actId="1076"/>
          <ac:spMkLst>
            <pc:docMk/>
            <pc:sldMk cId="3090462828" sldId="292"/>
            <ac:spMk id="2" creationId="{073DEB8B-39BE-6D3B-AA0F-809223F6E993}"/>
          </ac:spMkLst>
        </pc:spChg>
        <pc:spChg chg="mod">
          <ac:chgData name="Lily Li" userId="a4173242-1e2f-493e-ae7d-f1030ffd65b7" providerId="ADAL" clId="{8E6D609C-08BC-4856-989D-4E7E17006DF5}" dt="2022-06-15T01:08:49.216" v="5517" actId="1076"/>
          <ac:spMkLst>
            <pc:docMk/>
            <pc:sldMk cId="3090462828" sldId="292"/>
            <ac:spMk id="3" creationId="{52F235F3-AC6B-F9D6-7E7B-DA629D2C9493}"/>
          </ac:spMkLst>
        </pc:spChg>
        <pc:spChg chg="del">
          <ac:chgData name="Lily Li" userId="a4173242-1e2f-493e-ae7d-f1030ffd65b7" providerId="ADAL" clId="{8E6D609C-08BC-4856-989D-4E7E17006DF5}" dt="2022-06-15T00:56:26.376" v="5116" actId="21"/>
          <ac:spMkLst>
            <pc:docMk/>
            <pc:sldMk cId="3090462828" sldId="292"/>
            <ac:spMk id="4" creationId="{15128FC6-9A7A-F3BA-7450-A92070AC74EF}"/>
          </ac:spMkLst>
        </pc:spChg>
        <pc:spChg chg="mod">
          <ac:chgData name="Lily Li" userId="a4173242-1e2f-493e-ae7d-f1030ffd65b7" providerId="ADAL" clId="{8E6D609C-08BC-4856-989D-4E7E17006DF5}" dt="2022-06-15T02:22:10.710" v="6395" actId="1076"/>
          <ac:spMkLst>
            <pc:docMk/>
            <pc:sldMk cId="3090462828" sldId="292"/>
            <ac:spMk id="5" creationId="{B69E4C1E-CE49-6E1A-0738-BF85E39BF9AE}"/>
          </ac:spMkLst>
        </pc:spChg>
      </pc:sldChg>
      <pc:sldChg chg="del">
        <pc:chgData name="Lily Li" userId="a4173242-1e2f-493e-ae7d-f1030ffd65b7" providerId="ADAL" clId="{8E6D609C-08BC-4856-989D-4E7E17006DF5}" dt="2022-06-14T05:19:13.972" v="258" actId="2696"/>
        <pc:sldMkLst>
          <pc:docMk/>
          <pc:sldMk cId="3964799482" sldId="292"/>
        </pc:sldMkLst>
      </pc:sldChg>
      <pc:sldChg chg="del">
        <pc:chgData name="Lily Li" userId="a4173242-1e2f-493e-ae7d-f1030ffd65b7" providerId="ADAL" clId="{8E6D609C-08BC-4856-989D-4E7E17006DF5}" dt="2022-06-14T05:19:13.972" v="258" actId="2696"/>
        <pc:sldMkLst>
          <pc:docMk/>
          <pc:sldMk cId="1716876934" sldId="293"/>
        </pc:sldMkLst>
      </pc:sldChg>
      <pc:sldChg chg="addSp delSp modSp new mod">
        <pc:chgData name="Lily Li" userId="a4173242-1e2f-493e-ae7d-f1030ffd65b7" providerId="ADAL" clId="{8E6D609C-08BC-4856-989D-4E7E17006DF5}" dt="2022-06-15T02:22:04.485" v="6394" actId="1076"/>
        <pc:sldMkLst>
          <pc:docMk/>
          <pc:sldMk cId="1878335307" sldId="293"/>
        </pc:sldMkLst>
        <pc:spChg chg="mod">
          <ac:chgData name="Lily Li" userId="a4173242-1e2f-493e-ae7d-f1030ffd65b7" providerId="ADAL" clId="{8E6D609C-08BC-4856-989D-4E7E17006DF5}" dt="2022-06-15T01:11:35.630" v="5574" actId="14100"/>
          <ac:spMkLst>
            <pc:docMk/>
            <pc:sldMk cId="1878335307" sldId="293"/>
            <ac:spMk id="2" creationId="{63281C7D-2C4D-8357-9C59-CD6F62D9D5CB}"/>
          </ac:spMkLst>
        </pc:spChg>
        <pc:spChg chg="del mod">
          <ac:chgData name="Lily Li" userId="a4173242-1e2f-493e-ae7d-f1030ffd65b7" providerId="ADAL" clId="{8E6D609C-08BC-4856-989D-4E7E17006DF5}" dt="2022-06-15T01:09:18.416" v="5523" actId="478"/>
          <ac:spMkLst>
            <pc:docMk/>
            <pc:sldMk cId="1878335307" sldId="293"/>
            <ac:spMk id="3" creationId="{BC91E559-EC38-7D92-F1EE-0AB3AE143F14}"/>
          </ac:spMkLst>
        </pc:spChg>
        <pc:spChg chg="del">
          <ac:chgData name="Lily Li" userId="a4173242-1e2f-493e-ae7d-f1030ffd65b7" providerId="ADAL" clId="{8E6D609C-08BC-4856-989D-4E7E17006DF5}" dt="2022-06-15T01:09:22.441" v="5526" actId="478"/>
          <ac:spMkLst>
            <pc:docMk/>
            <pc:sldMk cId="1878335307" sldId="293"/>
            <ac:spMk id="4" creationId="{EDF74CEE-23EE-3478-EB40-F7EF63B3F700}"/>
          </ac:spMkLst>
        </pc:spChg>
        <pc:spChg chg="mod">
          <ac:chgData name="Lily Li" userId="a4173242-1e2f-493e-ae7d-f1030ffd65b7" providerId="ADAL" clId="{8E6D609C-08BC-4856-989D-4E7E17006DF5}" dt="2022-06-15T02:22:04.485" v="6394" actId="1076"/>
          <ac:spMkLst>
            <pc:docMk/>
            <pc:sldMk cId="1878335307" sldId="293"/>
            <ac:spMk id="5" creationId="{CE298DCA-1B27-5AB7-DD53-855F34D1ED4B}"/>
          </ac:spMkLst>
        </pc:spChg>
        <pc:spChg chg="add del mod">
          <ac:chgData name="Lily Li" userId="a4173242-1e2f-493e-ae7d-f1030ffd65b7" providerId="ADAL" clId="{8E6D609C-08BC-4856-989D-4E7E17006DF5}" dt="2022-06-15T01:09:18.418" v="5525"/>
          <ac:spMkLst>
            <pc:docMk/>
            <pc:sldMk cId="1878335307" sldId="293"/>
            <ac:spMk id="6" creationId="{40F8D005-87CF-7312-AA9B-7A2948F8852F}"/>
          </ac:spMkLst>
        </pc:spChg>
        <pc:spChg chg="add del mod">
          <ac:chgData name="Lily Li" userId="a4173242-1e2f-493e-ae7d-f1030ffd65b7" providerId="ADAL" clId="{8E6D609C-08BC-4856-989D-4E7E17006DF5}" dt="2022-06-15T01:09:28.010" v="5527" actId="478"/>
          <ac:spMkLst>
            <pc:docMk/>
            <pc:sldMk cId="1878335307" sldId="293"/>
            <ac:spMk id="8" creationId="{8FC200A3-9C40-5BA5-721E-332A9ED2CA72}"/>
          </ac:spMkLst>
        </pc:spChg>
        <pc:spChg chg="add mod">
          <ac:chgData name="Lily Li" userId="a4173242-1e2f-493e-ae7d-f1030ffd65b7" providerId="ADAL" clId="{8E6D609C-08BC-4856-989D-4E7E17006DF5}" dt="2022-06-15T01:16:06.827" v="5637"/>
          <ac:spMkLst>
            <pc:docMk/>
            <pc:sldMk cId="1878335307" sldId="293"/>
            <ac:spMk id="9" creationId="{F8529544-D571-7D43-85BB-D9B09C842841}"/>
          </ac:spMkLst>
        </pc:spChg>
        <pc:spChg chg="add mod">
          <ac:chgData name="Lily Li" userId="a4173242-1e2f-493e-ae7d-f1030ffd65b7" providerId="ADAL" clId="{8E6D609C-08BC-4856-989D-4E7E17006DF5}" dt="2022-06-15T01:12:10.704" v="5586" actId="14100"/>
          <ac:spMkLst>
            <pc:docMk/>
            <pc:sldMk cId="1878335307" sldId="293"/>
            <ac:spMk id="10" creationId="{A2D5BED7-F57D-6161-EE39-6E229941B8EB}"/>
          </ac:spMkLst>
        </pc:spChg>
        <pc:spChg chg="add mod">
          <ac:chgData name="Lily Li" userId="a4173242-1e2f-493e-ae7d-f1030ffd65b7" providerId="ADAL" clId="{8E6D609C-08BC-4856-989D-4E7E17006DF5}" dt="2022-06-15T01:13:55.036" v="5608" actId="1076"/>
          <ac:spMkLst>
            <pc:docMk/>
            <pc:sldMk cId="1878335307" sldId="293"/>
            <ac:spMk id="13" creationId="{33B5E460-BC2B-00A7-8E5E-4AFBE31F26A6}"/>
          </ac:spMkLst>
        </pc:spChg>
        <pc:spChg chg="add del mod">
          <ac:chgData name="Lily Li" userId="a4173242-1e2f-493e-ae7d-f1030ffd65b7" providerId="ADAL" clId="{8E6D609C-08BC-4856-989D-4E7E17006DF5}" dt="2022-06-15T01:12:59.234" v="5590" actId="478"/>
          <ac:spMkLst>
            <pc:docMk/>
            <pc:sldMk cId="1878335307" sldId="293"/>
            <ac:spMk id="15" creationId="{19872EB9-A25A-A3E8-E792-17EDDE307A16}"/>
          </ac:spMkLst>
        </pc:spChg>
        <pc:spChg chg="add mod">
          <ac:chgData name="Lily Li" userId="a4173242-1e2f-493e-ae7d-f1030ffd65b7" providerId="ADAL" clId="{8E6D609C-08BC-4856-989D-4E7E17006DF5}" dt="2022-06-15T01:14:46.775" v="5629" actId="20577"/>
          <ac:spMkLst>
            <pc:docMk/>
            <pc:sldMk cId="1878335307" sldId="293"/>
            <ac:spMk id="20" creationId="{6C7448D3-EEF3-8BED-1A74-E615CEA87113}"/>
          </ac:spMkLst>
        </pc:spChg>
        <pc:cxnChg chg="add mod">
          <ac:chgData name="Lily Li" userId="a4173242-1e2f-493e-ae7d-f1030ffd65b7" providerId="ADAL" clId="{8E6D609C-08BC-4856-989D-4E7E17006DF5}" dt="2022-06-15T01:16:13.856" v="5638" actId="14100"/>
          <ac:cxnSpMkLst>
            <pc:docMk/>
            <pc:sldMk cId="1878335307" sldId="293"/>
            <ac:cxnSpMk id="12" creationId="{3980EDA1-E68A-0717-4A9E-30D7B5977105}"/>
          </ac:cxnSpMkLst>
        </pc:cxnChg>
        <pc:cxnChg chg="add del mod">
          <ac:chgData name="Lily Li" userId="a4173242-1e2f-493e-ae7d-f1030ffd65b7" providerId="ADAL" clId="{8E6D609C-08BC-4856-989D-4E7E17006DF5}" dt="2022-06-15T01:12:59.234" v="5590" actId="478"/>
          <ac:cxnSpMkLst>
            <pc:docMk/>
            <pc:sldMk cId="1878335307" sldId="293"/>
            <ac:cxnSpMk id="14" creationId="{FA7D1C1F-3F46-B460-0EA7-14F881303671}"/>
          </ac:cxnSpMkLst>
        </pc:cxnChg>
        <pc:cxnChg chg="add mod">
          <ac:chgData name="Lily Li" userId="a4173242-1e2f-493e-ae7d-f1030ffd65b7" providerId="ADAL" clId="{8E6D609C-08BC-4856-989D-4E7E17006DF5}" dt="2022-06-15T01:16:18.162" v="5639" actId="14100"/>
          <ac:cxnSpMkLst>
            <pc:docMk/>
            <pc:sldMk cId="1878335307" sldId="293"/>
            <ac:cxnSpMk id="16" creationId="{6B136AF0-892E-A2FF-6455-6FC4AF38F98F}"/>
          </ac:cxnSpMkLst>
        </pc:cxnChg>
        <pc:cxnChg chg="add mod">
          <ac:chgData name="Lily Li" userId="a4173242-1e2f-493e-ae7d-f1030ffd65b7" providerId="ADAL" clId="{8E6D609C-08BC-4856-989D-4E7E17006DF5}" dt="2022-06-15T01:16:23.147" v="5640" actId="14100"/>
          <ac:cxnSpMkLst>
            <pc:docMk/>
            <pc:sldMk cId="1878335307" sldId="293"/>
            <ac:cxnSpMk id="22" creationId="{BFDC40BF-78CC-8367-EF85-40EA3265201B}"/>
          </ac:cxnSpMkLst>
        </pc:cxnChg>
      </pc:sldChg>
      <pc:sldChg chg="del">
        <pc:chgData name="Lily Li" userId="a4173242-1e2f-493e-ae7d-f1030ffd65b7" providerId="ADAL" clId="{8E6D609C-08BC-4856-989D-4E7E17006DF5}" dt="2022-06-14T05:19:13.972" v="258" actId="2696"/>
        <pc:sldMkLst>
          <pc:docMk/>
          <pc:sldMk cId="2829063208" sldId="294"/>
        </pc:sldMkLst>
      </pc:sldChg>
      <pc:sldChg chg="addSp delSp modSp new mod">
        <pc:chgData name="Lily Li" userId="a4173242-1e2f-493e-ae7d-f1030ffd65b7" providerId="ADAL" clId="{8E6D609C-08BC-4856-989D-4E7E17006DF5}" dt="2022-06-16T06:44:20.576" v="6655" actId="1582"/>
        <pc:sldMkLst>
          <pc:docMk/>
          <pc:sldMk cId="3679000732" sldId="294"/>
        </pc:sldMkLst>
        <pc:spChg chg="mod">
          <ac:chgData name="Lily Li" userId="a4173242-1e2f-493e-ae7d-f1030ffd65b7" providerId="ADAL" clId="{8E6D609C-08BC-4856-989D-4E7E17006DF5}" dt="2022-06-15T01:19:04.466" v="5661" actId="255"/>
          <ac:spMkLst>
            <pc:docMk/>
            <pc:sldMk cId="3679000732" sldId="294"/>
            <ac:spMk id="2" creationId="{24947876-8F04-47A9-D27A-15A0294A31A7}"/>
          </ac:spMkLst>
        </pc:spChg>
        <pc:spChg chg="mod">
          <ac:chgData name="Lily Li" userId="a4173242-1e2f-493e-ae7d-f1030ffd65b7" providerId="ADAL" clId="{8E6D609C-08BC-4856-989D-4E7E17006DF5}" dt="2022-06-15T02:10:09.579" v="5911" actId="14100"/>
          <ac:spMkLst>
            <pc:docMk/>
            <pc:sldMk cId="3679000732" sldId="294"/>
            <ac:spMk id="3" creationId="{E30EE716-0FEA-AA5B-DA63-C5E846985C59}"/>
          </ac:spMkLst>
        </pc:spChg>
        <pc:spChg chg="del">
          <ac:chgData name="Lily Li" userId="a4173242-1e2f-493e-ae7d-f1030ffd65b7" providerId="ADAL" clId="{8E6D609C-08BC-4856-989D-4E7E17006DF5}" dt="2022-06-15T02:21:57.349" v="6393" actId="21"/>
          <ac:spMkLst>
            <pc:docMk/>
            <pc:sldMk cId="3679000732" sldId="294"/>
            <ac:spMk id="4" creationId="{5272717D-D6E7-9EC7-AF03-68AF1FA11E91}"/>
          </ac:spMkLst>
        </pc:spChg>
        <pc:spChg chg="mod">
          <ac:chgData name="Lily Li" userId="a4173242-1e2f-493e-ae7d-f1030ffd65b7" providerId="ADAL" clId="{8E6D609C-08BC-4856-989D-4E7E17006DF5}" dt="2022-06-15T02:21:53.436" v="6392" actId="1076"/>
          <ac:spMkLst>
            <pc:docMk/>
            <pc:sldMk cId="3679000732" sldId="294"/>
            <ac:spMk id="5" creationId="{1B100D90-8E2F-CB7B-B641-078CBCC07278}"/>
          </ac:spMkLst>
        </pc:spChg>
        <pc:spChg chg="add mod">
          <ac:chgData name="Lily Li" userId="a4173242-1e2f-493e-ae7d-f1030ffd65b7" providerId="ADAL" clId="{8E6D609C-08BC-4856-989D-4E7E17006DF5}" dt="2022-06-16T06:44:20.576" v="6655" actId="1582"/>
          <ac:spMkLst>
            <pc:docMk/>
            <pc:sldMk cId="3679000732" sldId="294"/>
            <ac:spMk id="6" creationId="{53735324-4CC6-324F-EBCE-BA2471FE97F5}"/>
          </ac:spMkLst>
        </pc:spChg>
        <pc:spChg chg="add mod">
          <ac:chgData name="Lily Li" userId="a4173242-1e2f-493e-ae7d-f1030ffd65b7" providerId="ADAL" clId="{8E6D609C-08BC-4856-989D-4E7E17006DF5}" dt="2022-06-16T06:44:13.875" v="6654" actId="1582"/>
          <ac:spMkLst>
            <pc:docMk/>
            <pc:sldMk cId="3679000732" sldId="294"/>
            <ac:spMk id="7" creationId="{4CB2B657-7330-FA16-113B-CD1EC3C562F1}"/>
          </ac:spMkLst>
        </pc:spChg>
      </pc:sldChg>
      <pc:sldChg chg="del">
        <pc:chgData name="Lily Li" userId="a4173242-1e2f-493e-ae7d-f1030ffd65b7" providerId="ADAL" clId="{8E6D609C-08BC-4856-989D-4E7E17006DF5}" dt="2022-06-14T05:19:13.972" v="258" actId="2696"/>
        <pc:sldMkLst>
          <pc:docMk/>
          <pc:sldMk cId="1170149626" sldId="295"/>
        </pc:sldMkLst>
      </pc:sldChg>
      <pc:sldChg chg="addSp delSp modSp new mod">
        <pc:chgData name="Lily Li" userId="a4173242-1e2f-493e-ae7d-f1030ffd65b7" providerId="ADAL" clId="{8E6D609C-08BC-4856-989D-4E7E17006DF5}" dt="2022-06-17T05:42:24.049" v="7324" actId="14100"/>
        <pc:sldMkLst>
          <pc:docMk/>
          <pc:sldMk cId="4208708326" sldId="295"/>
        </pc:sldMkLst>
        <pc:spChg chg="mod">
          <ac:chgData name="Lily Li" userId="a4173242-1e2f-493e-ae7d-f1030ffd65b7" providerId="ADAL" clId="{8E6D609C-08BC-4856-989D-4E7E17006DF5}" dt="2022-06-15T03:50:39.942" v="6560" actId="14100"/>
          <ac:spMkLst>
            <pc:docMk/>
            <pc:sldMk cId="4208708326" sldId="295"/>
            <ac:spMk id="2" creationId="{786E88F6-C206-8288-BCAF-EF2DBB3E38AB}"/>
          </ac:spMkLst>
        </pc:spChg>
        <pc:spChg chg="mod">
          <ac:chgData name="Lily Li" userId="a4173242-1e2f-493e-ae7d-f1030ffd65b7" providerId="ADAL" clId="{8E6D609C-08BC-4856-989D-4E7E17006DF5}" dt="2022-06-16T06:48:14.551" v="6658" actId="14100"/>
          <ac:spMkLst>
            <pc:docMk/>
            <pc:sldMk cId="4208708326" sldId="295"/>
            <ac:spMk id="3" creationId="{59518132-0F45-09D9-6020-402BA8EA099C}"/>
          </ac:spMkLst>
        </pc:spChg>
        <pc:spChg chg="del">
          <ac:chgData name="Lily Li" userId="a4173242-1e2f-493e-ae7d-f1030ffd65b7" providerId="ADAL" clId="{8E6D609C-08BC-4856-989D-4E7E17006DF5}" dt="2022-06-15T02:21:29.877" v="6389" actId="21"/>
          <ac:spMkLst>
            <pc:docMk/>
            <pc:sldMk cId="4208708326" sldId="295"/>
            <ac:spMk id="4" creationId="{5A5057D7-A3B2-C5C8-C2FA-31EBD855BC55}"/>
          </ac:spMkLst>
        </pc:spChg>
        <pc:spChg chg="mod">
          <ac:chgData name="Lily Li" userId="a4173242-1e2f-493e-ae7d-f1030ffd65b7" providerId="ADAL" clId="{8E6D609C-08BC-4856-989D-4E7E17006DF5}" dt="2022-06-15T02:21:37.442" v="6391" actId="1076"/>
          <ac:spMkLst>
            <pc:docMk/>
            <pc:sldMk cId="4208708326" sldId="295"/>
            <ac:spMk id="5" creationId="{F3FC937F-A06B-20C6-E749-4087B9AEFE69}"/>
          </ac:spMkLst>
        </pc:spChg>
        <pc:spChg chg="add del mod">
          <ac:chgData name="Lily Li" userId="a4173242-1e2f-493e-ae7d-f1030ffd65b7" providerId="ADAL" clId="{8E6D609C-08BC-4856-989D-4E7E17006DF5}" dt="2022-06-15T03:56:35.985" v="6651"/>
          <ac:spMkLst>
            <pc:docMk/>
            <pc:sldMk cId="4208708326" sldId="295"/>
            <ac:spMk id="6" creationId="{41F02E44-7F28-E97F-2201-D13E3F271C32}"/>
          </ac:spMkLst>
        </pc:spChg>
        <pc:spChg chg="add mod">
          <ac:chgData name="Lily Li" userId="a4173242-1e2f-493e-ae7d-f1030ffd65b7" providerId="ADAL" clId="{8E6D609C-08BC-4856-989D-4E7E17006DF5}" dt="2022-06-17T05:42:24.049" v="7324" actId="14100"/>
          <ac:spMkLst>
            <pc:docMk/>
            <pc:sldMk cId="4208708326" sldId="295"/>
            <ac:spMk id="7" creationId="{32C0D44F-0FEF-1214-FADD-D1D5A54F8548}"/>
          </ac:spMkLst>
        </pc:spChg>
      </pc:sldChg>
      <pc:sldChg chg="modSp new mod">
        <pc:chgData name="Lily Li" userId="a4173242-1e2f-493e-ae7d-f1030ffd65b7" providerId="ADAL" clId="{8E6D609C-08BC-4856-989D-4E7E17006DF5}" dt="2022-06-16T07:25:32.307" v="7166" actId="14100"/>
        <pc:sldMkLst>
          <pc:docMk/>
          <pc:sldMk cId="3432535965" sldId="296"/>
        </pc:sldMkLst>
        <pc:spChg chg="mod">
          <ac:chgData name="Lily Li" userId="a4173242-1e2f-493e-ae7d-f1030ffd65b7" providerId="ADAL" clId="{8E6D609C-08BC-4856-989D-4E7E17006DF5}" dt="2022-06-16T06:51:23.979" v="6782" actId="1076"/>
          <ac:spMkLst>
            <pc:docMk/>
            <pc:sldMk cId="3432535965" sldId="296"/>
            <ac:spMk id="2" creationId="{5A37D81F-5271-B9BA-BDAC-89436756B26C}"/>
          </ac:spMkLst>
        </pc:spChg>
        <pc:spChg chg="mod">
          <ac:chgData name="Lily Li" userId="a4173242-1e2f-493e-ae7d-f1030ffd65b7" providerId="ADAL" clId="{8E6D609C-08BC-4856-989D-4E7E17006DF5}" dt="2022-06-16T07:25:32.307" v="7166" actId="14100"/>
          <ac:spMkLst>
            <pc:docMk/>
            <pc:sldMk cId="3432535965" sldId="296"/>
            <ac:spMk id="3" creationId="{B64783B2-D2D9-757A-664C-641240E15273}"/>
          </ac:spMkLst>
        </pc:spChg>
      </pc:sldChg>
      <pc:sldChg chg="del">
        <pc:chgData name="Lily Li" userId="a4173242-1e2f-493e-ae7d-f1030ffd65b7" providerId="ADAL" clId="{8E6D609C-08BC-4856-989D-4E7E17006DF5}" dt="2022-06-14T05:19:13.972" v="258" actId="2696"/>
        <pc:sldMkLst>
          <pc:docMk/>
          <pc:sldMk cId="4181332135" sldId="297"/>
        </pc:sldMkLst>
      </pc:sldChg>
      <pc:sldChg chg="del">
        <pc:chgData name="Lily Li" userId="a4173242-1e2f-493e-ae7d-f1030ffd65b7" providerId="ADAL" clId="{8E6D609C-08BC-4856-989D-4E7E17006DF5}" dt="2022-06-14T05:19:13.972" v="258" actId="2696"/>
        <pc:sldMkLst>
          <pc:docMk/>
          <pc:sldMk cId="2286782665" sldId="298"/>
        </pc:sldMkLst>
      </pc:sldChg>
    </pc:docChg>
  </pc:docChgLst>
  <pc:docChgLst>
    <pc:chgData name="Lily Li" userId="a4173242-1e2f-493e-ae7d-f1030ffd65b7" providerId="ADAL" clId="{597CD843-5AD7-4A6B-84BB-79AFBC01A6EA}"/>
    <pc:docChg chg="custSel addSld delSld modSld">
      <pc:chgData name="Lily Li" userId="a4173242-1e2f-493e-ae7d-f1030ffd65b7" providerId="ADAL" clId="{597CD843-5AD7-4A6B-84BB-79AFBC01A6EA}" dt="2022-06-14T04:25:38.177" v="1320" actId="14100"/>
      <pc:docMkLst>
        <pc:docMk/>
      </pc:docMkLst>
      <pc:sldChg chg="modSp mod">
        <pc:chgData name="Lily Li" userId="a4173242-1e2f-493e-ae7d-f1030ffd65b7" providerId="ADAL" clId="{597CD843-5AD7-4A6B-84BB-79AFBC01A6EA}" dt="2022-06-14T00:53:48.562" v="26" actId="20577"/>
        <pc:sldMkLst>
          <pc:docMk/>
          <pc:sldMk cId="600708474" sldId="257"/>
        </pc:sldMkLst>
        <pc:spChg chg="mod">
          <ac:chgData name="Lily Li" userId="a4173242-1e2f-493e-ae7d-f1030ffd65b7" providerId="ADAL" clId="{597CD843-5AD7-4A6B-84BB-79AFBC01A6EA}" dt="2022-06-14T00:53:30.329" v="18" actId="1076"/>
          <ac:spMkLst>
            <pc:docMk/>
            <pc:sldMk cId="600708474" sldId="257"/>
            <ac:spMk id="2" creationId="{00000000-0000-0000-0000-000000000000}"/>
          </ac:spMkLst>
        </pc:spChg>
        <pc:spChg chg="mod">
          <ac:chgData name="Lily Li" userId="a4173242-1e2f-493e-ae7d-f1030ffd65b7" providerId="ADAL" clId="{597CD843-5AD7-4A6B-84BB-79AFBC01A6EA}" dt="2022-06-14T00:53:48.562" v="26" actId="20577"/>
          <ac:spMkLst>
            <pc:docMk/>
            <pc:sldMk cId="600708474" sldId="257"/>
            <ac:spMk id="3" creationId="{00000000-0000-0000-0000-000000000000}"/>
          </ac:spMkLst>
        </pc:spChg>
      </pc:sldChg>
      <pc:sldChg chg="modSp mod">
        <pc:chgData name="Lily Li" userId="a4173242-1e2f-493e-ae7d-f1030ffd65b7" providerId="ADAL" clId="{597CD843-5AD7-4A6B-84BB-79AFBC01A6EA}" dt="2022-06-14T01:05:17.248" v="795" actId="14100"/>
        <pc:sldMkLst>
          <pc:docMk/>
          <pc:sldMk cId="465230810" sldId="276"/>
        </pc:sldMkLst>
        <pc:spChg chg="mod">
          <ac:chgData name="Lily Li" userId="a4173242-1e2f-493e-ae7d-f1030ffd65b7" providerId="ADAL" clId="{597CD843-5AD7-4A6B-84BB-79AFBC01A6EA}" dt="2022-06-14T01:05:17.248" v="795" actId="14100"/>
          <ac:spMkLst>
            <pc:docMk/>
            <pc:sldMk cId="465230810" sldId="276"/>
            <ac:spMk id="3" creationId="{00000000-0000-0000-0000-000000000000}"/>
          </ac:spMkLst>
        </pc:spChg>
      </pc:sldChg>
      <pc:sldChg chg="new del">
        <pc:chgData name="Lily Li" userId="a4173242-1e2f-493e-ae7d-f1030ffd65b7" providerId="ADAL" clId="{597CD843-5AD7-4A6B-84BB-79AFBC01A6EA}" dt="2022-06-14T00:54:04.154" v="28" actId="47"/>
        <pc:sldMkLst>
          <pc:docMk/>
          <pc:sldMk cId="953031020" sldId="296"/>
        </pc:sldMkLst>
      </pc:sldChg>
      <pc:sldChg chg="new del">
        <pc:chgData name="Lily Li" userId="a4173242-1e2f-493e-ae7d-f1030ffd65b7" providerId="ADAL" clId="{597CD843-5AD7-4A6B-84BB-79AFBC01A6EA}" dt="2022-06-14T00:51:36.949" v="16" actId="2696"/>
        <pc:sldMkLst>
          <pc:docMk/>
          <pc:sldMk cId="3954550404" sldId="296"/>
        </pc:sldMkLst>
      </pc:sldChg>
      <pc:sldChg chg="modSp add mod">
        <pc:chgData name="Lily Li" userId="a4173242-1e2f-493e-ae7d-f1030ffd65b7" providerId="ADAL" clId="{597CD843-5AD7-4A6B-84BB-79AFBC01A6EA}" dt="2022-06-14T04:23:22.927" v="1216" actId="20577"/>
        <pc:sldMkLst>
          <pc:docMk/>
          <pc:sldMk cId="4181332135" sldId="297"/>
        </pc:sldMkLst>
        <pc:spChg chg="mod">
          <ac:chgData name="Lily Li" userId="a4173242-1e2f-493e-ae7d-f1030ffd65b7" providerId="ADAL" clId="{597CD843-5AD7-4A6B-84BB-79AFBC01A6EA}" dt="2022-06-14T04:23:22.927" v="1216" actId="20577"/>
          <ac:spMkLst>
            <pc:docMk/>
            <pc:sldMk cId="4181332135" sldId="297"/>
            <ac:spMk id="2" creationId="{00000000-0000-0000-0000-000000000000}"/>
          </ac:spMkLst>
        </pc:spChg>
        <pc:spChg chg="mod">
          <ac:chgData name="Lily Li" userId="a4173242-1e2f-493e-ae7d-f1030ffd65b7" providerId="ADAL" clId="{597CD843-5AD7-4A6B-84BB-79AFBC01A6EA}" dt="2022-06-14T01:01:39.367" v="691" actId="20577"/>
          <ac:spMkLst>
            <pc:docMk/>
            <pc:sldMk cId="4181332135" sldId="297"/>
            <ac:spMk id="3" creationId="{00000000-0000-0000-0000-000000000000}"/>
          </ac:spMkLst>
        </pc:spChg>
      </pc:sldChg>
      <pc:sldChg chg="modSp mod">
        <pc:chgData name="Lily Li" userId="a4173242-1e2f-493e-ae7d-f1030ffd65b7" providerId="ADAL" clId="{597CD843-5AD7-4A6B-84BB-79AFBC01A6EA}" dt="2022-06-14T04:25:38.177" v="1320" actId="14100"/>
        <pc:sldMkLst>
          <pc:docMk/>
          <pc:sldMk cId="2286782665" sldId="298"/>
        </pc:sldMkLst>
        <pc:spChg chg="mod">
          <ac:chgData name="Lily Li" userId="a4173242-1e2f-493e-ae7d-f1030ffd65b7" providerId="ADAL" clId="{597CD843-5AD7-4A6B-84BB-79AFBC01A6EA}" dt="2022-06-14T04:23:27.934" v="1217" actId="20577"/>
          <ac:spMkLst>
            <pc:docMk/>
            <pc:sldMk cId="2286782665" sldId="298"/>
            <ac:spMk id="2" creationId="{00000000-0000-0000-0000-000000000000}"/>
          </ac:spMkLst>
        </pc:spChg>
        <pc:spChg chg="mod">
          <ac:chgData name="Lily Li" userId="a4173242-1e2f-493e-ae7d-f1030ffd65b7" providerId="ADAL" clId="{597CD843-5AD7-4A6B-84BB-79AFBC01A6EA}" dt="2022-06-14T04:25:38.177" v="1320" actId="14100"/>
          <ac:spMkLst>
            <pc:docMk/>
            <pc:sldMk cId="2286782665" sldId="298"/>
            <ac:spMk id="3" creationId="{00000000-0000-0000-0000-000000000000}"/>
          </ac:spMkLst>
        </pc:spChg>
      </pc:sldChg>
    </pc:docChg>
  </pc:docChgLst>
  <pc:docChgLst>
    <pc:chgData name="Lily Li" userId="a4173242-1e2f-493e-ae7d-f1030ffd65b7" providerId="ADAL" clId="{84D67BA2-59AD-46DD-B9FC-969D27FD97C1}"/>
    <pc:docChg chg="custSel modSld">
      <pc:chgData name="Lily Li" userId="a4173242-1e2f-493e-ae7d-f1030ffd65b7" providerId="ADAL" clId="{84D67BA2-59AD-46DD-B9FC-969D27FD97C1}" dt="2022-06-08T02:16:55.723" v="131" actId="14100"/>
      <pc:docMkLst>
        <pc:docMk/>
      </pc:docMkLst>
      <pc:sldChg chg="delSp modSp mod modClrScheme chgLayout">
        <pc:chgData name="Lily Li" userId="a4173242-1e2f-493e-ae7d-f1030ffd65b7" providerId="ADAL" clId="{84D67BA2-59AD-46DD-B9FC-969D27FD97C1}" dt="2022-06-08T02:08:11.356" v="41" actId="1076"/>
        <pc:sldMkLst>
          <pc:docMk/>
          <pc:sldMk cId="784406767" sldId="256"/>
        </pc:sldMkLst>
        <pc:spChg chg="mod ord">
          <ac:chgData name="Lily Li" userId="a4173242-1e2f-493e-ae7d-f1030ffd65b7" providerId="ADAL" clId="{84D67BA2-59AD-46DD-B9FC-969D27FD97C1}" dt="2022-06-08T02:08:08.948" v="40" actId="1076"/>
          <ac:spMkLst>
            <pc:docMk/>
            <pc:sldMk cId="784406767" sldId="256"/>
            <ac:spMk id="2" creationId="{00000000-0000-0000-0000-000000000000}"/>
          </ac:spMkLst>
        </pc:spChg>
        <pc:spChg chg="mod ord">
          <ac:chgData name="Lily Li" userId="a4173242-1e2f-493e-ae7d-f1030ffd65b7" providerId="ADAL" clId="{84D67BA2-59AD-46DD-B9FC-969D27FD97C1}" dt="2022-06-08T02:08:11.356" v="41" actId="1076"/>
          <ac:spMkLst>
            <pc:docMk/>
            <pc:sldMk cId="784406767" sldId="256"/>
            <ac:spMk id="3" creationId="{00000000-0000-0000-0000-000000000000}"/>
          </ac:spMkLst>
        </pc:spChg>
        <pc:spChg chg="del mod">
          <ac:chgData name="Lily Li" userId="a4173242-1e2f-493e-ae7d-f1030ffd65b7" providerId="ADAL" clId="{84D67BA2-59AD-46DD-B9FC-969D27FD97C1}" dt="2022-06-08T02:08:05.397" v="39" actId="478"/>
          <ac:spMkLst>
            <pc:docMk/>
            <pc:sldMk cId="784406767" sldId="256"/>
            <ac:spMk id="4" creationId="{F9BD7251-D1B1-ED25-99D4-459DA80925ED}"/>
          </ac:spMkLst>
        </pc:spChg>
        <pc:spChg chg="mod">
          <ac:chgData name="Lily Li" userId="a4173242-1e2f-493e-ae7d-f1030ffd65b7" providerId="ADAL" clId="{84D67BA2-59AD-46DD-B9FC-969D27FD97C1}" dt="2022-06-08T02:06:35.938" v="23" actId="1076"/>
          <ac:spMkLst>
            <pc:docMk/>
            <pc:sldMk cId="784406767" sldId="256"/>
            <ac:spMk id="5" creationId="{004FF64E-975A-927C-BA9C-FBB13DF2FFF0}"/>
          </ac:spMkLst>
        </pc:spChg>
      </pc:sldChg>
      <pc:sldChg chg="delSp modSp mod chgLayout">
        <pc:chgData name="Lily Li" userId="a4173242-1e2f-493e-ae7d-f1030ffd65b7" providerId="ADAL" clId="{84D67BA2-59AD-46DD-B9FC-969D27FD97C1}" dt="2022-06-08T02:08:22.476" v="44" actId="478"/>
        <pc:sldMkLst>
          <pc:docMk/>
          <pc:sldMk cId="600708474" sldId="257"/>
        </pc:sldMkLst>
        <pc:spChg chg="mod ord">
          <ac:chgData name="Lily Li" userId="a4173242-1e2f-493e-ae7d-f1030ffd65b7" providerId="ADAL" clId="{84D67BA2-59AD-46DD-B9FC-969D27FD97C1}" dt="2022-06-08T02:08:19.860" v="43" actId="1076"/>
          <ac:spMkLst>
            <pc:docMk/>
            <pc:sldMk cId="600708474" sldId="257"/>
            <ac:spMk id="2" creationId="{00000000-0000-0000-0000-000000000000}"/>
          </ac:spMkLst>
        </pc:spChg>
        <pc:spChg chg="mod ord">
          <ac:chgData name="Lily Li" userId="a4173242-1e2f-493e-ae7d-f1030ffd65b7" providerId="ADAL" clId="{84D67BA2-59AD-46DD-B9FC-969D27FD97C1}" dt="2022-06-08T02:08:17.372" v="42" actId="1076"/>
          <ac:spMkLst>
            <pc:docMk/>
            <pc:sldMk cId="600708474" sldId="257"/>
            <ac:spMk id="3" creationId="{00000000-0000-0000-0000-000000000000}"/>
          </ac:spMkLst>
        </pc:spChg>
        <pc:spChg chg="del mod">
          <ac:chgData name="Lily Li" userId="a4173242-1e2f-493e-ae7d-f1030ffd65b7" providerId="ADAL" clId="{84D67BA2-59AD-46DD-B9FC-969D27FD97C1}" dt="2022-06-08T02:08:22.476" v="44" actId="478"/>
          <ac:spMkLst>
            <pc:docMk/>
            <pc:sldMk cId="600708474" sldId="257"/>
            <ac:spMk id="4" creationId="{E2E517D7-9016-D9BC-1F62-38798F7A0C01}"/>
          </ac:spMkLst>
        </pc:spChg>
        <pc:spChg chg="mod">
          <ac:chgData name="Lily Li" userId="a4173242-1e2f-493e-ae7d-f1030ffd65b7" providerId="ADAL" clId="{84D67BA2-59AD-46DD-B9FC-969D27FD97C1}" dt="2022-06-08T02:06:18.849" v="17"/>
          <ac:spMkLst>
            <pc:docMk/>
            <pc:sldMk cId="600708474" sldId="257"/>
            <ac:spMk id="5" creationId="{1B2C5761-B1B4-EB95-4FC9-6F73AD55931D}"/>
          </ac:spMkLst>
        </pc:spChg>
      </pc:sldChg>
      <pc:sldChg chg="delSp modSp mod chgLayout">
        <pc:chgData name="Lily Li" userId="a4173242-1e2f-493e-ae7d-f1030ffd65b7" providerId="ADAL" clId="{84D67BA2-59AD-46DD-B9FC-969D27FD97C1}" dt="2022-06-08T02:14:40.123" v="122" actId="20577"/>
        <pc:sldMkLst>
          <pc:docMk/>
          <pc:sldMk cId="465230810" sldId="276"/>
        </pc:sldMkLst>
        <pc:spChg chg="mod ord">
          <ac:chgData name="Lily Li" userId="a4173242-1e2f-493e-ae7d-f1030ffd65b7" providerId="ADAL" clId="{84D67BA2-59AD-46DD-B9FC-969D27FD97C1}" dt="2022-06-08T02:14:08.633" v="101" actId="14100"/>
          <ac:spMkLst>
            <pc:docMk/>
            <pc:sldMk cId="465230810" sldId="276"/>
            <ac:spMk id="2" creationId="{00000000-0000-0000-0000-000000000000}"/>
          </ac:spMkLst>
        </pc:spChg>
        <pc:spChg chg="mod ord">
          <ac:chgData name="Lily Li" userId="a4173242-1e2f-493e-ae7d-f1030ffd65b7" providerId="ADAL" clId="{84D67BA2-59AD-46DD-B9FC-969D27FD97C1}" dt="2022-06-08T02:14:40.123" v="122" actId="20577"/>
          <ac:spMkLst>
            <pc:docMk/>
            <pc:sldMk cId="465230810" sldId="276"/>
            <ac:spMk id="3" creationId="{00000000-0000-0000-0000-000000000000}"/>
          </ac:spMkLst>
        </pc:spChg>
        <pc:spChg chg="del mod">
          <ac:chgData name="Lily Li" userId="a4173242-1e2f-493e-ae7d-f1030ffd65b7" providerId="ADAL" clId="{84D67BA2-59AD-46DD-B9FC-969D27FD97C1}" dt="2022-06-08T02:14:02.561" v="99" actId="478"/>
          <ac:spMkLst>
            <pc:docMk/>
            <pc:sldMk cId="465230810" sldId="276"/>
            <ac:spMk id="4" creationId="{6A160496-9DF1-BB79-546B-D922FEC1411A}"/>
          </ac:spMkLst>
        </pc:spChg>
        <pc:spChg chg="mod">
          <ac:chgData name="Lily Li" userId="a4173242-1e2f-493e-ae7d-f1030ffd65b7" providerId="ADAL" clId="{84D67BA2-59AD-46DD-B9FC-969D27FD97C1}" dt="2022-06-08T02:06:18.849" v="17"/>
          <ac:spMkLst>
            <pc:docMk/>
            <pc:sldMk cId="465230810" sldId="276"/>
            <ac:spMk id="5" creationId="{A4273346-F27E-266B-C993-FCA3841FDF28}"/>
          </ac:spMkLst>
        </pc:spChg>
      </pc:sldChg>
      <pc:sldChg chg="delSp modSp mod chgLayout">
        <pc:chgData name="Lily Li" userId="a4173242-1e2f-493e-ae7d-f1030ffd65b7" providerId="ADAL" clId="{84D67BA2-59AD-46DD-B9FC-969D27FD97C1}" dt="2022-06-08T02:10:00.062" v="61" actId="1076"/>
        <pc:sldMkLst>
          <pc:docMk/>
          <pc:sldMk cId="2457925762" sldId="277"/>
        </pc:sldMkLst>
        <pc:spChg chg="mod ord">
          <ac:chgData name="Lily Li" userId="a4173242-1e2f-493e-ae7d-f1030ffd65b7" providerId="ADAL" clId="{84D67BA2-59AD-46DD-B9FC-969D27FD97C1}" dt="2022-06-08T02:10:00.062" v="61" actId="1076"/>
          <ac:spMkLst>
            <pc:docMk/>
            <pc:sldMk cId="2457925762" sldId="277"/>
            <ac:spMk id="2" creationId="{4DEF0428-3F72-4760-AC18-46ADA89F45C4}"/>
          </ac:spMkLst>
        </pc:spChg>
        <pc:spChg chg="mod ord">
          <ac:chgData name="Lily Li" userId="a4173242-1e2f-493e-ae7d-f1030ffd65b7" providerId="ADAL" clId="{84D67BA2-59AD-46DD-B9FC-969D27FD97C1}" dt="2022-06-08T02:09:57.677" v="60" actId="1076"/>
          <ac:spMkLst>
            <pc:docMk/>
            <pc:sldMk cId="2457925762" sldId="277"/>
            <ac:spMk id="3" creationId="{109750F4-5928-4457-85DE-B683D8584FA0}"/>
          </ac:spMkLst>
        </pc:spChg>
        <pc:spChg chg="del mod">
          <ac:chgData name="Lily Li" userId="a4173242-1e2f-493e-ae7d-f1030ffd65b7" providerId="ADAL" clId="{84D67BA2-59AD-46DD-B9FC-969D27FD97C1}" dt="2022-06-08T02:09:53.798" v="59" actId="478"/>
          <ac:spMkLst>
            <pc:docMk/>
            <pc:sldMk cId="2457925762" sldId="277"/>
            <ac:spMk id="4" creationId="{F8989275-02EF-34D2-0533-01A31C608DFE}"/>
          </ac:spMkLst>
        </pc:spChg>
        <pc:spChg chg="mod">
          <ac:chgData name="Lily Li" userId="a4173242-1e2f-493e-ae7d-f1030ffd65b7" providerId="ADAL" clId="{84D67BA2-59AD-46DD-B9FC-969D27FD97C1}" dt="2022-06-08T02:06:18.849" v="17"/>
          <ac:spMkLst>
            <pc:docMk/>
            <pc:sldMk cId="2457925762" sldId="277"/>
            <ac:spMk id="5" creationId="{46EAD5DA-B121-F0FE-3703-F6802E184FA3}"/>
          </ac:spMkLst>
        </pc:spChg>
      </pc:sldChg>
      <pc:sldChg chg="delSp modSp mod chgLayout">
        <pc:chgData name="Lily Li" userId="a4173242-1e2f-493e-ae7d-f1030ffd65b7" providerId="ADAL" clId="{84D67BA2-59AD-46DD-B9FC-969D27FD97C1}" dt="2022-06-08T02:08:26.700" v="45" actId="1076"/>
        <pc:sldMkLst>
          <pc:docMk/>
          <pc:sldMk cId="1789806645" sldId="278"/>
        </pc:sldMkLst>
        <pc:spChg chg="mod ord">
          <ac:chgData name="Lily Li" userId="a4173242-1e2f-493e-ae7d-f1030ffd65b7" providerId="ADAL" clId="{84D67BA2-59AD-46DD-B9FC-969D27FD97C1}" dt="2022-06-08T02:08:26.700" v="45" actId="1076"/>
          <ac:spMkLst>
            <pc:docMk/>
            <pc:sldMk cId="1789806645" sldId="278"/>
            <ac:spMk id="2" creationId="{F4A9781D-8444-42F6-A513-92593A4BE84D}"/>
          </ac:spMkLst>
        </pc:spChg>
        <pc:spChg chg="mod ord">
          <ac:chgData name="Lily Li" userId="a4173242-1e2f-493e-ae7d-f1030ffd65b7" providerId="ADAL" clId="{84D67BA2-59AD-46DD-B9FC-969D27FD97C1}" dt="2022-06-08T02:07:21.227" v="32" actId="1076"/>
          <ac:spMkLst>
            <pc:docMk/>
            <pc:sldMk cId="1789806645" sldId="278"/>
            <ac:spMk id="3" creationId="{633E9002-28B9-45F9-986B-C85F9396B931}"/>
          </ac:spMkLst>
        </pc:spChg>
        <pc:spChg chg="del mod">
          <ac:chgData name="Lily Li" userId="a4173242-1e2f-493e-ae7d-f1030ffd65b7" providerId="ADAL" clId="{84D67BA2-59AD-46DD-B9FC-969D27FD97C1}" dt="2022-06-08T02:08:00.756" v="38" actId="478"/>
          <ac:spMkLst>
            <pc:docMk/>
            <pc:sldMk cId="1789806645" sldId="278"/>
            <ac:spMk id="4" creationId="{FFF81F86-42C8-1A0D-2F2D-B0F60E983201}"/>
          </ac:spMkLst>
        </pc:spChg>
        <pc:spChg chg="mod">
          <ac:chgData name="Lily Li" userId="a4173242-1e2f-493e-ae7d-f1030ffd65b7" providerId="ADAL" clId="{84D67BA2-59AD-46DD-B9FC-969D27FD97C1}" dt="2022-06-08T02:06:18.849" v="17"/>
          <ac:spMkLst>
            <pc:docMk/>
            <pc:sldMk cId="1789806645" sldId="278"/>
            <ac:spMk id="5" creationId="{F191FDDC-F567-D6E1-C15F-405BE8E97EB3}"/>
          </ac:spMkLst>
        </pc:spChg>
      </pc:sldChg>
      <pc:sldChg chg="delSp modSp mod chgLayout">
        <pc:chgData name="Lily Li" userId="a4173242-1e2f-493e-ae7d-f1030ffd65b7" providerId="ADAL" clId="{84D67BA2-59AD-46DD-B9FC-969D27FD97C1}" dt="2022-06-08T02:09:21.804" v="56" actId="14100"/>
        <pc:sldMkLst>
          <pc:docMk/>
          <pc:sldMk cId="157036557" sldId="279"/>
        </pc:sldMkLst>
        <pc:spChg chg="mod ord">
          <ac:chgData name="Lily Li" userId="a4173242-1e2f-493e-ae7d-f1030ffd65b7" providerId="ADAL" clId="{84D67BA2-59AD-46DD-B9FC-969D27FD97C1}" dt="2022-06-08T02:08:33.397" v="46" actId="1076"/>
          <ac:spMkLst>
            <pc:docMk/>
            <pc:sldMk cId="157036557" sldId="279"/>
            <ac:spMk id="2" creationId="{2CB4B48D-4008-415B-8F17-B7416B4CA238}"/>
          </ac:spMkLst>
        </pc:spChg>
        <pc:spChg chg="mod ord">
          <ac:chgData name="Lily Li" userId="a4173242-1e2f-493e-ae7d-f1030ffd65b7" providerId="ADAL" clId="{84D67BA2-59AD-46DD-B9FC-969D27FD97C1}" dt="2022-06-08T02:08:37.124" v="47" actId="1076"/>
          <ac:spMkLst>
            <pc:docMk/>
            <pc:sldMk cId="157036557" sldId="279"/>
            <ac:spMk id="3" creationId="{8DCA4CF8-DE2F-4B01-A1BE-446E31C9D23C}"/>
          </ac:spMkLst>
        </pc:spChg>
        <pc:spChg chg="del mod">
          <ac:chgData name="Lily Li" userId="a4173242-1e2f-493e-ae7d-f1030ffd65b7" providerId="ADAL" clId="{84D67BA2-59AD-46DD-B9FC-969D27FD97C1}" dt="2022-06-08T02:08:44.892" v="48" actId="478"/>
          <ac:spMkLst>
            <pc:docMk/>
            <pc:sldMk cId="157036557" sldId="279"/>
            <ac:spMk id="7" creationId="{7B02E077-6AFF-BDF7-0ABF-93DBC0E4934B}"/>
          </ac:spMkLst>
        </pc:spChg>
        <pc:spChg chg="mod">
          <ac:chgData name="Lily Li" userId="a4173242-1e2f-493e-ae7d-f1030ffd65b7" providerId="ADAL" clId="{84D67BA2-59AD-46DD-B9FC-969D27FD97C1}" dt="2022-06-08T02:06:18.849" v="17"/>
          <ac:spMkLst>
            <pc:docMk/>
            <pc:sldMk cId="157036557" sldId="279"/>
            <ac:spMk id="9" creationId="{4B7660B0-1419-75E6-7FA5-99C6B914B844}"/>
          </ac:spMkLst>
        </pc:spChg>
        <pc:picChg chg="mod">
          <ac:chgData name="Lily Li" userId="a4173242-1e2f-493e-ae7d-f1030ffd65b7" providerId="ADAL" clId="{84D67BA2-59AD-46DD-B9FC-969D27FD97C1}" dt="2022-06-08T02:09:21.804" v="56" actId="14100"/>
          <ac:picMkLst>
            <pc:docMk/>
            <pc:sldMk cId="157036557" sldId="279"/>
            <ac:picMk id="1026" creationId="{3AE2BEBF-A44B-4E54-B59F-B0BABDB67429}"/>
          </ac:picMkLst>
        </pc:picChg>
      </pc:sldChg>
      <pc:sldChg chg="delSp modSp mod chgLayout">
        <pc:chgData name="Lily Li" userId="a4173242-1e2f-493e-ae7d-f1030ffd65b7" providerId="ADAL" clId="{84D67BA2-59AD-46DD-B9FC-969D27FD97C1}" dt="2022-06-08T02:16:55.723" v="131" actId="14100"/>
        <pc:sldMkLst>
          <pc:docMk/>
          <pc:sldMk cId="3990358449" sldId="280"/>
        </pc:sldMkLst>
        <pc:spChg chg="mod ord">
          <ac:chgData name="Lily Li" userId="a4173242-1e2f-493e-ae7d-f1030ffd65b7" providerId="ADAL" clId="{84D67BA2-59AD-46DD-B9FC-969D27FD97C1}" dt="2022-06-08T02:14:46.561" v="123" actId="1076"/>
          <ac:spMkLst>
            <pc:docMk/>
            <pc:sldMk cId="3990358449" sldId="280"/>
            <ac:spMk id="2" creationId="{E2910C09-07F2-44CC-888F-BCE416CA19DF}"/>
          </ac:spMkLst>
        </pc:spChg>
        <pc:spChg chg="mod ord">
          <ac:chgData name="Lily Li" userId="a4173242-1e2f-493e-ae7d-f1030ffd65b7" providerId="ADAL" clId="{84D67BA2-59AD-46DD-B9FC-969D27FD97C1}" dt="2022-06-08T02:16:55.723" v="131" actId="14100"/>
          <ac:spMkLst>
            <pc:docMk/>
            <pc:sldMk cId="3990358449" sldId="280"/>
            <ac:spMk id="3" creationId="{0F2CD50D-DEAD-4AE4-B18D-9BB892D6B200}"/>
          </ac:spMkLst>
        </pc:spChg>
        <pc:spChg chg="del mod">
          <ac:chgData name="Lily Li" userId="a4173242-1e2f-493e-ae7d-f1030ffd65b7" providerId="ADAL" clId="{84D67BA2-59AD-46DD-B9FC-969D27FD97C1}" dt="2022-06-08T02:14:57.153" v="126" actId="478"/>
          <ac:spMkLst>
            <pc:docMk/>
            <pc:sldMk cId="3990358449" sldId="280"/>
            <ac:spMk id="4" creationId="{146686A4-DA5A-9AE4-1FC1-557B624A9565}"/>
          </ac:spMkLst>
        </pc:spChg>
        <pc:spChg chg="mod">
          <ac:chgData name="Lily Li" userId="a4173242-1e2f-493e-ae7d-f1030ffd65b7" providerId="ADAL" clId="{84D67BA2-59AD-46DD-B9FC-969D27FD97C1}" dt="2022-06-08T02:06:18.849" v="17"/>
          <ac:spMkLst>
            <pc:docMk/>
            <pc:sldMk cId="3990358449" sldId="280"/>
            <ac:spMk id="5" creationId="{C6BC48F1-7482-002F-C84E-7DFDD876A356}"/>
          </ac:spMkLst>
        </pc:spChg>
      </pc:sldChg>
      <pc:sldChg chg="delSp modSp mod chgLayout">
        <pc:chgData name="Lily Li" userId="a4173242-1e2f-493e-ae7d-f1030ffd65b7" providerId="ADAL" clId="{84D67BA2-59AD-46DD-B9FC-969D27FD97C1}" dt="2022-06-08T02:09:16.203" v="55" actId="14100"/>
        <pc:sldMkLst>
          <pc:docMk/>
          <pc:sldMk cId="1774811710" sldId="281"/>
        </pc:sldMkLst>
        <pc:spChg chg="mod ord">
          <ac:chgData name="Lily Li" userId="a4173242-1e2f-493e-ae7d-f1030ffd65b7" providerId="ADAL" clId="{84D67BA2-59AD-46DD-B9FC-969D27FD97C1}" dt="2022-06-08T02:08:51.324" v="49" actId="1076"/>
          <ac:spMkLst>
            <pc:docMk/>
            <pc:sldMk cId="1774811710" sldId="281"/>
            <ac:spMk id="2" creationId="{2CB4B48D-4008-415B-8F17-B7416B4CA238}"/>
          </ac:spMkLst>
        </pc:spChg>
        <pc:spChg chg="mod ord">
          <ac:chgData name="Lily Li" userId="a4173242-1e2f-493e-ae7d-f1030ffd65b7" providerId="ADAL" clId="{84D67BA2-59AD-46DD-B9FC-969D27FD97C1}" dt="2022-06-08T02:08:54.068" v="50" actId="1076"/>
          <ac:spMkLst>
            <pc:docMk/>
            <pc:sldMk cId="1774811710" sldId="281"/>
            <ac:spMk id="3" creationId="{8DCA4CF8-DE2F-4B01-A1BE-446E31C9D23C}"/>
          </ac:spMkLst>
        </pc:spChg>
        <pc:spChg chg="mod">
          <ac:chgData name="Lily Li" userId="a4173242-1e2f-493e-ae7d-f1030ffd65b7" providerId="ADAL" clId="{84D67BA2-59AD-46DD-B9FC-969D27FD97C1}" dt="2022-06-08T02:09:04.340" v="53" actId="1076"/>
          <ac:spMkLst>
            <pc:docMk/>
            <pc:sldMk cId="1774811710" sldId="281"/>
            <ac:spMk id="4" creationId="{22FB1117-23AB-C3C1-2D65-B62419D9496A}"/>
          </ac:spMkLst>
        </pc:spChg>
        <pc:spChg chg="mod">
          <ac:chgData name="Lily Li" userId="a4173242-1e2f-493e-ae7d-f1030ffd65b7" providerId="ADAL" clId="{84D67BA2-59AD-46DD-B9FC-969D27FD97C1}" dt="2022-06-08T02:08:56.788" v="51" actId="1076"/>
          <ac:spMkLst>
            <pc:docMk/>
            <pc:sldMk cId="1774811710" sldId="281"/>
            <ac:spMk id="5" creationId="{E53FB6FD-CB05-45E4-80AA-47F53218F730}"/>
          </ac:spMkLst>
        </pc:spChg>
        <pc:spChg chg="mod">
          <ac:chgData name="Lily Li" userId="a4173242-1e2f-493e-ae7d-f1030ffd65b7" providerId="ADAL" clId="{84D67BA2-59AD-46DD-B9FC-969D27FD97C1}" dt="2022-06-08T02:09:01.236" v="52" actId="1076"/>
          <ac:spMkLst>
            <pc:docMk/>
            <pc:sldMk cId="1774811710" sldId="281"/>
            <ac:spMk id="6" creationId="{B8E8F7C0-F73A-4E50-8BAF-85D63110A00D}"/>
          </ac:spMkLst>
        </pc:spChg>
        <pc:spChg chg="del mod">
          <ac:chgData name="Lily Li" userId="a4173242-1e2f-493e-ae7d-f1030ffd65b7" providerId="ADAL" clId="{84D67BA2-59AD-46DD-B9FC-969D27FD97C1}" dt="2022-06-08T02:09:06.309" v="54" actId="478"/>
          <ac:spMkLst>
            <pc:docMk/>
            <pc:sldMk cId="1774811710" sldId="281"/>
            <ac:spMk id="7" creationId="{D411FB3F-3634-F095-22D0-D60E6E9FFC79}"/>
          </ac:spMkLst>
        </pc:spChg>
        <pc:spChg chg="mod">
          <ac:chgData name="Lily Li" userId="a4173242-1e2f-493e-ae7d-f1030ffd65b7" providerId="ADAL" clId="{84D67BA2-59AD-46DD-B9FC-969D27FD97C1}" dt="2022-06-08T02:06:18.849" v="17"/>
          <ac:spMkLst>
            <pc:docMk/>
            <pc:sldMk cId="1774811710" sldId="281"/>
            <ac:spMk id="8" creationId="{F5F225AF-6B74-C456-501C-5434EE0D1C09}"/>
          </ac:spMkLst>
        </pc:spChg>
        <pc:picChg chg="mod">
          <ac:chgData name="Lily Li" userId="a4173242-1e2f-493e-ae7d-f1030ffd65b7" providerId="ADAL" clId="{84D67BA2-59AD-46DD-B9FC-969D27FD97C1}" dt="2022-06-08T02:09:16.203" v="55" actId="14100"/>
          <ac:picMkLst>
            <pc:docMk/>
            <pc:sldMk cId="1774811710" sldId="281"/>
            <ac:picMk id="2050" creationId="{BFFC1FC2-3EA6-4FC1-82A0-149EF4DB92ED}"/>
          </ac:picMkLst>
        </pc:picChg>
      </pc:sldChg>
      <pc:sldChg chg="delSp modSp mod chgLayout">
        <pc:chgData name="Lily Li" userId="a4173242-1e2f-493e-ae7d-f1030ffd65b7" providerId="ADAL" clId="{84D67BA2-59AD-46DD-B9FC-969D27FD97C1}" dt="2022-06-08T02:12:39.976" v="84" actId="478"/>
        <pc:sldMkLst>
          <pc:docMk/>
          <pc:sldMk cId="3234770413" sldId="282"/>
        </pc:sldMkLst>
        <pc:spChg chg="mod ord">
          <ac:chgData name="Lily Li" userId="a4173242-1e2f-493e-ae7d-f1030ffd65b7" providerId="ADAL" clId="{84D67BA2-59AD-46DD-B9FC-969D27FD97C1}" dt="2022-06-08T02:11:16.830" v="73" actId="1076"/>
          <ac:spMkLst>
            <pc:docMk/>
            <pc:sldMk cId="3234770413" sldId="282"/>
            <ac:spMk id="2" creationId="{03B9BBA9-B099-4D9B-81BB-8413C1B6B29C}"/>
          </ac:spMkLst>
        </pc:spChg>
        <pc:spChg chg="mod ord">
          <ac:chgData name="Lily Li" userId="a4173242-1e2f-493e-ae7d-f1030ffd65b7" providerId="ADAL" clId="{84D67BA2-59AD-46DD-B9FC-969D27FD97C1}" dt="2022-06-08T02:11:21.855" v="75" actId="1076"/>
          <ac:spMkLst>
            <pc:docMk/>
            <pc:sldMk cId="3234770413" sldId="282"/>
            <ac:spMk id="3" creationId="{7549475F-9169-4225-9A61-577D521AD175}"/>
          </ac:spMkLst>
        </pc:spChg>
        <pc:spChg chg="mod">
          <ac:chgData name="Lily Li" userId="a4173242-1e2f-493e-ae7d-f1030ffd65b7" providerId="ADAL" clId="{84D67BA2-59AD-46DD-B9FC-969D27FD97C1}" dt="2022-06-08T02:11:25.151" v="76" actId="1076"/>
          <ac:spMkLst>
            <pc:docMk/>
            <pc:sldMk cId="3234770413" sldId="282"/>
            <ac:spMk id="4" creationId="{5D36494D-E17F-8FDB-0EF2-579B7D6F64F1}"/>
          </ac:spMkLst>
        </pc:spChg>
        <pc:spChg chg="del mod">
          <ac:chgData name="Lily Li" userId="a4173242-1e2f-493e-ae7d-f1030ffd65b7" providerId="ADAL" clId="{84D67BA2-59AD-46DD-B9FC-969D27FD97C1}" dt="2022-06-08T02:12:39.976" v="84" actId="478"/>
          <ac:spMkLst>
            <pc:docMk/>
            <pc:sldMk cId="3234770413" sldId="282"/>
            <ac:spMk id="5" creationId="{D63ADE3E-467E-E868-773B-E1630158F5C5}"/>
          </ac:spMkLst>
        </pc:spChg>
        <pc:spChg chg="mod">
          <ac:chgData name="Lily Li" userId="a4173242-1e2f-493e-ae7d-f1030ffd65b7" providerId="ADAL" clId="{84D67BA2-59AD-46DD-B9FC-969D27FD97C1}" dt="2022-06-08T02:06:18.849" v="17"/>
          <ac:spMkLst>
            <pc:docMk/>
            <pc:sldMk cId="3234770413" sldId="282"/>
            <ac:spMk id="6" creationId="{80602DC2-E0F5-3135-8B7C-920BC4EFE08A}"/>
          </ac:spMkLst>
        </pc:spChg>
      </pc:sldChg>
      <pc:sldChg chg="delSp modSp mod chgLayout">
        <pc:chgData name="Lily Li" userId="a4173242-1e2f-493e-ae7d-f1030ffd65b7" providerId="ADAL" clId="{84D67BA2-59AD-46DD-B9FC-969D27FD97C1}" dt="2022-06-08T02:12:42.703" v="85" actId="478"/>
        <pc:sldMkLst>
          <pc:docMk/>
          <pc:sldMk cId="309413344" sldId="283"/>
        </pc:sldMkLst>
        <pc:spChg chg="mod ord">
          <ac:chgData name="Lily Li" userId="a4173242-1e2f-493e-ae7d-f1030ffd65b7" providerId="ADAL" clId="{84D67BA2-59AD-46DD-B9FC-969D27FD97C1}" dt="2022-06-08T02:10:45.542" v="69" actId="1076"/>
          <ac:spMkLst>
            <pc:docMk/>
            <pc:sldMk cId="309413344" sldId="283"/>
            <ac:spMk id="2" creationId="{7B3302F9-8482-3FF7-5DA1-B07E8E127A1D}"/>
          </ac:spMkLst>
        </pc:spChg>
        <pc:spChg chg="mod">
          <ac:chgData name="Lily Li" userId="a4173242-1e2f-493e-ae7d-f1030ffd65b7" providerId="ADAL" clId="{84D67BA2-59AD-46DD-B9FC-969D27FD97C1}" dt="2022-06-08T02:12:12.862" v="80" actId="208"/>
          <ac:spMkLst>
            <pc:docMk/>
            <pc:sldMk cId="309413344" sldId="283"/>
            <ac:spMk id="3" creationId="{E376DEF3-A06D-EC4F-BADE-DF6B1B456638}"/>
          </ac:spMkLst>
        </pc:spChg>
        <pc:spChg chg="del mod">
          <ac:chgData name="Lily Li" userId="a4173242-1e2f-493e-ae7d-f1030ffd65b7" providerId="ADAL" clId="{84D67BA2-59AD-46DD-B9FC-969D27FD97C1}" dt="2022-06-08T02:12:42.703" v="85" actId="478"/>
          <ac:spMkLst>
            <pc:docMk/>
            <pc:sldMk cId="309413344" sldId="283"/>
            <ac:spMk id="4" creationId="{ADE2820C-642E-6821-E091-DCD60A731A40}"/>
          </ac:spMkLst>
        </pc:spChg>
        <pc:spChg chg="mod">
          <ac:chgData name="Lily Li" userId="a4173242-1e2f-493e-ae7d-f1030ffd65b7" providerId="ADAL" clId="{84D67BA2-59AD-46DD-B9FC-969D27FD97C1}" dt="2022-06-08T02:06:18.849" v="17"/>
          <ac:spMkLst>
            <pc:docMk/>
            <pc:sldMk cId="309413344" sldId="283"/>
            <ac:spMk id="6" creationId="{B097F801-9D78-5DE6-3B55-45754AC1A2CF}"/>
          </ac:spMkLst>
        </pc:spChg>
      </pc:sldChg>
      <pc:sldChg chg="delSp modSp mod chgLayout">
        <pc:chgData name="Lily Li" userId="a4173242-1e2f-493e-ae7d-f1030ffd65b7" providerId="ADAL" clId="{84D67BA2-59AD-46DD-B9FC-969D27FD97C1}" dt="2022-06-08T02:12:49.304" v="88" actId="478"/>
        <pc:sldMkLst>
          <pc:docMk/>
          <pc:sldMk cId="1192370508" sldId="285"/>
        </pc:sldMkLst>
        <pc:spChg chg="mod ord">
          <ac:chgData name="Lily Li" userId="a4173242-1e2f-493e-ae7d-f1030ffd65b7" providerId="ADAL" clId="{84D67BA2-59AD-46DD-B9FC-969D27FD97C1}" dt="2022-06-08T02:10:05.526" v="62" actId="1076"/>
          <ac:spMkLst>
            <pc:docMk/>
            <pc:sldMk cId="1192370508" sldId="285"/>
            <ac:spMk id="2" creationId="{7B3302F9-8482-3FF7-5DA1-B07E8E127A1D}"/>
          </ac:spMkLst>
        </pc:spChg>
        <pc:spChg chg="del mod">
          <ac:chgData name="Lily Li" userId="a4173242-1e2f-493e-ae7d-f1030ffd65b7" providerId="ADAL" clId="{84D67BA2-59AD-46DD-B9FC-969D27FD97C1}" dt="2022-06-08T02:12:49.304" v="88" actId="478"/>
          <ac:spMkLst>
            <pc:docMk/>
            <pc:sldMk cId="1192370508" sldId="285"/>
            <ac:spMk id="3" creationId="{04BCA827-3013-0DB7-DC44-8349A5B0D54D}"/>
          </ac:spMkLst>
        </pc:spChg>
        <pc:spChg chg="mod">
          <ac:chgData name="Lily Li" userId="a4173242-1e2f-493e-ae7d-f1030ffd65b7" providerId="ADAL" clId="{84D67BA2-59AD-46DD-B9FC-969D27FD97C1}" dt="2022-06-08T02:06:18.849" v="17"/>
          <ac:spMkLst>
            <pc:docMk/>
            <pc:sldMk cId="1192370508" sldId="285"/>
            <ac:spMk id="4" creationId="{DA68493F-EC81-D6DE-9522-1534308192DD}"/>
          </ac:spMkLst>
        </pc:spChg>
        <pc:spChg chg="mod ord">
          <ac:chgData name="Lily Li" userId="a4173242-1e2f-493e-ae7d-f1030ffd65b7" providerId="ADAL" clId="{84D67BA2-59AD-46DD-B9FC-969D27FD97C1}" dt="2022-06-08T02:10:11.254" v="63" actId="1076"/>
          <ac:spMkLst>
            <pc:docMk/>
            <pc:sldMk cId="1192370508" sldId="285"/>
            <ac:spMk id="6" creationId="{3149ABB0-0A87-E441-7005-FC5D4CD319E1}"/>
          </ac:spMkLst>
        </pc:spChg>
      </pc:sldChg>
      <pc:sldChg chg="delSp modSp mod chgLayout">
        <pc:chgData name="Lily Li" userId="a4173242-1e2f-493e-ae7d-f1030ffd65b7" providerId="ADAL" clId="{84D67BA2-59AD-46DD-B9FC-969D27FD97C1}" dt="2022-06-08T02:12:47.007" v="87" actId="478"/>
        <pc:sldMkLst>
          <pc:docMk/>
          <pc:sldMk cId="4137691674" sldId="286"/>
        </pc:sldMkLst>
        <pc:spChg chg="mod ord">
          <ac:chgData name="Lily Li" userId="a4173242-1e2f-493e-ae7d-f1030ffd65b7" providerId="ADAL" clId="{84D67BA2-59AD-46DD-B9FC-969D27FD97C1}" dt="2022-06-08T02:10:17.917" v="64" actId="1076"/>
          <ac:spMkLst>
            <pc:docMk/>
            <pc:sldMk cId="4137691674" sldId="286"/>
            <ac:spMk id="2" creationId="{43453066-2607-EB4D-322D-EE2395492646}"/>
          </ac:spMkLst>
        </pc:spChg>
        <pc:spChg chg="mod ord">
          <ac:chgData name="Lily Li" userId="a4173242-1e2f-493e-ae7d-f1030ffd65b7" providerId="ADAL" clId="{84D67BA2-59AD-46DD-B9FC-969D27FD97C1}" dt="2022-06-08T02:10:21.078" v="65" actId="1076"/>
          <ac:spMkLst>
            <pc:docMk/>
            <pc:sldMk cId="4137691674" sldId="286"/>
            <ac:spMk id="3" creationId="{8443A2AA-2E96-EFAD-509E-5A625DDA9F8B}"/>
          </ac:spMkLst>
        </pc:spChg>
        <pc:spChg chg="del mod">
          <ac:chgData name="Lily Li" userId="a4173242-1e2f-493e-ae7d-f1030ffd65b7" providerId="ADAL" clId="{84D67BA2-59AD-46DD-B9FC-969D27FD97C1}" dt="2022-06-08T02:12:47.007" v="87" actId="478"/>
          <ac:spMkLst>
            <pc:docMk/>
            <pc:sldMk cId="4137691674" sldId="286"/>
            <ac:spMk id="4" creationId="{297C2FE3-21F4-7E39-9869-E29764B5C69C}"/>
          </ac:spMkLst>
        </pc:spChg>
        <pc:spChg chg="mod">
          <ac:chgData name="Lily Li" userId="a4173242-1e2f-493e-ae7d-f1030ffd65b7" providerId="ADAL" clId="{84D67BA2-59AD-46DD-B9FC-969D27FD97C1}" dt="2022-06-08T02:06:18.849" v="17"/>
          <ac:spMkLst>
            <pc:docMk/>
            <pc:sldMk cId="4137691674" sldId="286"/>
            <ac:spMk id="5" creationId="{DCE4E4DB-48FA-3CB8-B93A-AD8C82ABC303}"/>
          </ac:spMkLst>
        </pc:spChg>
      </pc:sldChg>
      <pc:sldChg chg="delSp modSp mod chgLayout">
        <pc:chgData name="Lily Li" userId="a4173242-1e2f-493e-ae7d-f1030ffd65b7" providerId="ADAL" clId="{84D67BA2-59AD-46DD-B9FC-969D27FD97C1}" dt="2022-06-08T02:12:44.704" v="86" actId="478"/>
        <pc:sldMkLst>
          <pc:docMk/>
          <pc:sldMk cId="4279808420" sldId="287"/>
        </pc:sldMkLst>
        <pc:spChg chg="mod ord">
          <ac:chgData name="Lily Li" userId="a4173242-1e2f-493e-ae7d-f1030ffd65b7" providerId="ADAL" clId="{84D67BA2-59AD-46DD-B9FC-969D27FD97C1}" dt="2022-06-08T02:10:30.981" v="67" actId="1076"/>
          <ac:spMkLst>
            <pc:docMk/>
            <pc:sldMk cId="4279808420" sldId="287"/>
            <ac:spMk id="2" creationId="{E4B2786D-E64C-7227-2D4E-A0137A326579}"/>
          </ac:spMkLst>
        </pc:spChg>
        <pc:spChg chg="del mod">
          <ac:chgData name="Lily Li" userId="a4173242-1e2f-493e-ae7d-f1030ffd65b7" providerId="ADAL" clId="{84D67BA2-59AD-46DD-B9FC-969D27FD97C1}" dt="2022-06-08T02:12:44.704" v="86" actId="478"/>
          <ac:spMkLst>
            <pc:docMk/>
            <pc:sldMk cId="4279808420" sldId="287"/>
            <ac:spMk id="3" creationId="{E8FB8B17-78CE-DC4C-F3BA-6B79F86D869D}"/>
          </ac:spMkLst>
        </pc:spChg>
        <pc:spChg chg="mod">
          <ac:chgData name="Lily Li" userId="a4173242-1e2f-493e-ae7d-f1030ffd65b7" providerId="ADAL" clId="{84D67BA2-59AD-46DD-B9FC-969D27FD97C1}" dt="2022-06-08T02:10:37.462" v="68" actId="1076"/>
          <ac:spMkLst>
            <pc:docMk/>
            <pc:sldMk cId="4279808420" sldId="287"/>
            <ac:spMk id="4" creationId="{D94833C2-A085-52F7-AD00-C7FFAFC7723B}"/>
          </ac:spMkLst>
        </pc:spChg>
        <pc:spChg chg="mod">
          <ac:chgData name="Lily Li" userId="a4173242-1e2f-493e-ae7d-f1030ffd65b7" providerId="ADAL" clId="{84D67BA2-59AD-46DD-B9FC-969D27FD97C1}" dt="2022-06-08T02:10:25.359" v="66" actId="1076"/>
          <ac:spMkLst>
            <pc:docMk/>
            <pc:sldMk cId="4279808420" sldId="287"/>
            <ac:spMk id="5" creationId="{16F1BE44-7145-7C08-756D-F583EEF0B324}"/>
          </ac:spMkLst>
        </pc:spChg>
        <pc:spChg chg="mod">
          <ac:chgData name="Lily Li" userId="a4173242-1e2f-493e-ae7d-f1030ffd65b7" providerId="ADAL" clId="{84D67BA2-59AD-46DD-B9FC-969D27FD97C1}" dt="2022-06-08T02:06:18.849" v="17"/>
          <ac:spMkLst>
            <pc:docMk/>
            <pc:sldMk cId="4279808420" sldId="287"/>
            <ac:spMk id="6" creationId="{5C417C6F-7346-0AA2-9C3C-86CB52FFAEEF}"/>
          </ac:spMkLst>
        </pc:spChg>
      </pc:sldChg>
      <pc:sldChg chg="delSp modSp mod chgLayout">
        <pc:chgData name="Lily Li" userId="a4173242-1e2f-493e-ae7d-f1030ffd65b7" providerId="ADAL" clId="{84D67BA2-59AD-46DD-B9FC-969D27FD97C1}" dt="2022-06-08T02:12:37.128" v="83" actId="478"/>
        <pc:sldMkLst>
          <pc:docMk/>
          <pc:sldMk cId="337329266" sldId="288"/>
        </pc:sldMkLst>
        <pc:spChg chg="mod ord">
          <ac:chgData name="Lily Li" userId="a4173242-1e2f-493e-ae7d-f1030ffd65b7" providerId="ADAL" clId="{84D67BA2-59AD-46DD-B9FC-969D27FD97C1}" dt="2022-06-08T02:11:36.175" v="77" actId="1076"/>
          <ac:spMkLst>
            <pc:docMk/>
            <pc:sldMk cId="337329266" sldId="288"/>
            <ac:spMk id="2" creationId="{625C9642-A32C-9464-FB5B-8174BAFCD3BB}"/>
          </ac:spMkLst>
        </pc:spChg>
        <pc:spChg chg="mod ord">
          <ac:chgData name="Lily Li" userId="a4173242-1e2f-493e-ae7d-f1030ffd65b7" providerId="ADAL" clId="{84D67BA2-59AD-46DD-B9FC-969D27FD97C1}" dt="2022-06-08T02:11:43.071" v="78" actId="1076"/>
          <ac:spMkLst>
            <pc:docMk/>
            <pc:sldMk cId="337329266" sldId="288"/>
            <ac:spMk id="3" creationId="{EB59D88F-A726-AE6F-DA60-E8AB10F37ADE}"/>
          </ac:spMkLst>
        </pc:spChg>
        <pc:spChg chg="mod">
          <ac:chgData name="Lily Li" userId="a4173242-1e2f-493e-ae7d-f1030ffd65b7" providerId="ADAL" clId="{84D67BA2-59AD-46DD-B9FC-969D27FD97C1}" dt="2022-06-08T02:11:52.120" v="79" actId="1076"/>
          <ac:spMkLst>
            <pc:docMk/>
            <pc:sldMk cId="337329266" sldId="288"/>
            <ac:spMk id="4" creationId="{450BC8A4-2227-5EC0-8DDB-5907C810C15D}"/>
          </ac:spMkLst>
        </pc:spChg>
        <pc:spChg chg="del mod">
          <ac:chgData name="Lily Li" userId="a4173242-1e2f-493e-ae7d-f1030ffd65b7" providerId="ADAL" clId="{84D67BA2-59AD-46DD-B9FC-969D27FD97C1}" dt="2022-06-08T02:12:37.128" v="83" actId="478"/>
          <ac:spMkLst>
            <pc:docMk/>
            <pc:sldMk cId="337329266" sldId="288"/>
            <ac:spMk id="5" creationId="{810C7096-31A7-59CD-86D8-B9A22B442B8C}"/>
          </ac:spMkLst>
        </pc:spChg>
        <pc:spChg chg="mod">
          <ac:chgData name="Lily Li" userId="a4173242-1e2f-493e-ae7d-f1030ffd65b7" providerId="ADAL" clId="{84D67BA2-59AD-46DD-B9FC-969D27FD97C1}" dt="2022-06-08T02:06:18.849" v="17"/>
          <ac:spMkLst>
            <pc:docMk/>
            <pc:sldMk cId="337329266" sldId="288"/>
            <ac:spMk id="6" creationId="{83F4EEB9-9941-33FB-F63C-311351535A8C}"/>
          </ac:spMkLst>
        </pc:spChg>
      </pc:sldChg>
      <pc:sldChg chg="delSp modSp mod chgLayout">
        <pc:chgData name="Lily Li" userId="a4173242-1e2f-493e-ae7d-f1030ffd65b7" providerId="ADAL" clId="{84D67BA2-59AD-46DD-B9FC-969D27FD97C1}" dt="2022-06-08T02:15:06.818" v="127" actId="1076"/>
        <pc:sldMkLst>
          <pc:docMk/>
          <pc:sldMk cId="2697756877" sldId="289"/>
        </pc:sldMkLst>
        <pc:spChg chg="mod ord">
          <ac:chgData name="Lily Li" userId="a4173242-1e2f-493e-ae7d-f1030ffd65b7" providerId="ADAL" clId="{84D67BA2-59AD-46DD-B9FC-969D27FD97C1}" dt="2022-06-08T02:15:06.818" v="127" actId="1076"/>
          <ac:spMkLst>
            <pc:docMk/>
            <pc:sldMk cId="2697756877" sldId="289"/>
            <ac:spMk id="2" creationId="{9E1DDFBA-5F26-B5F3-46A6-1F8689B4F8CF}"/>
          </ac:spMkLst>
        </pc:spChg>
        <pc:spChg chg="del mod">
          <ac:chgData name="Lily Li" userId="a4173242-1e2f-493e-ae7d-f1030ffd65b7" providerId="ADAL" clId="{84D67BA2-59AD-46DD-B9FC-969D27FD97C1}" dt="2022-06-08T02:13:36.448" v="92" actId="478"/>
          <ac:spMkLst>
            <pc:docMk/>
            <pc:sldMk cId="2697756877" sldId="289"/>
            <ac:spMk id="3" creationId="{F5DED47B-D773-D21F-0325-1F633A1AEC66}"/>
          </ac:spMkLst>
        </pc:spChg>
        <pc:spChg chg="mod">
          <ac:chgData name="Lily Li" userId="a4173242-1e2f-493e-ae7d-f1030ffd65b7" providerId="ADAL" clId="{84D67BA2-59AD-46DD-B9FC-969D27FD97C1}" dt="2022-06-08T02:06:18.849" v="17"/>
          <ac:spMkLst>
            <pc:docMk/>
            <pc:sldMk cId="2697756877" sldId="289"/>
            <ac:spMk id="4" creationId="{728F32E4-6AB4-747B-537B-A76CC19A9E20}"/>
          </ac:spMkLst>
        </pc:spChg>
        <pc:spChg chg="mod">
          <ac:chgData name="Lily Li" userId="a4173242-1e2f-493e-ae7d-f1030ffd65b7" providerId="ADAL" clId="{84D67BA2-59AD-46DD-B9FC-969D27FD97C1}" dt="2022-06-08T02:13:29.201" v="91" actId="208"/>
          <ac:spMkLst>
            <pc:docMk/>
            <pc:sldMk cId="2697756877" sldId="289"/>
            <ac:spMk id="5" creationId="{A07F752C-C622-75A9-EBFB-C353CBE6618A}"/>
          </ac:spMkLst>
        </pc:spChg>
      </pc:sldChg>
      <pc:sldChg chg="delSp modSp mod chgLayout">
        <pc:chgData name="Lily Li" userId="a4173242-1e2f-493e-ae7d-f1030ffd65b7" providerId="ADAL" clId="{84D67BA2-59AD-46DD-B9FC-969D27FD97C1}" dt="2022-06-08T02:15:41.674" v="128" actId="1076"/>
        <pc:sldMkLst>
          <pc:docMk/>
          <pc:sldMk cId="3053179486" sldId="290"/>
        </pc:sldMkLst>
        <pc:spChg chg="mod ord">
          <ac:chgData name="Lily Li" userId="a4173242-1e2f-493e-ae7d-f1030ffd65b7" providerId="ADAL" clId="{84D67BA2-59AD-46DD-B9FC-969D27FD97C1}" dt="2022-06-08T02:15:41.674" v="128" actId="1076"/>
          <ac:spMkLst>
            <pc:docMk/>
            <pc:sldMk cId="3053179486" sldId="290"/>
            <ac:spMk id="2" creationId="{597174B4-1720-1CED-FE8C-4EAD47F84E07}"/>
          </ac:spMkLst>
        </pc:spChg>
        <pc:spChg chg="del mod">
          <ac:chgData name="Lily Li" userId="a4173242-1e2f-493e-ae7d-f1030ffd65b7" providerId="ADAL" clId="{84D67BA2-59AD-46DD-B9FC-969D27FD97C1}" dt="2022-06-08T02:12:34.112" v="82" actId="478"/>
          <ac:spMkLst>
            <pc:docMk/>
            <pc:sldMk cId="3053179486" sldId="290"/>
            <ac:spMk id="3" creationId="{AAB2859D-CD02-C39A-5BD0-5FA5BCC18CD2}"/>
          </ac:spMkLst>
        </pc:spChg>
        <pc:spChg chg="mod">
          <ac:chgData name="Lily Li" userId="a4173242-1e2f-493e-ae7d-f1030ffd65b7" providerId="ADAL" clId="{84D67BA2-59AD-46DD-B9FC-969D27FD97C1}" dt="2022-06-08T02:12:27.881" v="81" actId="208"/>
          <ac:spMkLst>
            <pc:docMk/>
            <pc:sldMk cId="3053179486" sldId="290"/>
            <ac:spMk id="5" creationId="{56365E6B-0878-F015-C35C-4EEAF71E9E68}"/>
          </ac:spMkLst>
        </pc:spChg>
        <pc:spChg chg="mod">
          <ac:chgData name="Lily Li" userId="a4173242-1e2f-493e-ae7d-f1030ffd65b7" providerId="ADAL" clId="{84D67BA2-59AD-46DD-B9FC-969D27FD97C1}" dt="2022-06-08T02:06:18.849" v="17"/>
          <ac:spMkLst>
            <pc:docMk/>
            <pc:sldMk cId="3053179486" sldId="290"/>
            <ac:spMk id="6" creationId="{BEC688E6-97F0-7427-8F62-88735435FE17}"/>
          </ac:spMkLst>
        </pc:spChg>
      </pc:sldChg>
      <pc:sldChg chg="delSp modSp mod modClrScheme chgLayout">
        <pc:chgData name="Lily Li" userId="a4173242-1e2f-493e-ae7d-f1030ffd65b7" providerId="ADAL" clId="{84D67BA2-59AD-46DD-B9FC-969D27FD97C1}" dt="2022-06-08T02:13:50.681" v="95" actId="1076"/>
        <pc:sldMkLst>
          <pc:docMk/>
          <pc:sldMk cId="4168610833" sldId="291"/>
        </pc:sldMkLst>
        <pc:spChg chg="del">
          <ac:chgData name="Lily Li" userId="a4173242-1e2f-493e-ae7d-f1030ffd65b7" providerId="ADAL" clId="{84D67BA2-59AD-46DD-B9FC-969D27FD97C1}" dt="2022-06-08T02:00:55.849" v="1" actId="700"/>
          <ac:spMkLst>
            <pc:docMk/>
            <pc:sldMk cId="4168610833" sldId="291"/>
            <ac:spMk id="3" creationId="{49689732-0E01-2E7E-AEC1-BD32F63B3CE2}"/>
          </ac:spMkLst>
        </pc:spChg>
        <pc:spChg chg="del mod">
          <ac:chgData name="Lily Li" userId="a4173242-1e2f-493e-ae7d-f1030ffd65b7" providerId="ADAL" clId="{84D67BA2-59AD-46DD-B9FC-969D27FD97C1}" dt="2022-06-08T02:13:44.497" v="93" actId="478"/>
          <ac:spMkLst>
            <pc:docMk/>
            <pc:sldMk cId="4168610833" sldId="291"/>
            <ac:spMk id="5" creationId="{D184ADCD-2307-BD44-AA5A-276B51AF0F1D}"/>
          </ac:spMkLst>
        </pc:spChg>
        <pc:spChg chg="mod ord">
          <ac:chgData name="Lily Li" userId="a4173242-1e2f-493e-ae7d-f1030ffd65b7" providerId="ADAL" clId="{84D67BA2-59AD-46DD-B9FC-969D27FD97C1}" dt="2022-06-08T02:00:55.849" v="1" actId="700"/>
          <ac:spMkLst>
            <pc:docMk/>
            <pc:sldMk cId="4168610833" sldId="291"/>
            <ac:spMk id="11" creationId="{B0911DB7-2C56-1739-7662-6A98D45DB1AE}"/>
          </ac:spMkLst>
        </pc:spChg>
        <pc:picChg chg="mod">
          <ac:chgData name="Lily Li" userId="a4173242-1e2f-493e-ae7d-f1030ffd65b7" providerId="ADAL" clId="{84D67BA2-59AD-46DD-B9FC-969D27FD97C1}" dt="2022-06-08T02:13:50.681" v="95" actId="1076"/>
          <ac:picMkLst>
            <pc:docMk/>
            <pc:sldMk cId="4168610833" sldId="291"/>
            <ac:picMk id="4" creationId="{AC29907D-E01B-BD73-1D72-3B369F365636}"/>
          </ac:picMkLst>
        </pc:picChg>
      </pc:sldChg>
      <pc:sldChg chg="delSp modSp mod chgLayout">
        <pc:chgData name="Lily Li" userId="a4173242-1e2f-493e-ae7d-f1030ffd65b7" providerId="ADAL" clId="{84D67BA2-59AD-46DD-B9FC-969D27FD97C1}" dt="2022-06-08T02:13:57.793" v="97" actId="478"/>
        <pc:sldMkLst>
          <pc:docMk/>
          <pc:sldMk cId="3964799482" sldId="292"/>
        </pc:sldMkLst>
        <pc:spChg chg="del mod">
          <ac:chgData name="Lily Li" userId="a4173242-1e2f-493e-ae7d-f1030ffd65b7" providerId="ADAL" clId="{84D67BA2-59AD-46DD-B9FC-969D27FD97C1}" dt="2022-06-08T02:13:57.793" v="97" actId="478"/>
          <ac:spMkLst>
            <pc:docMk/>
            <pc:sldMk cId="3964799482" sldId="292"/>
            <ac:spMk id="4" creationId="{1BFEF98A-CF6D-93AA-44C1-B19F9A21AE1D}"/>
          </ac:spMkLst>
        </pc:spChg>
        <pc:spChg chg="mod">
          <ac:chgData name="Lily Li" userId="a4173242-1e2f-493e-ae7d-f1030ffd65b7" providerId="ADAL" clId="{84D67BA2-59AD-46DD-B9FC-969D27FD97C1}" dt="2022-06-08T02:06:18.849" v="17"/>
          <ac:spMkLst>
            <pc:docMk/>
            <pc:sldMk cId="3964799482" sldId="292"/>
            <ac:spMk id="6" creationId="{787FEDBF-2C4F-4C45-2E65-0D94F368AD68}"/>
          </ac:spMkLst>
        </pc:spChg>
      </pc:sldChg>
      <pc:sldChg chg="delSp modSp mod chgLayout">
        <pc:chgData name="Lily Li" userId="a4173242-1e2f-493e-ae7d-f1030ffd65b7" providerId="ADAL" clId="{84D67BA2-59AD-46DD-B9FC-969D27FD97C1}" dt="2022-06-08T02:13:21.472" v="90" actId="208"/>
        <pc:sldMkLst>
          <pc:docMk/>
          <pc:sldMk cId="1716876934" sldId="293"/>
        </pc:sldMkLst>
        <pc:spChg chg="del mod">
          <ac:chgData name="Lily Li" userId="a4173242-1e2f-493e-ae7d-f1030ffd65b7" providerId="ADAL" clId="{84D67BA2-59AD-46DD-B9FC-969D27FD97C1}" dt="2022-06-08T02:13:10.304" v="89" actId="478"/>
          <ac:spMkLst>
            <pc:docMk/>
            <pc:sldMk cId="1716876934" sldId="293"/>
            <ac:spMk id="2" creationId="{91788BE0-768A-CBA5-2755-B749FDEB3E5A}"/>
          </ac:spMkLst>
        </pc:spChg>
        <pc:spChg chg="mod">
          <ac:chgData name="Lily Li" userId="a4173242-1e2f-493e-ae7d-f1030ffd65b7" providerId="ADAL" clId="{84D67BA2-59AD-46DD-B9FC-969D27FD97C1}" dt="2022-06-08T02:06:18.849" v="17"/>
          <ac:spMkLst>
            <pc:docMk/>
            <pc:sldMk cId="1716876934" sldId="293"/>
            <ac:spMk id="3" creationId="{72A7386A-4DF3-6D63-DE22-B70F5AB38CC8}"/>
          </ac:spMkLst>
        </pc:spChg>
        <pc:spChg chg="mod">
          <ac:chgData name="Lily Li" userId="a4173242-1e2f-493e-ae7d-f1030ffd65b7" providerId="ADAL" clId="{84D67BA2-59AD-46DD-B9FC-969D27FD97C1}" dt="2022-06-08T02:13:21.472" v="90" actId="208"/>
          <ac:spMkLst>
            <pc:docMk/>
            <pc:sldMk cId="1716876934" sldId="293"/>
            <ac:spMk id="13" creationId="{0C3895D3-B01D-E884-98F0-D7E2F013C342}"/>
          </ac:spMkLst>
        </pc:spChg>
      </pc:sldChg>
      <pc:sldChg chg="delSp modSp mod modClrScheme chgLayout">
        <pc:chgData name="Lily Li" userId="a4173242-1e2f-493e-ae7d-f1030ffd65b7" providerId="ADAL" clId="{84D67BA2-59AD-46DD-B9FC-969D27FD97C1}" dt="2022-06-08T02:13:54.896" v="96" actId="478"/>
        <pc:sldMkLst>
          <pc:docMk/>
          <pc:sldMk cId="2829063208" sldId="294"/>
        </pc:sldMkLst>
        <pc:spChg chg="del mod">
          <ac:chgData name="Lily Li" userId="a4173242-1e2f-493e-ae7d-f1030ffd65b7" providerId="ADAL" clId="{84D67BA2-59AD-46DD-B9FC-969D27FD97C1}" dt="2022-06-08T02:00:55.849" v="1" actId="700"/>
          <ac:spMkLst>
            <pc:docMk/>
            <pc:sldMk cId="2829063208" sldId="294"/>
            <ac:spMk id="3" creationId="{2EE81559-8268-4891-30E1-C63EA9C39467}"/>
          </ac:spMkLst>
        </pc:spChg>
        <pc:spChg chg="del mod">
          <ac:chgData name="Lily Li" userId="a4173242-1e2f-493e-ae7d-f1030ffd65b7" providerId="ADAL" clId="{84D67BA2-59AD-46DD-B9FC-969D27FD97C1}" dt="2022-06-08T02:13:54.896" v="96" actId="478"/>
          <ac:spMkLst>
            <pc:docMk/>
            <pc:sldMk cId="2829063208" sldId="294"/>
            <ac:spMk id="4" creationId="{EB24786B-0152-9707-57B0-790F09910AAD}"/>
          </ac:spMkLst>
        </pc:spChg>
        <pc:spChg chg="mod ord">
          <ac:chgData name="Lily Li" userId="a4173242-1e2f-493e-ae7d-f1030ffd65b7" providerId="ADAL" clId="{84D67BA2-59AD-46DD-B9FC-969D27FD97C1}" dt="2022-06-08T02:06:18.849" v="17"/>
          <ac:spMkLst>
            <pc:docMk/>
            <pc:sldMk cId="2829063208" sldId="294"/>
            <ac:spMk id="11" creationId="{B0911DB7-2C56-1739-7662-6A98D45DB1AE}"/>
          </ac:spMkLst>
        </pc:spChg>
      </pc:sldChg>
      <pc:sldChg chg="delSp modSp mod chgLayout">
        <pc:chgData name="Lily Li" userId="a4173242-1e2f-493e-ae7d-f1030ffd65b7" providerId="ADAL" clId="{84D67BA2-59AD-46DD-B9FC-969D27FD97C1}" dt="2022-06-08T02:14:00.345" v="98" actId="478"/>
        <pc:sldMkLst>
          <pc:docMk/>
          <pc:sldMk cId="1170149626" sldId="295"/>
        </pc:sldMkLst>
        <pc:spChg chg="del mod">
          <ac:chgData name="Lily Li" userId="a4173242-1e2f-493e-ae7d-f1030ffd65b7" providerId="ADAL" clId="{84D67BA2-59AD-46DD-B9FC-969D27FD97C1}" dt="2022-06-08T02:14:00.345" v="98" actId="478"/>
          <ac:spMkLst>
            <pc:docMk/>
            <pc:sldMk cId="1170149626" sldId="295"/>
            <ac:spMk id="5" creationId="{B40AB4C1-9030-2703-1D7A-6043910BDF92}"/>
          </ac:spMkLst>
        </pc:spChg>
        <pc:spChg chg="mod">
          <ac:chgData name="Lily Li" userId="a4173242-1e2f-493e-ae7d-f1030ffd65b7" providerId="ADAL" clId="{84D67BA2-59AD-46DD-B9FC-969D27FD97C1}" dt="2022-06-08T02:06:18.849" v="17"/>
          <ac:spMkLst>
            <pc:docMk/>
            <pc:sldMk cId="1170149626" sldId="295"/>
            <ac:spMk id="6" creationId="{ED20CF00-FFAA-54BE-BD8C-C266B4A99E1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46A74D-7C1A-4044-B80C-83DABE063968}" type="datetimeFigureOut">
              <a:rPr lang="en-AU" smtClean="0"/>
              <a:t>28/06/2022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9EC72-4591-4AA9-80A7-37E01F85FE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2712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9EC72-4591-4AA9-80A7-37E01F85FEC2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7265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9EC72-4591-4AA9-80A7-37E01F85FEC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4591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9EC72-4591-4AA9-80A7-37E01F85FEC2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5172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9EC72-4591-4AA9-80A7-37E01F85FEC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1541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9EC72-4591-4AA9-80A7-37E01F85FEC2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81893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9EC72-4591-4AA9-80A7-37E01F85FEC2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9821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9EC72-4591-4AA9-80A7-37E01F85FEC2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1803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-140421-Powerpoint.jp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130427"/>
            <a:ext cx="10363200" cy="1034927"/>
          </a:xfrm>
        </p:spPr>
        <p:txBody>
          <a:bodyPr/>
          <a:lstStyle>
            <a:lvl1pPr algn="l">
              <a:defRPr>
                <a:solidFill>
                  <a:srgbClr val="58595B"/>
                </a:solidFill>
                <a:latin typeface="Arial"/>
                <a:cs typeface="Arial"/>
              </a:defRPr>
            </a:lvl1pPr>
          </a:lstStyle>
          <a:p>
            <a:r>
              <a:rPr lang="en-AU" dirty="0"/>
              <a:t>HEADING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3407860"/>
            <a:ext cx="10363200" cy="650940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58595B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806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-140421-Powerpoint2.jp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130427"/>
            <a:ext cx="10363200" cy="1034927"/>
          </a:xfrm>
        </p:spPr>
        <p:txBody>
          <a:bodyPr/>
          <a:lstStyle>
            <a:lvl1pPr algn="l">
              <a:defRPr>
                <a:solidFill>
                  <a:srgbClr val="58595B"/>
                </a:solidFill>
                <a:latin typeface="Arial"/>
                <a:cs typeface="Arial"/>
              </a:defRPr>
            </a:lvl1pPr>
          </a:lstStyle>
          <a:p>
            <a:r>
              <a:rPr lang="en-AU" dirty="0"/>
              <a:t>HEADING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3407860"/>
            <a:ext cx="10363200" cy="650940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58595B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31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371119"/>
            <a:ext cx="10363200" cy="1362075"/>
          </a:xfrm>
        </p:spPr>
        <p:txBody>
          <a:bodyPr anchor="t">
            <a:normAutofit/>
          </a:bodyPr>
          <a:lstStyle>
            <a:lvl1pPr algn="l">
              <a:defRPr sz="3000" b="0" cap="all"/>
            </a:lvl1pPr>
          </a:lstStyle>
          <a:p>
            <a:r>
              <a:rPr lang="en-AU" dirty="0"/>
              <a:t>SECTION HEADING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521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9"/>
            <a:ext cx="10972800" cy="720917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AU" dirty="0"/>
              <a:t>CONTENT HEADING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18917"/>
            <a:ext cx="10972800" cy="462039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98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AU" dirty="0"/>
              <a:t>CONTENT HEADING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dirty="0"/>
              <a:t>SUBHEADING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dirty="0"/>
              <a:t>SUBHEADING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311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000" baseline="0"/>
            </a:lvl1pPr>
          </a:lstStyle>
          <a:p>
            <a:r>
              <a:rPr lang="en-AU" dirty="0"/>
              <a:t>CONTENT HEADING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804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8747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0507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 baseline="0"/>
            </a:lvl1pPr>
          </a:lstStyle>
          <a:p>
            <a:r>
              <a:rPr lang="en-AU" dirty="0"/>
              <a:t>PHOTO CAPTION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dirty="0"/>
              <a:t>PHOTO DESCRIPTION</a:t>
            </a:r>
          </a:p>
        </p:txBody>
      </p:sp>
    </p:spTree>
    <p:extLst>
      <p:ext uri="{BB962C8B-B14F-4D97-AF65-F5344CB8AC3E}">
        <p14:creationId xmlns:p14="http://schemas.microsoft.com/office/powerpoint/2010/main" val="683728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11399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4943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PPT-140421-Powerpoint2.jpg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PPT-140421-Powerpoint2.jpg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998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58595B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58595B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58595B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58595B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58595B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58595B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js_output.asp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default.asp" TargetMode="External"/><Relationship Id="rId2" Type="http://schemas.openxmlformats.org/officeDocument/2006/relationships/hyperlink" Target="https://www.tutorialspoint.com/html5/html5_tutorial.pdf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1223158" y="1302019"/>
            <a:ext cx="7969250" cy="1568450"/>
          </a:xfrm>
        </p:spPr>
        <p:txBody>
          <a:bodyPr>
            <a:noAutofit/>
          </a:bodyPr>
          <a:lstStyle/>
          <a:p>
            <a:r>
              <a:rPr lang="en-AU" sz="6000" dirty="0"/>
              <a:t>COIT12207</a:t>
            </a:r>
            <a:br>
              <a:rPr lang="en-AU" sz="6000" dirty="0"/>
            </a:br>
            <a:r>
              <a:rPr lang="en-AU" sz="6000" dirty="0"/>
              <a:t>Internet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1328726" y="3873232"/>
            <a:ext cx="8535364" cy="7786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/>
              <a:t>Week </a:t>
            </a:r>
            <a:r>
              <a:rPr lang="en-US" altLang="zh-CN" sz="4400" dirty="0"/>
              <a:t>2</a:t>
            </a:r>
            <a:r>
              <a:rPr lang="en-AU" sz="4400" dirty="0"/>
              <a:t> JavaScript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4FF64E-975A-927C-BA9C-FBB13DF2FFF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92408" y="6083745"/>
            <a:ext cx="2743200" cy="365125"/>
          </a:xfrm>
        </p:spPr>
        <p:txBody>
          <a:bodyPr/>
          <a:lstStyle/>
          <a:p>
            <a:fld id="{C8E10E51-443D-46E2-BA62-E4C7DDDBF594}" type="slidenum">
              <a:rPr lang="en-AU" smtClean="0"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84406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1018185" y="341684"/>
            <a:ext cx="5945188" cy="1035050"/>
          </a:xfrm>
        </p:spPr>
        <p:txBody>
          <a:bodyPr/>
          <a:lstStyle/>
          <a:p>
            <a:r>
              <a:rPr lang="en-AU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4294967295"/>
          </p:nvPr>
        </p:nvSpPr>
        <p:spPr>
          <a:xfrm>
            <a:off x="760490" y="1411557"/>
            <a:ext cx="9776485" cy="4726354"/>
          </a:xfrm>
        </p:spPr>
        <p:txBody>
          <a:bodyPr>
            <a:norm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AU" sz="2800" dirty="0"/>
              <a:t>What is JavaScript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AU" sz="2800" dirty="0"/>
              <a:t>What JavaScript can do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AU" sz="2800" dirty="0"/>
              <a:t>Where to insert JavaScript code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AU" sz="2800" dirty="0"/>
              <a:t>JavaScript output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AU" sz="2800" dirty="0"/>
              <a:t>JavaScript statements/code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AU" sz="2800" dirty="0"/>
              <a:t>JavaScript variables and Data types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AU" sz="2800" dirty="0"/>
              <a:t>JavaScript functions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AU" sz="2800" dirty="0"/>
              <a:t>JavaScript objects and classes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AU" sz="2800" dirty="0"/>
              <a:t>JavaScript HTML DOM</a:t>
            </a:r>
          </a:p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2C5761-B1B4-EB95-4FC9-6F73AD55931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5990171"/>
            <a:ext cx="2743200" cy="365125"/>
          </a:xfrm>
        </p:spPr>
        <p:txBody>
          <a:bodyPr/>
          <a:lstStyle/>
          <a:p>
            <a:fld id="{C8E10E51-443D-46E2-BA62-E4C7DDDBF594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0708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1018185" y="341684"/>
            <a:ext cx="5945188" cy="1035050"/>
          </a:xfrm>
        </p:spPr>
        <p:txBody>
          <a:bodyPr/>
          <a:lstStyle/>
          <a:p>
            <a:r>
              <a:rPr lang="en-AU" dirty="0"/>
              <a:t>What is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4294967295"/>
          </p:nvPr>
        </p:nvSpPr>
        <p:spPr>
          <a:xfrm>
            <a:off x="768802" y="1670380"/>
            <a:ext cx="9776485" cy="4845936"/>
          </a:xfrm>
        </p:spPr>
        <p:txBody>
          <a:bodyPr>
            <a:norm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AU" sz="2800" dirty="0"/>
              <a:t>A client-side scripting language to generate dynamic web content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AU" sz="2800" dirty="0"/>
              <a:t>One of the 3 must-to-learn programming languages for web developer  (HTML, CSS, JavaScript)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AU" sz="2800" dirty="0"/>
              <a:t>Interpreted – read through the source code at run time and interpret it as they go. (vs. Java is compiled)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AU" sz="2800" dirty="0"/>
              <a:t>Dynamically typed – easy but has some drawbacks (vs. Java variable is strictly typed)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AU" sz="2800" dirty="0"/>
          </a:p>
          <a:p>
            <a:pPr marL="0" indent="0">
              <a:buNone/>
            </a:pPr>
            <a:endParaRPr lang="en-AU" sz="2800" dirty="0"/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AU" sz="2800" dirty="0"/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AU" sz="2800" dirty="0"/>
          </a:p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2C5761-B1B4-EB95-4FC9-6F73AD55931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070600"/>
            <a:ext cx="2743200" cy="365125"/>
          </a:xfrm>
        </p:spPr>
        <p:txBody>
          <a:bodyPr/>
          <a:lstStyle/>
          <a:p>
            <a:fld id="{C8E10E51-443D-46E2-BA62-E4C7DDDBF594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9040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1018184" y="341684"/>
            <a:ext cx="7634325" cy="1035050"/>
          </a:xfrm>
        </p:spPr>
        <p:txBody>
          <a:bodyPr>
            <a:noAutofit/>
          </a:bodyPr>
          <a:lstStyle/>
          <a:p>
            <a:r>
              <a:rPr lang="en-AU" dirty="0"/>
              <a:t>What JavaScript can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4294967295"/>
          </p:nvPr>
        </p:nvSpPr>
        <p:spPr>
          <a:xfrm>
            <a:off x="768802" y="1376734"/>
            <a:ext cx="9776485" cy="4845936"/>
          </a:xfrm>
        </p:spPr>
        <p:txBody>
          <a:bodyPr>
            <a:norm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AU" sz="2800" dirty="0"/>
              <a:t>Can change HTML content</a:t>
            </a:r>
          </a:p>
          <a:p>
            <a:pPr marL="800100" lvl="2" indent="0">
              <a:buNone/>
            </a:pPr>
            <a:r>
              <a:rPr lang="en-A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document.getElementById</a:t>
            </a:r>
            <a:r>
              <a:rPr lang="en-A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AU" sz="1800" dirty="0">
                <a:solidFill>
                  <a:srgbClr val="A52A2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"demo"</a:t>
            </a:r>
            <a:r>
              <a:rPr lang="en-A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).</a:t>
            </a:r>
            <a:r>
              <a:rPr lang="en-A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innerHTML</a:t>
            </a:r>
            <a:r>
              <a:rPr lang="en-A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= </a:t>
            </a:r>
            <a:r>
              <a:rPr lang="en-AU" sz="1800" dirty="0">
                <a:solidFill>
                  <a:srgbClr val="A52A2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"Hello JavaScript"</a:t>
            </a:r>
            <a:r>
              <a:rPr lang="en-A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  <a:endParaRPr lang="en-A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AU" sz="2800" dirty="0"/>
              <a:t>Change HTML attribute values</a:t>
            </a:r>
          </a:p>
          <a:p>
            <a:pPr marL="800100" lvl="2" indent="0">
              <a:buNone/>
            </a:pPr>
            <a:r>
              <a:rPr lang="en-A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document.getElementById</a:t>
            </a:r>
            <a:r>
              <a:rPr lang="en-A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AU" sz="1800" dirty="0" err="1">
                <a:solidFill>
                  <a:srgbClr val="C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myImage</a:t>
            </a:r>
            <a:r>
              <a:rPr lang="en-A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').</a:t>
            </a:r>
            <a:r>
              <a:rPr lang="en-A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A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AU" sz="1800" dirty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'pic_bulboff.gif'</a:t>
            </a:r>
            <a:r>
              <a:rPr lang="en-A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";</a:t>
            </a:r>
            <a:endParaRPr lang="en-AU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AU" sz="2800" dirty="0"/>
              <a:t>Change HTML styles(</a:t>
            </a:r>
            <a:r>
              <a:rPr lang="en-AU" sz="2800" dirty="0" err="1"/>
              <a:t>css</a:t>
            </a:r>
            <a:r>
              <a:rPr lang="en-AU" sz="2800" dirty="0"/>
              <a:t>)</a:t>
            </a:r>
          </a:p>
          <a:p>
            <a:pPr marL="0" indent="0">
              <a:buNone/>
            </a:pPr>
            <a:r>
              <a:rPr lang="en-A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	  </a:t>
            </a:r>
            <a:r>
              <a:rPr lang="en-A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document.getElementById</a:t>
            </a:r>
            <a:r>
              <a:rPr lang="en-A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AU" sz="1800" dirty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r>
              <a:rPr lang="en-A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").</a:t>
            </a:r>
            <a:r>
              <a:rPr lang="en-A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style.fontSize</a:t>
            </a:r>
            <a:r>
              <a:rPr lang="en-A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= "</a:t>
            </a:r>
            <a:r>
              <a:rPr lang="en-AU" sz="1800" dirty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35px</a:t>
            </a:r>
            <a:r>
              <a:rPr lang="en-A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";</a:t>
            </a:r>
            <a:endParaRPr lang="en-AU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AU" sz="2800" dirty="0"/>
              <a:t>Hide/Show HTML elements</a:t>
            </a:r>
          </a:p>
          <a:p>
            <a:pPr marL="400050" lvl="1" indent="0">
              <a:buNone/>
            </a:pPr>
            <a:r>
              <a:rPr lang="en-AU" sz="1800" dirty="0"/>
              <a:t>    </a:t>
            </a:r>
            <a:r>
              <a:rPr lang="en-A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document.</a:t>
            </a:r>
            <a:r>
              <a:rPr lang="en-AU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getElementById</a:t>
            </a:r>
            <a:r>
              <a:rPr lang="en-A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A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AU" sz="18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r>
              <a:rPr lang="en-A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A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en-AU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r>
              <a:rPr lang="en-A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AU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A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= </a:t>
            </a:r>
            <a:r>
              <a:rPr lang="en-A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AU" sz="18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lang="en-A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A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AU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en-AU" sz="1800" dirty="0"/>
              <a:t>    </a:t>
            </a:r>
            <a:r>
              <a:rPr lang="en-A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document.</a:t>
            </a:r>
            <a:r>
              <a:rPr lang="en-AU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getElementById</a:t>
            </a:r>
            <a:r>
              <a:rPr lang="en-A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A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AU" sz="18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r>
              <a:rPr lang="en-A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A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en-AU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r>
              <a:rPr lang="en-A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AU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A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= </a:t>
            </a:r>
            <a:r>
              <a:rPr lang="en-A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AU" sz="18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A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A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AU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AU" sz="2800" dirty="0"/>
          </a:p>
          <a:p>
            <a:pPr marL="0" indent="0">
              <a:buNone/>
            </a:pPr>
            <a:r>
              <a:rPr lang="en-AU" sz="2800" dirty="0"/>
              <a:t>Check: </a:t>
            </a:r>
            <a:r>
              <a:rPr lang="en-AU" sz="2800" dirty="0" err="1"/>
              <a:t>document.getElementById</a:t>
            </a:r>
            <a:r>
              <a:rPr lang="en-AU" sz="2800" dirty="0"/>
              <a:t>()  method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AU" sz="2800" dirty="0"/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AU" sz="2800" dirty="0"/>
          </a:p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2C5761-B1B4-EB95-4FC9-6F73AD55931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040107"/>
            <a:ext cx="2743200" cy="365125"/>
          </a:xfrm>
        </p:spPr>
        <p:txBody>
          <a:bodyPr/>
          <a:lstStyle/>
          <a:p>
            <a:fld id="{C8E10E51-443D-46E2-BA62-E4C7DDDBF594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6213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1018184" y="341684"/>
            <a:ext cx="7131405" cy="1035050"/>
          </a:xfrm>
        </p:spPr>
        <p:txBody>
          <a:bodyPr/>
          <a:lstStyle/>
          <a:p>
            <a:r>
              <a:rPr lang="en-AU" dirty="0"/>
              <a:t>Where to insert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4294967295"/>
          </p:nvPr>
        </p:nvSpPr>
        <p:spPr>
          <a:xfrm>
            <a:off x="768802" y="1376734"/>
            <a:ext cx="9776485" cy="5139582"/>
          </a:xfrm>
        </p:spPr>
        <p:txBody>
          <a:bodyPr>
            <a:norm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AU" sz="2400" dirty="0"/>
              <a:t>In HTML document, JS code will be between &lt;script&gt; and &lt;/script&gt; tag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AU" sz="2400" dirty="0"/>
              <a:t>JavaScript code can be in</a:t>
            </a:r>
          </a:p>
          <a:p>
            <a:pPr marL="1085850" lvl="2" indent="-285750"/>
            <a:r>
              <a:rPr lang="en-AU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&lt;head&gt;</a:t>
            </a:r>
          </a:p>
          <a:p>
            <a:pPr marL="1085850" lvl="2" indent="-285750"/>
            <a:r>
              <a:rPr lang="en-AU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&lt;body&gt;</a:t>
            </a:r>
          </a:p>
          <a:p>
            <a:pPr marL="1085850" lvl="2" indent="-285750"/>
            <a:r>
              <a:rPr lang="en-AU" sz="1800" dirty="0"/>
              <a:t>an external file  (the file name should be  </a:t>
            </a:r>
            <a:r>
              <a:rPr lang="en-AU" sz="1800" b="1" dirty="0"/>
              <a:t>xxx.js </a:t>
            </a:r>
            <a:r>
              <a:rPr lang="en-AU" sz="1800" dirty="0"/>
              <a:t>)</a:t>
            </a:r>
          </a:p>
          <a:p>
            <a:pPr marL="1085850" lvl="2" indent="-285750"/>
            <a:r>
              <a:rPr lang="en-AU" sz="1800" dirty="0"/>
              <a:t>an internal </a:t>
            </a:r>
            <a:r>
              <a:rPr lang="en-AU" sz="1800" dirty="0" err="1"/>
              <a:t>url</a:t>
            </a:r>
            <a:r>
              <a:rPr lang="en-AU" sz="1800" dirty="0"/>
              <a:t>, or</a:t>
            </a:r>
          </a:p>
          <a:p>
            <a:pPr marL="1085850" lvl="2" indent="-285750"/>
            <a:r>
              <a:rPr lang="en-AU" sz="1800" dirty="0"/>
              <a:t>in an external folder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AU" sz="2400" dirty="0"/>
              <a:t>If JS is in external file, link the file by</a:t>
            </a:r>
          </a:p>
          <a:p>
            <a:pPr marL="0" indent="0">
              <a:buNone/>
            </a:pPr>
            <a:r>
              <a:rPr lang="en-AU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&lt;script </a:t>
            </a:r>
            <a:r>
              <a:rPr lang="en-AU" sz="18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src</a:t>
            </a:r>
            <a:r>
              <a:rPr lang="en-AU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=“myscript.js”&gt; &lt;/script&gt;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AU" sz="2400" dirty="0"/>
              <a:t>External reference</a:t>
            </a:r>
          </a:p>
          <a:p>
            <a:pPr marL="0" indent="0">
              <a:buNone/>
            </a:pPr>
            <a:r>
              <a:rPr lang="en-AU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</a:t>
            </a:r>
            <a:r>
              <a:rPr lang="en-AU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&lt;script </a:t>
            </a:r>
            <a:r>
              <a:rPr lang="en-AU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src</a:t>
            </a:r>
            <a:r>
              <a:rPr lang="en-AU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="https://www.w3schools.com/js/myScript.js"&gt;&lt;/script&gt; </a:t>
            </a:r>
          </a:p>
          <a:p>
            <a:pPr marL="0" indent="0">
              <a:buNone/>
            </a:pPr>
            <a:endParaRPr lang="en-AU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AU" sz="2800" dirty="0"/>
          </a:p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2C5761-B1B4-EB95-4FC9-6F73AD55931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151191"/>
            <a:ext cx="2743200" cy="365125"/>
          </a:xfrm>
        </p:spPr>
        <p:txBody>
          <a:bodyPr/>
          <a:lstStyle/>
          <a:p>
            <a:fld id="{C8E10E51-443D-46E2-BA62-E4C7DDDBF594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914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698144" y="261674"/>
            <a:ext cx="8034375" cy="1035050"/>
          </a:xfrm>
        </p:spPr>
        <p:txBody>
          <a:bodyPr>
            <a:normAutofit/>
          </a:bodyPr>
          <a:lstStyle/>
          <a:p>
            <a:r>
              <a:rPr lang="en-AU" dirty="0"/>
              <a:t>JavaScript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4294967295"/>
          </p:nvPr>
        </p:nvSpPr>
        <p:spPr>
          <a:xfrm>
            <a:off x="698144" y="1296724"/>
            <a:ext cx="9776485" cy="4498286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/>
              <a:t>JavaScript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n-US" altLang="en-US" sz="2800" dirty="0"/>
              <a:t>can "display" data in different ways: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800" dirty="0"/>
              <a:t>Writing into an HTML element, using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800" dirty="0"/>
              <a:t>Writing into the HTML output using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document.write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800" dirty="0"/>
              <a:t>Writing into an alert box, using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window.alert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800" dirty="0"/>
              <a:t>Writing into the browser console, using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console.log()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 </a:t>
            </a:r>
            <a:r>
              <a:rPr lang="en-US" altLang="en-US" sz="2800" dirty="0"/>
              <a:t>(for debugging)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800" dirty="0"/>
              <a:t>Print the current window content, using </a:t>
            </a:r>
            <a:r>
              <a:rPr lang="en-US" altLang="en-US" sz="2800" dirty="0" err="1">
                <a:solidFill>
                  <a:srgbClr val="DC143C"/>
                </a:solidFill>
                <a:latin typeface="Consolas" panose="020B0609020204030204" pitchFamily="49" charset="0"/>
              </a:rPr>
              <a:t>window.print</a:t>
            </a:r>
            <a:r>
              <a:rPr lang="en-US" altLang="en-US" sz="2800" dirty="0">
                <a:solidFill>
                  <a:srgbClr val="DC143C"/>
                </a:solidFill>
                <a:latin typeface="Consolas" panose="020B0609020204030204" pitchFamily="49" charset="0"/>
              </a:rPr>
              <a:t>().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AU" sz="2800" dirty="0"/>
          </a:p>
          <a:p>
            <a:pPr marL="0" indent="0">
              <a:buNone/>
            </a:pPr>
            <a:r>
              <a:rPr lang="en-AU" sz="2800" dirty="0"/>
              <a:t>  check: </a:t>
            </a:r>
            <a:r>
              <a:rPr lang="en-AU" sz="2800" dirty="0">
                <a:hlinkClick r:id="rId3"/>
              </a:rPr>
              <a:t>https://www.w3schools.com/js/js_output.asp</a:t>
            </a:r>
            <a:r>
              <a:rPr lang="en-AU" sz="2800" dirty="0"/>
              <a:t> </a:t>
            </a:r>
          </a:p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2C5761-B1B4-EB95-4FC9-6F73AD55931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162040"/>
            <a:ext cx="2743200" cy="365125"/>
          </a:xfrm>
        </p:spPr>
        <p:txBody>
          <a:bodyPr/>
          <a:lstStyle/>
          <a:p>
            <a:fld id="{C8E10E51-443D-46E2-BA62-E4C7DDDBF594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5267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55693-2022-3221-7094-FD6E5465A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60" y="297771"/>
            <a:ext cx="9883140" cy="720917"/>
          </a:xfrm>
        </p:spPr>
        <p:txBody>
          <a:bodyPr>
            <a:noAutofit/>
          </a:bodyPr>
          <a:lstStyle/>
          <a:p>
            <a:r>
              <a:rPr lang="en-AU" sz="4400" dirty="0"/>
              <a:t>JavaScript Statements/Code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752E8-B28C-912F-E163-A0D001D2D1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143001"/>
            <a:ext cx="10972800" cy="4880610"/>
          </a:xfrm>
        </p:spPr>
        <p:txBody>
          <a:bodyPr>
            <a:normAutofit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Composed of </a:t>
            </a:r>
            <a:r>
              <a:rPr lang="en-AU" dirty="0">
                <a:latin typeface="Cascadia Code" panose="020B0609020000020004" pitchFamily="49" charset="0"/>
                <a:cs typeface="Cascadia Code" panose="020B0609020000020004" pitchFamily="49" charset="0"/>
              </a:rPr>
              <a:t>values, operators, expressions, keywords and comments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Semicolons ;    (needed, same as Java)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Code block { } -  functions, decision logics, loops,…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Keywords:</a:t>
            </a:r>
          </a:p>
          <a:p>
            <a:pPr marL="400050" lvl="1" indent="0">
              <a:buNone/>
            </a:pPr>
            <a:r>
              <a:rPr lang="en-AU" dirty="0"/>
              <a:t> </a:t>
            </a:r>
            <a:r>
              <a:rPr lang="en-AU" dirty="0">
                <a:latin typeface="Cascadia Code" panose="020B0609020000020004" pitchFamily="49" charset="0"/>
                <a:cs typeface="Cascadia Code" panose="020B0609020000020004" pitchFamily="49" charset="0"/>
              </a:rPr>
              <a:t>var, let, const if, switch, for,  function, return, try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JS identifiers/variables are </a:t>
            </a:r>
            <a:r>
              <a:rPr lang="en-AU" b="1" dirty="0"/>
              <a:t>Case Sensitive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Hyphens (-) are not allowed for variable names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Use underscore or camel case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Comments: // and /* */    (same as Java)</a:t>
            </a:r>
          </a:p>
          <a:p>
            <a:pPr>
              <a:buFont typeface="Courier New" panose="02070309020205020404" pitchFamily="49" charset="0"/>
              <a:buChar char="o"/>
            </a:pPr>
            <a:endParaRPr lang="en-AU" dirty="0"/>
          </a:p>
          <a:p>
            <a:pPr marL="400050" lvl="1" indent="0">
              <a:buNone/>
            </a:pPr>
            <a:endParaRPr lang="en-AU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7FBFAF-1FF1-6660-033D-78F8E8CDD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147924"/>
            <a:ext cx="28448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515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9DF68-81DB-2827-1B85-64235DC2D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0349"/>
            <a:ext cx="10972800" cy="720917"/>
          </a:xfrm>
        </p:spPr>
        <p:txBody>
          <a:bodyPr>
            <a:noAutofit/>
          </a:bodyPr>
          <a:lstStyle/>
          <a:p>
            <a:r>
              <a:rPr lang="en-AU" sz="4400" dirty="0"/>
              <a:t>JavaScript Variables,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5690A-0510-8C25-A1DB-73276D1835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211580"/>
            <a:ext cx="10557510" cy="5144771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 4 ways to declare variables – </a:t>
            </a: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var</a:t>
            </a:r>
            <a:r>
              <a:rPr lang="en-AU" dirty="0"/>
              <a:t>, let, const, using nothing</a:t>
            </a:r>
          </a:p>
          <a:p>
            <a:pPr marL="457200" lvl="1" indent="0">
              <a:buNone/>
            </a:pPr>
            <a:r>
              <a:rPr lang="en-AU" dirty="0"/>
              <a:t>(‘var’ is older version; ‘let’ for variable, ‘const’ for constant value)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Data types:  numbers, strings, objects and more</a:t>
            </a:r>
          </a:p>
          <a:p>
            <a:pPr marL="400050" lvl="1" indent="0">
              <a:buNone/>
            </a:pPr>
            <a:r>
              <a:rPr lang="en-AU" dirty="0"/>
              <a:t> </a:t>
            </a:r>
            <a:r>
              <a:rPr lang="en-AU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let x = 16;    // number</a:t>
            </a:r>
          </a:p>
          <a:p>
            <a:pPr marL="400050" lvl="1" indent="0">
              <a:buNone/>
            </a:pPr>
            <a:r>
              <a:rPr lang="en-AU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let </a:t>
            </a:r>
            <a:r>
              <a:rPr lang="en-AU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lastName</a:t>
            </a:r>
            <a:r>
              <a:rPr lang="en-AU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= “John”;  //string</a:t>
            </a:r>
          </a:p>
          <a:p>
            <a:pPr marL="400050" lvl="1" indent="0">
              <a:buNone/>
            </a:pPr>
            <a:r>
              <a:rPr lang="en-AU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let name = {</a:t>
            </a:r>
            <a:r>
              <a:rPr lang="en-AU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firstName</a:t>
            </a:r>
            <a:r>
              <a:rPr lang="en-AU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: “John”, </a:t>
            </a:r>
            <a:r>
              <a:rPr lang="en-AU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lastName</a:t>
            </a:r>
            <a:r>
              <a:rPr lang="en-AU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: “Doe”);  // object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When adding a number and a string, JavaScript will treat the number as a string, </a:t>
            </a:r>
          </a:p>
          <a:p>
            <a:pPr marL="800100" lvl="2" indent="-263525">
              <a:buNone/>
            </a:pPr>
            <a:r>
              <a:rPr lang="en-AU" sz="1600" b="0" i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let x = "Volvo" + 16;     // Volvo16</a:t>
            </a:r>
          </a:p>
          <a:p>
            <a:pPr marL="800100" lvl="2" indent="-263525">
              <a:buNone/>
            </a:pPr>
            <a:r>
              <a:rPr lang="da-DK" sz="1600" b="0" i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let x = 16 + 4 + "Volvo"; // 20Volvo</a:t>
            </a:r>
          </a:p>
          <a:p>
            <a:pPr marL="800100" lvl="2" indent="-263525">
              <a:buNone/>
            </a:pPr>
            <a:r>
              <a:rPr lang="da-DK" sz="1600" b="0" i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let x = "Volvo" + 16 + 4; // Volvo164</a:t>
            </a:r>
          </a:p>
          <a:p>
            <a:pPr marL="342900" lvl="1" indent="-342900">
              <a:buFont typeface="Courier New" panose="02070309020205020404" pitchFamily="49" charset="0"/>
              <a:buChar char="o"/>
            </a:pPr>
            <a:r>
              <a:rPr lang="da-DK" sz="2800" dirty="0"/>
              <a:t>JavaScript Types are Dynamic</a:t>
            </a:r>
            <a:endParaRPr lang="en-AU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CF0BAF-C745-0FAB-10A3-7D20DE527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940" y="6137910"/>
            <a:ext cx="2844800" cy="401003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375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D7274-6EAB-8299-19DE-E5A78CE62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000" dirty="0"/>
              <a:t>Data Types – Arrays and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6260F-DBFC-774F-8763-15E907A895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097281"/>
            <a:ext cx="10972800" cy="4742032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JavaScript Arrays: </a:t>
            </a:r>
          </a:p>
          <a:p>
            <a:pPr marL="0" indent="0">
              <a:buNone/>
            </a:pPr>
            <a:r>
              <a:rPr lang="en-AU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cars = [</a:t>
            </a:r>
            <a:r>
              <a:rPr lang="en-US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"Saab"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"Volvo"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"BMW"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   // note: using []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JavaScript Objects: </a:t>
            </a:r>
          </a:p>
          <a:p>
            <a:pPr marL="0" indent="0">
              <a:buNone/>
            </a:pPr>
            <a:r>
              <a:rPr lang="en-AU" dirty="0"/>
              <a:t>       </a:t>
            </a:r>
            <a:r>
              <a:rPr lang="en-US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 = {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"Doe"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 age: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eyeColor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"blue"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     // note: using {}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     e.g. </a:t>
            </a:r>
          </a:p>
          <a:p>
            <a:pPr marL="0" indent="0">
              <a:buNone/>
            </a:pPr>
            <a:endParaRPr lang="en-AU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DE2775-BE57-CD54-63B8-A7CAD83D6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218236"/>
            <a:ext cx="28448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D48BE8-D6B5-2B9F-4FE6-58AC0D23462E}"/>
              </a:ext>
            </a:extLst>
          </p:cNvPr>
          <p:cNvSpPr txBox="1"/>
          <p:nvPr/>
        </p:nvSpPr>
        <p:spPr>
          <a:xfrm>
            <a:off x="893445" y="4269653"/>
            <a:ext cx="10159365" cy="156966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&lt;p id="demo"&gt;&lt;/p&gt;</a:t>
            </a:r>
          </a:p>
          <a:p>
            <a:r>
              <a:rPr lang="en-AU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&lt;script&gt;</a:t>
            </a:r>
          </a:p>
          <a:p>
            <a:r>
              <a:rPr lang="en-AU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const person = {</a:t>
            </a:r>
            <a:r>
              <a:rPr lang="en-AU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firstName</a:t>
            </a:r>
            <a:r>
              <a:rPr lang="en-AU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:"John", </a:t>
            </a:r>
            <a:r>
              <a:rPr lang="en-AU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lastName</a:t>
            </a:r>
            <a:r>
              <a:rPr lang="en-AU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:"Doe", age:50, </a:t>
            </a:r>
            <a:r>
              <a:rPr lang="en-AU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eyeColor</a:t>
            </a:r>
            <a:r>
              <a:rPr lang="en-AU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:"blue" };</a:t>
            </a:r>
          </a:p>
          <a:p>
            <a:r>
              <a:rPr lang="en-AU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AU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document.getElementById</a:t>
            </a:r>
            <a:r>
              <a:rPr lang="en-AU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("demo").</a:t>
            </a:r>
            <a:r>
              <a:rPr lang="en-AU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innerHTML</a:t>
            </a:r>
            <a:r>
              <a:rPr lang="en-AU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=</a:t>
            </a:r>
          </a:p>
          <a:p>
            <a:r>
              <a:rPr lang="en-AU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                 </a:t>
            </a:r>
            <a:r>
              <a:rPr lang="en-AU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person.firstName</a:t>
            </a:r>
            <a:r>
              <a:rPr lang="en-AU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+ " is " + </a:t>
            </a:r>
            <a:r>
              <a:rPr lang="en-AU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person.age</a:t>
            </a:r>
            <a:r>
              <a:rPr lang="en-AU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+ " years old.";</a:t>
            </a:r>
          </a:p>
          <a:p>
            <a:r>
              <a:rPr lang="en-AU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416767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7D81F-5271-B9BA-BDAC-89436756B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1419"/>
            <a:ext cx="10972800" cy="720917"/>
          </a:xfrm>
        </p:spPr>
        <p:txBody>
          <a:bodyPr>
            <a:noAutofit/>
          </a:bodyPr>
          <a:lstStyle/>
          <a:p>
            <a:r>
              <a:rPr lang="en-AU" sz="4400" dirty="0"/>
              <a:t>JavaScript Array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783B2-D2D9-757A-664C-641240E15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218917"/>
            <a:ext cx="9900062" cy="4620395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AU" i="1" dirty="0" err="1">
                <a:solidFill>
                  <a:schemeClr val="accent1"/>
                </a:solidFill>
              </a:rPr>
              <a:t>toString</a:t>
            </a:r>
            <a:r>
              <a:rPr lang="en-AU" i="1" dirty="0">
                <a:solidFill>
                  <a:schemeClr val="accent1"/>
                </a:solidFill>
              </a:rPr>
              <a:t>() </a:t>
            </a:r>
            <a:r>
              <a:rPr lang="en-AU" dirty="0"/>
              <a:t>– coverts an array to a string of (comma separated) array values.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i="1" dirty="0">
                <a:solidFill>
                  <a:schemeClr val="accent1"/>
                </a:solidFill>
              </a:rPr>
              <a:t>pop() </a:t>
            </a:r>
            <a:r>
              <a:rPr lang="en-AU" dirty="0"/>
              <a:t>– returns the value that was “popped out”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i="1" dirty="0">
                <a:solidFill>
                  <a:schemeClr val="accent1"/>
                </a:solidFill>
              </a:rPr>
              <a:t>push() </a:t>
            </a:r>
            <a:r>
              <a:rPr lang="en-AU" dirty="0"/>
              <a:t>– adds a new element to an array (at the end);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i="1" dirty="0">
                <a:solidFill>
                  <a:schemeClr val="accent1"/>
                </a:solidFill>
              </a:rPr>
              <a:t>length</a:t>
            </a:r>
            <a:r>
              <a:rPr lang="en-AU" dirty="0"/>
              <a:t> – an array property, can append a new element to an array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i="1" dirty="0">
                <a:solidFill>
                  <a:schemeClr val="accent1"/>
                </a:solidFill>
              </a:rPr>
              <a:t>sort() </a:t>
            </a:r>
            <a:r>
              <a:rPr lang="en-AU" dirty="0"/>
              <a:t>-  sorting an array alphabetically</a:t>
            </a:r>
          </a:p>
          <a:p>
            <a:pPr>
              <a:buFont typeface="Courier New" panose="02070309020205020404" pitchFamily="49" charset="0"/>
              <a:buChar char="o"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2A508-23D4-E727-2A99-CD84A90FB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535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E65AA-5ACF-DD27-37F3-E7B60572C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330" y="341419"/>
            <a:ext cx="10972800" cy="720917"/>
          </a:xfrm>
        </p:spPr>
        <p:txBody>
          <a:bodyPr>
            <a:noAutofit/>
          </a:bodyPr>
          <a:lstStyle/>
          <a:p>
            <a:r>
              <a:rPr lang="en-AU" sz="4400" dirty="0"/>
              <a:t>JS Functions  - code reuse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48D2F-E1EC-9BF4-9B5A-D21C80E8F7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127879"/>
            <a:ext cx="9997440" cy="3444523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AU" sz="2000" dirty="0"/>
              <a:t>Defined with </a:t>
            </a:r>
            <a:r>
              <a:rPr lang="en-AU" sz="2000" dirty="0">
                <a:solidFill>
                  <a:srgbClr val="C00000"/>
                </a:solidFill>
              </a:rPr>
              <a:t>function</a:t>
            </a:r>
            <a:r>
              <a:rPr lang="en-AU" sz="2000" dirty="0"/>
              <a:t> keyword</a:t>
            </a:r>
          </a:p>
          <a:p>
            <a:pPr marL="800100" lvl="2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functionName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parameters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</a:t>
            </a:r>
            <a:r>
              <a:rPr lang="en-US" b="0" i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code to be executed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sz="2000" dirty="0"/>
              <a:t>Can be invoked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000" dirty="0"/>
              <a:t>When an event occurs (e.g., onclick = “</a:t>
            </a:r>
            <a:r>
              <a:rPr lang="en-AU" sz="2000" dirty="0" err="1"/>
              <a:t>functionName</a:t>
            </a:r>
            <a:r>
              <a:rPr lang="en-AU" sz="2000" dirty="0"/>
              <a:t>()”)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000" dirty="0"/>
              <a:t>When it </a:t>
            </a:r>
            <a:r>
              <a:rPr lang="en-AU" sz="2000"/>
              <a:t>is invoked </a:t>
            </a:r>
            <a:r>
              <a:rPr lang="en-AU" sz="2000" dirty="0"/>
              <a:t>from JavaScript code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000" dirty="0"/>
              <a:t>Automatically (self invoked)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sz="2000" dirty="0"/>
              <a:t>The return value can be used by the “caller”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0916FC-F0F9-8230-94A6-AF28ABB4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4640" y="6151456"/>
            <a:ext cx="28448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65F26D-5284-752D-406B-0D5A6EFD4513}"/>
              </a:ext>
            </a:extLst>
          </p:cNvPr>
          <p:cNvSpPr txBox="1"/>
          <p:nvPr/>
        </p:nvSpPr>
        <p:spPr>
          <a:xfrm>
            <a:off x="1226820" y="4572804"/>
            <a:ext cx="8237220" cy="116955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 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  </a:t>
            </a:r>
            <a:r>
              <a:rPr lang="en-US" sz="1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Function is called, return value will end up in x</a:t>
            </a:r>
            <a:br>
              <a:rPr lang="en-US" sz="1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br>
              <a:rPr lang="en-US" sz="1400" dirty="0"/>
            </a:br>
            <a:r>
              <a:rPr lang="en-US" sz="1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(a, b) {</a:t>
            </a:r>
            <a:br>
              <a:rPr lang="en-US" sz="1400" dirty="0"/>
            </a:br>
            <a:r>
              <a:rPr 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a * b;            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Function returns the product of a and b</a:t>
            </a:r>
            <a:br>
              <a:rPr lang="en-US" sz="1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962442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2D47D-6302-F861-6645-F70BD01C9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AU" sz="4400" dirty="0"/>
              <a:t>JavaScript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0F25B-91AD-A592-BFD1-E25A191F15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218917"/>
            <a:ext cx="10972800" cy="1741453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Objects can contain many values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Objects have properties and methods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Object values are written as </a:t>
            </a:r>
            <a:r>
              <a:rPr lang="en-AU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name:value</a:t>
            </a:r>
            <a:r>
              <a:rPr lang="en-AU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AU" dirty="0"/>
              <a:t>pairs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FFB716-6B9F-89F0-E4B0-19DE595E9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7650" y="6092824"/>
            <a:ext cx="28448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CCD106-773B-0868-AFC4-5815974D725F}"/>
              </a:ext>
            </a:extLst>
          </p:cNvPr>
          <p:cNvSpPr txBox="1"/>
          <p:nvPr/>
        </p:nvSpPr>
        <p:spPr>
          <a:xfrm>
            <a:off x="1085850" y="2960370"/>
            <a:ext cx="9795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 = {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"Doe"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age: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eyeColor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"blue"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en-AU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20F614D-45DB-B0BC-FBAA-CC45F5A63C46}"/>
              </a:ext>
            </a:extLst>
          </p:cNvPr>
          <p:cNvSpPr txBox="1">
            <a:spLocks/>
          </p:cNvSpPr>
          <p:nvPr/>
        </p:nvSpPr>
        <p:spPr>
          <a:xfrm>
            <a:off x="609600" y="3520810"/>
            <a:ext cx="10972800" cy="2937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rgbClr val="58595B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rgbClr val="58595B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rgbClr val="58595B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rgbClr val="58595B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rgbClr val="58595B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Object properties: </a:t>
            </a:r>
            <a:r>
              <a:rPr lang="en-AU" dirty="0" err="1"/>
              <a:t>firstName</a:t>
            </a:r>
            <a:r>
              <a:rPr lang="en-AU" dirty="0"/>
              <a:t>, </a:t>
            </a:r>
            <a:r>
              <a:rPr lang="en-AU" dirty="0" err="1"/>
              <a:t>lastName</a:t>
            </a:r>
            <a:r>
              <a:rPr lang="en-AU" dirty="0"/>
              <a:t>, age, </a:t>
            </a:r>
            <a:r>
              <a:rPr lang="en-AU" dirty="0" err="1"/>
              <a:t>eyeColor</a:t>
            </a:r>
            <a:endParaRPr lang="en-AU" dirty="0"/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Object values are: John, Doe, 50, blue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Object can be created by using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dirty="0"/>
              <a:t>Object Literal: like above example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dirty="0"/>
              <a:t>Using </a:t>
            </a:r>
            <a:r>
              <a:rPr lang="en-AU" dirty="0">
                <a:solidFill>
                  <a:srgbClr val="C00000"/>
                </a:solidFill>
              </a:rPr>
              <a:t>new</a:t>
            </a:r>
            <a:r>
              <a:rPr lang="en-AU" dirty="0"/>
              <a:t> operator  </a:t>
            </a:r>
          </a:p>
        </p:txBody>
      </p:sp>
    </p:spTree>
    <p:extLst>
      <p:ext uri="{BB962C8B-B14F-4D97-AF65-F5344CB8AC3E}">
        <p14:creationId xmlns:p14="http://schemas.microsoft.com/office/powerpoint/2010/main" val="2728106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DEB8B-39BE-6D3B-AA0F-809223F6E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730" y="589218"/>
            <a:ext cx="10972800" cy="720917"/>
          </a:xfrm>
        </p:spPr>
        <p:txBody>
          <a:bodyPr>
            <a:noAutofit/>
          </a:bodyPr>
          <a:lstStyle/>
          <a:p>
            <a:r>
              <a:rPr lang="en-AU" sz="4400" dirty="0"/>
              <a:t>Object properties and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235F3-AC6B-F9D6-7E7B-DA629D2C94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516097"/>
            <a:ext cx="10203180" cy="3478813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Properties are values associated with a JS object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Properties can be changed, added, deleted or read only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Accessing JS property using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objectName.property</a:t>
            </a:r>
            <a:r>
              <a:rPr lang="en-AU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AU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AU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person.age</a:t>
            </a:r>
            <a:r>
              <a:rPr lang="en-AU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or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objectName</a:t>
            </a: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AU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AU" b="0" i="1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property</a:t>
            </a:r>
            <a:r>
              <a:rPr lang="en-AU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   </a:t>
            </a:r>
            <a:r>
              <a:rPr lang="en-AU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person["age"]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Methods are actions that can be performed on objects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Methods are functions stored as object properties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9E4C1E-CE49-6E1A-0738-BF85E39BF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9080" y="6127751"/>
            <a:ext cx="28448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462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81C7D-2C4D-8357-9C59-CD6F62D9D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7519"/>
            <a:ext cx="6614160" cy="1016951"/>
          </a:xfrm>
        </p:spPr>
        <p:txBody>
          <a:bodyPr>
            <a:noAutofit/>
          </a:bodyPr>
          <a:lstStyle/>
          <a:p>
            <a:r>
              <a:rPr lang="en-AU" sz="4400" dirty="0"/>
              <a:t>Object method example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298DCA-1B27-5AB7-DD53-855F34D1E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147954"/>
            <a:ext cx="28448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529544-D571-7D43-85BB-D9B09C842841}"/>
              </a:ext>
            </a:extLst>
          </p:cNvPr>
          <p:cNvSpPr txBox="1"/>
          <p:nvPr/>
        </p:nvSpPr>
        <p:spPr>
          <a:xfrm>
            <a:off x="609600" y="1720840"/>
            <a:ext cx="9293860" cy="397031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latin typeface="Cascadia Code" panose="020B0609020000020004" pitchFamily="49" charset="0"/>
                <a:cs typeface="Cascadia Code" panose="020B0609020000020004" pitchFamily="49" charset="0"/>
              </a:rPr>
              <a:t>&lt;p id="demo"&gt;&lt;/p&gt;</a:t>
            </a:r>
          </a:p>
          <a:p>
            <a:endParaRPr lang="en-AU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AU" dirty="0">
                <a:latin typeface="Cascadia Code" panose="020B0609020000020004" pitchFamily="49" charset="0"/>
                <a:cs typeface="Cascadia Code" panose="020B0609020000020004" pitchFamily="49" charset="0"/>
              </a:rPr>
              <a:t>&lt;script&gt;</a:t>
            </a:r>
          </a:p>
          <a:p>
            <a:pPr lvl="1"/>
            <a:r>
              <a:rPr lang="en-AU" dirty="0">
                <a:latin typeface="Cascadia Code" panose="020B0609020000020004" pitchFamily="49" charset="0"/>
                <a:cs typeface="Cascadia Code" panose="020B0609020000020004" pitchFamily="49" charset="0"/>
              </a:rPr>
              <a:t>const person = {</a:t>
            </a:r>
          </a:p>
          <a:p>
            <a:pPr lvl="1"/>
            <a:r>
              <a:rPr lang="en-AU" dirty="0"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AU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firstName</a:t>
            </a:r>
            <a:r>
              <a:rPr lang="en-AU" dirty="0">
                <a:latin typeface="Cascadia Code" panose="020B0609020000020004" pitchFamily="49" charset="0"/>
                <a:cs typeface="Cascadia Code" panose="020B0609020000020004" pitchFamily="49" charset="0"/>
              </a:rPr>
              <a:t>: "John",</a:t>
            </a:r>
          </a:p>
          <a:p>
            <a:pPr lvl="1"/>
            <a:r>
              <a:rPr lang="en-AU" dirty="0"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AU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lastName</a:t>
            </a:r>
            <a:r>
              <a:rPr lang="en-AU" dirty="0">
                <a:latin typeface="Cascadia Code" panose="020B0609020000020004" pitchFamily="49" charset="0"/>
                <a:cs typeface="Cascadia Code" panose="020B0609020000020004" pitchFamily="49" charset="0"/>
              </a:rPr>
              <a:t>: "Doe",</a:t>
            </a:r>
          </a:p>
          <a:p>
            <a:pPr lvl="1"/>
            <a:r>
              <a:rPr lang="en-AU" dirty="0">
                <a:latin typeface="Cascadia Code" panose="020B0609020000020004" pitchFamily="49" charset="0"/>
                <a:cs typeface="Cascadia Code" panose="020B0609020000020004" pitchFamily="49" charset="0"/>
              </a:rPr>
              <a:t>  id: 5566,</a:t>
            </a:r>
          </a:p>
          <a:p>
            <a:pPr lvl="1"/>
            <a:r>
              <a:rPr lang="en-AU" dirty="0"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AU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fullName</a:t>
            </a:r>
            <a:r>
              <a:rPr lang="en-AU" dirty="0">
                <a:latin typeface="Cascadia Code" panose="020B0609020000020004" pitchFamily="49" charset="0"/>
                <a:cs typeface="Cascadia Code" panose="020B0609020000020004" pitchFamily="49" charset="0"/>
              </a:rPr>
              <a:t>: function() {</a:t>
            </a:r>
          </a:p>
          <a:p>
            <a:pPr lvl="1"/>
            <a:r>
              <a:rPr lang="en-AU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</a:t>
            </a:r>
            <a:r>
              <a:rPr lang="en-AU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this.firstName</a:t>
            </a:r>
            <a:r>
              <a:rPr lang="en-AU" dirty="0">
                <a:latin typeface="Cascadia Code" panose="020B0609020000020004" pitchFamily="49" charset="0"/>
                <a:cs typeface="Cascadia Code" panose="020B0609020000020004" pitchFamily="49" charset="0"/>
              </a:rPr>
              <a:t> + " " + </a:t>
            </a:r>
            <a:r>
              <a:rPr lang="en-AU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this.lastName</a:t>
            </a:r>
            <a:r>
              <a:rPr lang="en-AU" dirty="0"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pPr lvl="1"/>
            <a:r>
              <a:rPr lang="en-AU" dirty="0">
                <a:latin typeface="Cascadia Code" panose="020B0609020000020004" pitchFamily="49" charset="0"/>
                <a:cs typeface="Cascadia Code" panose="020B0609020000020004" pitchFamily="49" charset="0"/>
              </a:rPr>
              <a:t>  }</a:t>
            </a:r>
          </a:p>
          <a:p>
            <a:pPr lvl="1"/>
            <a:r>
              <a:rPr lang="en-AU" dirty="0">
                <a:latin typeface="Cascadia Code" panose="020B0609020000020004" pitchFamily="49" charset="0"/>
                <a:cs typeface="Cascadia Code" panose="020B0609020000020004" pitchFamily="49" charset="0"/>
              </a:rPr>
              <a:t>};</a:t>
            </a:r>
          </a:p>
          <a:p>
            <a:endParaRPr lang="en-AU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AU" dirty="0">
                <a:latin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n-AU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document.getElementById</a:t>
            </a:r>
            <a:r>
              <a:rPr lang="en-AU" dirty="0">
                <a:latin typeface="Cascadia Code" panose="020B0609020000020004" pitchFamily="49" charset="0"/>
                <a:cs typeface="Cascadia Code" panose="020B0609020000020004" pitchFamily="49" charset="0"/>
              </a:rPr>
              <a:t>("demo").</a:t>
            </a:r>
            <a:r>
              <a:rPr lang="en-AU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innerHTML</a:t>
            </a:r>
            <a:r>
              <a:rPr lang="en-AU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AU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person.fullName</a:t>
            </a:r>
            <a:r>
              <a:rPr lang="en-AU" dirty="0">
                <a:latin typeface="Cascadia Code" panose="020B0609020000020004" pitchFamily="49" charset="0"/>
                <a:cs typeface="Cascadia Code" panose="020B0609020000020004" pitchFamily="49" charset="0"/>
              </a:rPr>
              <a:t>();</a:t>
            </a:r>
          </a:p>
          <a:p>
            <a:r>
              <a:rPr lang="en-AU" dirty="0">
                <a:latin typeface="Cascadia Code" panose="020B0609020000020004" pitchFamily="49" charset="0"/>
                <a:cs typeface="Cascadia Code" panose="020B0609020000020004" pitchFamily="49" charset="0"/>
              </a:rPr>
              <a:t>&lt;/script&gt;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D5BED7-F57D-6161-EE39-6E229941B8EB}"/>
              </a:ext>
            </a:extLst>
          </p:cNvPr>
          <p:cNvSpPr txBox="1"/>
          <p:nvPr/>
        </p:nvSpPr>
        <p:spPr>
          <a:xfrm>
            <a:off x="7772400" y="1035138"/>
            <a:ext cx="10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C00000"/>
                </a:solidFill>
              </a:rPr>
              <a:t>object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980EDA1-E68A-0717-4A9E-30D7B5977105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2697480" y="1219804"/>
            <a:ext cx="5074920" cy="1426942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3B5E460-BC2B-00A7-8E5E-4AFBE31F26A6}"/>
              </a:ext>
            </a:extLst>
          </p:cNvPr>
          <p:cNvSpPr txBox="1"/>
          <p:nvPr/>
        </p:nvSpPr>
        <p:spPr>
          <a:xfrm>
            <a:off x="7738110" y="1999127"/>
            <a:ext cx="142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C00000"/>
                </a:solidFill>
              </a:rPr>
              <a:t>method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136AF0-892E-A2FF-6455-6FC4AF38F98F}"/>
              </a:ext>
            </a:extLst>
          </p:cNvPr>
          <p:cNvCxnSpPr>
            <a:cxnSpLocks/>
          </p:cNvCxnSpPr>
          <p:nvPr/>
        </p:nvCxnSpPr>
        <p:spPr>
          <a:xfrm flipH="1">
            <a:off x="2606040" y="2236755"/>
            <a:ext cx="4972050" cy="1605167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C7448D3-EEF3-8BED-1A74-E615CEA87113}"/>
              </a:ext>
            </a:extLst>
          </p:cNvPr>
          <p:cNvSpPr txBox="1"/>
          <p:nvPr/>
        </p:nvSpPr>
        <p:spPr>
          <a:xfrm>
            <a:off x="10092690" y="3472590"/>
            <a:ext cx="1489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C00000"/>
                </a:solidFill>
              </a:rPr>
              <a:t>Method call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FDC40BF-78CC-8367-EF85-40EA3265201B}"/>
              </a:ext>
            </a:extLst>
          </p:cNvPr>
          <p:cNvCxnSpPr>
            <a:cxnSpLocks/>
          </p:cNvCxnSpPr>
          <p:nvPr/>
        </p:nvCxnSpPr>
        <p:spPr>
          <a:xfrm flipH="1">
            <a:off x="7909560" y="3719653"/>
            <a:ext cx="2200275" cy="1400987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8335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47876-8F04-47A9-D27A-15A0294A3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AU" sz="4400" dirty="0"/>
              <a:t>JavaScript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EE716-0FEA-AA5B-DA63-C5E846985C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218917"/>
            <a:ext cx="10972800" cy="1890043"/>
          </a:xfrm>
        </p:spPr>
        <p:txBody>
          <a:bodyPr/>
          <a:lstStyle/>
          <a:p>
            <a:r>
              <a:rPr lang="en-AU" dirty="0"/>
              <a:t>JavaScript classes are templates for JavaScript objects</a:t>
            </a:r>
          </a:p>
          <a:p>
            <a:r>
              <a:rPr lang="en-AU" dirty="0"/>
              <a:t>Using class and constructor to define classes (similar to Java)</a:t>
            </a:r>
          </a:p>
          <a:p>
            <a:r>
              <a:rPr lang="en-AU" dirty="0"/>
              <a:t>Using new operator to create object of a class</a:t>
            </a:r>
          </a:p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00D90-8E2F-CB7B-B641-078CBCC07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520" y="5991226"/>
            <a:ext cx="28448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735324-4CC6-324F-EBCE-BA2471FE97F5}"/>
              </a:ext>
            </a:extLst>
          </p:cNvPr>
          <p:cNvSpPr txBox="1"/>
          <p:nvPr/>
        </p:nvSpPr>
        <p:spPr>
          <a:xfrm>
            <a:off x="1068704" y="3063240"/>
            <a:ext cx="4394836" cy="258532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Car 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constructor(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name,year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this.name = name;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.year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year;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age(x)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return x –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this.year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}  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B2B657-7330-FA16-113B-CD1EC3C562F1}"/>
              </a:ext>
            </a:extLst>
          </p:cNvPr>
          <p:cNvSpPr txBox="1"/>
          <p:nvPr/>
        </p:nvSpPr>
        <p:spPr>
          <a:xfrm>
            <a:off x="5659756" y="3252311"/>
            <a:ext cx="5621654" cy="203132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let date = new Date();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let year = </a:t>
            </a:r>
            <a:r>
              <a:rPr lang="en-US" dirty="0" err="1">
                <a:solidFill>
                  <a:srgbClr val="0000CD"/>
                </a:solidFill>
                <a:latin typeface="Consolas" panose="020B0609020204030204" pitchFamily="49" charset="0"/>
              </a:rPr>
              <a:t>date.getFullYear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();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let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myCar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Car(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"Ford"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2014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dirty="0"/>
            </a:br>
            <a:r>
              <a:rPr lang="en-US" dirty="0" err="1">
                <a:solidFill>
                  <a:srgbClr val="0000CD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(“demo”).</a:t>
            </a:r>
            <a:r>
              <a:rPr lang="en-US" dirty="0" err="1">
                <a:solidFill>
                  <a:srgbClr val="0000CD"/>
                </a:solidFill>
                <a:latin typeface="Consolas" panose="020B0609020204030204" pitchFamily="49" charset="0"/>
              </a:rPr>
              <a:t>innerHTML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 =“My car is ” + </a:t>
            </a:r>
            <a:r>
              <a:rPr lang="en-US" dirty="0" err="1">
                <a:solidFill>
                  <a:srgbClr val="0000CD"/>
                </a:solidFill>
                <a:latin typeface="Consolas" panose="020B0609020204030204" pitchFamily="49" charset="0"/>
              </a:rPr>
              <a:t>myCar.age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(year) + “years old”;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79000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E88F6-C206-8288-BCAF-EF2DBB3E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77191"/>
            <a:ext cx="10972800" cy="1253204"/>
          </a:xfrm>
        </p:spPr>
        <p:txBody>
          <a:bodyPr>
            <a:noAutofit/>
          </a:bodyPr>
          <a:lstStyle/>
          <a:p>
            <a:r>
              <a:rPr lang="en-AU" sz="4400" dirty="0"/>
              <a:t>JavaScript HTML DOM  (Document Object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18132-0F45-09D9-6020-402BA8EA09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5471"/>
            <a:ext cx="10317480" cy="4150979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Document object represents the web page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Using DOM object access any element in the HTML page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AU" dirty="0"/>
              <a:t>Finding HTML Elements</a:t>
            </a:r>
          </a:p>
          <a:p>
            <a:pPr>
              <a:buFont typeface="Courier New" panose="02070309020205020404" pitchFamily="49" charset="0"/>
              <a:buChar char="o"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FC937F-A06B-20C6-E749-4087B9AEF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090" y="6218236"/>
            <a:ext cx="28448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C0D44F-0FEF-1214-FADD-D1D5A54F8548}"/>
              </a:ext>
            </a:extLst>
          </p:cNvPr>
          <p:cNvSpPr txBox="1"/>
          <p:nvPr/>
        </p:nvSpPr>
        <p:spPr>
          <a:xfrm>
            <a:off x="1264920" y="3462650"/>
            <a:ext cx="71784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document.getElementById</a:t>
            </a:r>
            <a:r>
              <a:rPr lang="en-A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</a:t>
            </a:r>
            <a:r>
              <a:rPr lang="en-AU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id</a:t>
            </a:r>
            <a:r>
              <a:rPr lang="en-A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)</a:t>
            </a:r>
          </a:p>
          <a:p>
            <a:r>
              <a:rPr lang="en-A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document.getElementsByTagName</a:t>
            </a:r>
            <a:r>
              <a:rPr lang="en-A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</a:t>
            </a:r>
            <a:r>
              <a:rPr lang="en-AU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name</a:t>
            </a:r>
            <a:r>
              <a:rPr lang="en-A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)</a:t>
            </a:r>
          </a:p>
          <a:p>
            <a:r>
              <a:rPr lang="en-A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document.getElementsByClassName</a:t>
            </a:r>
            <a:r>
              <a:rPr lang="en-A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</a:t>
            </a:r>
            <a:r>
              <a:rPr lang="en-AU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name</a:t>
            </a:r>
            <a:r>
              <a:rPr lang="en-A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)</a:t>
            </a:r>
          </a:p>
          <a:p>
            <a:r>
              <a:rPr lang="en-AU" dirty="0" err="1">
                <a:solidFill>
                  <a:srgbClr val="000000"/>
                </a:solidFill>
                <a:latin typeface="Verdana" panose="020B0604030504040204" pitchFamily="34" charset="0"/>
              </a:rPr>
              <a:t>document.querySelector</a:t>
            </a:r>
            <a:r>
              <a:rPr lang="en-AU" dirty="0">
                <a:solidFill>
                  <a:srgbClr val="000000"/>
                </a:solidFill>
                <a:latin typeface="Verdana" panose="020B0604030504040204" pitchFamily="34" charset="0"/>
              </a:rPr>
              <a:t>()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08708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724394" y="627857"/>
            <a:ext cx="9975274" cy="1035050"/>
          </a:xfrm>
        </p:spPr>
        <p:txBody>
          <a:bodyPr/>
          <a:lstStyle/>
          <a:p>
            <a:r>
              <a:rPr lang="en-AU" dirty="0"/>
              <a:t>Hands-on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4294967295"/>
          </p:nvPr>
        </p:nvSpPr>
        <p:spPr>
          <a:xfrm>
            <a:off x="870017" y="1947553"/>
            <a:ext cx="9449640" cy="3167742"/>
          </a:xfrm>
        </p:spPr>
        <p:txBody>
          <a:bodyPr>
            <a:normAutofit/>
          </a:bodyPr>
          <a:lstStyle/>
          <a:p>
            <a:pPr marL="285750" lvl="1" algn="l">
              <a:buFont typeface="Courier New" panose="02070309020205020404" pitchFamily="49" charset="0"/>
              <a:buChar char="o"/>
            </a:pPr>
            <a:r>
              <a:rPr lang="en-AU" sz="1800" b="1" dirty="0"/>
              <a:t>Hands-on Project 1</a:t>
            </a:r>
          </a:p>
          <a:p>
            <a:pPr marL="857250" lvl="3"/>
            <a:r>
              <a:rPr lang="en-AU" sz="2400" dirty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Read form data using JavaScript functions</a:t>
            </a:r>
          </a:p>
          <a:p>
            <a:pPr marL="0" lvl="1" algn="l">
              <a:buFont typeface="Courier New" panose="02070309020205020404" pitchFamily="49" charset="0"/>
              <a:buChar char="o"/>
            </a:pPr>
            <a:r>
              <a:rPr lang="en-AU" sz="1800" b="1" dirty="0"/>
              <a:t>Hands-on Project 2</a:t>
            </a:r>
          </a:p>
          <a:p>
            <a:pPr marL="857250" lvl="3"/>
            <a:r>
              <a:rPr lang="en-AU" sz="2400" dirty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Create a BMI calculator</a:t>
            </a:r>
          </a:p>
          <a:p>
            <a:pPr marL="0" lvl="1">
              <a:buFont typeface="Courier New" panose="02070309020205020404" pitchFamily="49" charset="0"/>
              <a:buChar char="o"/>
            </a:pPr>
            <a:r>
              <a:rPr lang="en-AU" sz="1800" b="1" dirty="0"/>
              <a:t>Hands-on Project 3</a:t>
            </a:r>
          </a:p>
          <a:p>
            <a:pPr marL="857250" lvl="3"/>
            <a:r>
              <a:rPr lang="en-AU" sz="2400" dirty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Social Innovation survey questionnaire</a:t>
            </a:r>
            <a:endParaRPr lang="en-A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73346-F27E-266B-C993-FCA3841FDF2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139180"/>
            <a:ext cx="2743200" cy="365125"/>
          </a:xfrm>
        </p:spPr>
        <p:txBody>
          <a:bodyPr/>
          <a:lstStyle/>
          <a:p>
            <a:fld id="{C8E10E51-443D-46E2-BA62-E4C7DDDBF594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5230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10C09-07F2-44CC-888F-BCE416CA19DF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724395" y="558007"/>
            <a:ext cx="10363200" cy="1035050"/>
          </a:xfrm>
        </p:spPr>
        <p:txBody>
          <a:bodyPr/>
          <a:lstStyle/>
          <a:p>
            <a:r>
              <a:rPr lang="en-AU" dirty="0"/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2CD50D-DEAD-4AE4-B18D-9BB892D6B200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724396" y="1969263"/>
            <a:ext cx="9963396" cy="263525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300" dirty="0">
                <a:hlinkClick r:id="rId2"/>
              </a:rPr>
              <a:t>https://www.tutorialspoint.com/html5/html5_tutorial.pdf</a:t>
            </a:r>
            <a:endParaRPr lang="en-AU" sz="2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300" dirty="0">
                <a:hlinkClick r:id="rId3"/>
              </a:rPr>
              <a:t>https://www.w3schools.com/js/default.asp</a:t>
            </a:r>
            <a:endParaRPr lang="en-AU" sz="23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2300" dirty="0"/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BC48F1-7482-002F-C84E-7DFDD876A35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C8E10E51-443D-46E2-BA62-E4C7DDDBF594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035844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1" id="{80B162CC-CC49-450E-8744-73015A48EB2B}" vid="{2B37B3F4-73B9-4B0F-A2AA-FFAC768AB7E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2530</TotalTime>
  <Words>1393</Words>
  <Application>Microsoft Office PowerPoint</Application>
  <PresentationFormat>Widescreen</PresentationFormat>
  <Paragraphs>205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Cascadia Code</vt:lpstr>
      <vt:lpstr>Consolas</vt:lpstr>
      <vt:lpstr>Courier New</vt:lpstr>
      <vt:lpstr>Times New Roman</vt:lpstr>
      <vt:lpstr>Verdana</vt:lpstr>
      <vt:lpstr>Wingdings</vt:lpstr>
      <vt:lpstr>Theme1</vt:lpstr>
      <vt:lpstr>COIT12207 Internet Applications</vt:lpstr>
      <vt:lpstr>Outline</vt:lpstr>
      <vt:lpstr>What is JavaScript</vt:lpstr>
      <vt:lpstr>What JavaScript can do</vt:lpstr>
      <vt:lpstr>Where to insert </vt:lpstr>
      <vt:lpstr>JavaScript output</vt:lpstr>
      <vt:lpstr>JavaScript Statements/Code</vt:lpstr>
      <vt:lpstr>JavaScript Variables, Data Types</vt:lpstr>
      <vt:lpstr>Data Types – Arrays and Objects</vt:lpstr>
      <vt:lpstr>JavaScript Array Methods</vt:lpstr>
      <vt:lpstr>JS Functions  - code reuse</vt:lpstr>
      <vt:lpstr>JavaScript Objects</vt:lpstr>
      <vt:lpstr>Object properties and methods</vt:lpstr>
      <vt:lpstr>Object method example </vt:lpstr>
      <vt:lpstr>JavaScript Classes</vt:lpstr>
      <vt:lpstr>JavaScript HTML DOM  (Document Object Model)</vt:lpstr>
      <vt:lpstr>Hands-on Projects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COIT12207 Internet Applications</dc:title>
  <dc:creator>Lily Li</dc:creator>
  <cp:lastModifiedBy>Lily Li</cp:lastModifiedBy>
  <cp:revision>188</cp:revision>
  <dcterms:created xsi:type="dcterms:W3CDTF">2016-04-30T06:50:58Z</dcterms:created>
  <dcterms:modified xsi:type="dcterms:W3CDTF">2022-06-28T00:43:01Z</dcterms:modified>
</cp:coreProperties>
</file>