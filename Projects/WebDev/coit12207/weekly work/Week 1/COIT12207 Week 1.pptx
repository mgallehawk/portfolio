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03" r:id="rId1"/>
  </p:sldMasterIdLst>
  <p:notesMasterIdLst>
    <p:notesMasterId r:id="rId25"/>
  </p:notesMasterIdLst>
  <p:sldIdLst>
    <p:sldId id="256" r:id="rId2"/>
    <p:sldId id="257" r:id="rId3"/>
    <p:sldId id="297" r:id="rId4"/>
    <p:sldId id="298" r:id="rId5"/>
    <p:sldId id="278" r:id="rId6"/>
    <p:sldId id="279" r:id="rId7"/>
    <p:sldId id="281" r:id="rId8"/>
    <p:sldId id="277" r:id="rId9"/>
    <p:sldId id="285" r:id="rId10"/>
    <p:sldId id="286" r:id="rId11"/>
    <p:sldId id="287" r:id="rId12"/>
    <p:sldId id="283" r:id="rId13"/>
    <p:sldId id="282" r:id="rId14"/>
    <p:sldId id="288" r:id="rId15"/>
    <p:sldId id="290" r:id="rId16"/>
    <p:sldId id="293" r:id="rId17"/>
    <p:sldId id="289" r:id="rId18"/>
    <p:sldId id="291" r:id="rId19"/>
    <p:sldId id="294" r:id="rId20"/>
    <p:sldId id="292" r:id="rId21"/>
    <p:sldId id="295" r:id="rId22"/>
    <p:sldId id="276"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7CD843-5AD7-4A6B-84BB-79AFBC01A6EA}" v="3" dt="2022-06-15T00:11:57.6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8657" autoAdjust="0"/>
  </p:normalViewPr>
  <p:slideViewPr>
    <p:cSldViewPr snapToGrid="0">
      <p:cViewPr varScale="1">
        <p:scale>
          <a:sx n="84" d="100"/>
          <a:sy n="84" d="100"/>
        </p:scale>
        <p:origin x="1374" y="90"/>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ly Li" userId="a4173242-1e2f-493e-ae7d-f1030ffd65b7" providerId="ADAL" clId="{597CD843-5AD7-4A6B-84BB-79AFBC01A6EA}"/>
    <pc:docChg chg="custSel addSld delSld modSld">
      <pc:chgData name="Lily Li" userId="a4173242-1e2f-493e-ae7d-f1030ffd65b7" providerId="ADAL" clId="{597CD843-5AD7-4A6B-84BB-79AFBC01A6EA}" dt="2023-06-16T00:35:38.740" v="1337" actId="313"/>
      <pc:docMkLst>
        <pc:docMk/>
      </pc:docMkLst>
      <pc:sldChg chg="modSp mod">
        <pc:chgData name="Lily Li" userId="a4173242-1e2f-493e-ae7d-f1030ffd65b7" providerId="ADAL" clId="{597CD843-5AD7-4A6B-84BB-79AFBC01A6EA}" dt="2022-06-17T06:22:18.669" v="1326" actId="1076"/>
        <pc:sldMkLst>
          <pc:docMk/>
          <pc:sldMk cId="784406767" sldId="256"/>
        </pc:sldMkLst>
        <pc:spChg chg="mod">
          <ac:chgData name="Lily Li" userId="a4173242-1e2f-493e-ae7d-f1030ffd65b7" providerId="ADAL" clId="{597CD843-5AD7-4A6B-84BB-79AFBC01A6EA}" dt="2022-06-17T06:22:18.669" v="1326" actId="1076"/>
          <ac:spMkLst>
            <pc:docMk/>
            <pc:sldMk cId="784406767" sldId="256"/>
            <ac:spMk id="3" creationId="{00000000-0000-0000-0000-000000000000}"/>
          </ac:spMkLst>
        </pc:spChg>
        <pc:spChg chg="mod">
          <ac:chgData name="Lily Li" userId="a4173242-1e2f-493e-ae7d-f1030ffd65b7" providerId="ADAL" clId="{597CD843-5AD7-4A6B-84BB-79AFBC01A6EA}" dt="2022-06-15T00:11:37.729" v="1322" actId="1076"/>
          <ac:spMkLst>
            <pc:docMk/>
            <pc:sldMk cId="784406767" sldId="256"/>
            <ac:spMk id="5" creationId="{004FF64E-975A-927C-BA9C-FBB13DF2FFF0}"/>
          </ac:spMkLst>
        </pc:spChg>
      </pc:sldChg>
      <pc:sldChg chg="modSp mod">
        <pc:chgData name="Lily Li" userId="a4173242-1e2f-493e-ae7d-f1030ffd65b7" providerId="ADAL" clId="{597CD843-5AD7-4A6B-84BB-79AFBC01A6EA}" dt="2022-06-14T00:53:48.562" v="26" actId="20577"/>
        <pc:sldMkLst>
          <pc:docMk/>
          <pc:sldMk cId="600708474" sldId="257"/>
        </pc:sldMkLst>
        <pc:spChg chg="mod">
          <ac:chgData name="Lily Li" userId="a4173242-1e2f-493e-ae7d-f1030ffd65b7" providerId="ADAL" clId="{597CD843-5AD7-4A6B-84BB-79AFBC01A6EA}" dt="2022-06-14T00:53:30.329" v="18" actId="1076"/>
          <ac:spMkLst>
            <pc:docMk/>
            <pc:sldMk cId="600708474" sldId="257"/>
            <ac:spMk id="2" creationId="{00000000-0000-0000-0000-000000000000}"/>
          </ac:spMkLst>
        </pc:spChg>
        <pc:spChg chg="mod">
          <ac:chgData name="Lily Li" userId="a4173242-1e2f-493e-ae7d-f1030ffd65b7" providerId="ADAL" clId="{597CD843-5AD7-4A6B-84BB-79AFBC01A6EA}" dt="2022-06-14T00:53:48.562" v="26" actId="20577"/>
          <ac:spMkLst>
            <pc:docMk/>
            <pc:sldMk cId="600708474" sldId="257"/>
            <ac:spMk id="3" creationId="{00000000-0000-0000-0000-000000000000}"/>
          </ac:spMkLst>
        </pc:spChg>
      </pc:sldChg>
      <pc:sldChg chg="modSp mod">
        <pc:chgData name="Lily Li" userId="a4173242-1e2f-493e-ae7d-f1030ffd65b7" providerId="ADAL" clId="{597CD843-5AD7-4A6B-84BB-79AFBC01A6EA}" dt="2022-06-14T01:05:17.248" v="795" actId="14100"/>
        <pc:sldMkLst>
          <pc:docMk/>
          <pc:sldMk cId="465230810" sldId="276"/>
        </pc:sldMkLst>
        <pc:spChg chg="mod">
          <ac:chgData name="Lily Li" userId="a4173242-1e2f-493e-ae7d-f1030ffd65b7" providerId="ADAL" clId="{597CD843-5AD7-4A6B-84BB-79AFBC01A6EA}" dt="2022-06-14T01:05:17.248" v="795" actId="14100"/>
          <ac:spMkLst>
            <pc:docMk/>
            <pc:sldMk cId="465230810" sldId="276"/>
            <ac:spMk id="3" creationId="{00000000-0000-0000-0000-000000000000}"/>
          </ac:spMkLst>
        </pc:spChg>
      </pc:sldChg>
      <pc:sldChg chg="modSp mod">
        <pc:chgData name="Lily Li" userId="a4173242-1e2f-493e-ae7d-f1030ffd65b7" providerId="ADAL" clId="{597CD843-5AD7-4A6B-84BB-79AFBC01A6EA}" dt="2022-06-27T23:55:54.365" v="1329" actId="20577"/>
        <pc:sldMkLst>
          <pc:docMk/>
          <pc:sldMk cId="2457925762" sldId="277"/>
        </pc:sldMkLst>
        <pc:spChg chg="mod">
          <ac:chgData name="Lily Li" userId="a4173242-1e2f-493e-ae7d-f1030ffd65b7" providerId="ADAL" clId="{597CD843-5AD7-4A6B-84BB-79AFBC01A6EA}" dt="2022-06-27T23:55:54.365" v="1329" actId="20577"/>
          <ac:spMkLst>
            <pc:docMk/>
            <pc:sldMk cId="2457925762" sldId="277"/>
            <ac:spMk id="3" creationId="{109750F4-5928-4457-85DE-B683D8584FA0}"/>
          </ac:spMkLst>
        </pc:spChg>
      </pc:sldChg>
      <pc:sldChg chg="modSp mod">
        <pc:chgData name="Lily Li" userId="a4173242-1e2f-493e-ae7d-f1030ffd65b7" providerId="ADAL" clId="{597CD843-5AD7-4A6B-84BB-79AFBC01A6EA}" dt="2022-06-28T00:00:08.936" v="1330" actId="20577"/>
        <pc:sldMkLst>
          <pc:docMk/>
          <pc:sldMk cId="3234770413" sldId="282"/>
        </pc:sldMkLst>
        <pc:spChg chg="mod">
          <ac:chgData name="Lily Li" userId="a4173242-1e2f-493e-ae7d-f1030ffd65b7" providerId="ADAL" clId="{597CD843-5AD7-4A6B-84BB-79AFBC01A6EA}" dt="2022-06-28T00:00:08.936" v="1330" actId="20577"/>
          <ac:spMkLst>
            <pc:docMk/>
            <pc:sldMk cId="3234770413" sldId="282"/>
            <ac:spMk id="3" creationId="{7549475F-9169-4225-9A61-577D521AD175}"/>
          </ac:spMkLst>
        </pc:spChg>
      </pc:sldChg>
      <pc:sldChg chg="modSp mod">
        <pc:chgData name="Lily Li" userId="a4173242-1e2f-493e-ae7d-f1030ffd65b7" providerId="ADAL" clId="{597CD843-5AD7-4A6B-84BB-79AFBC01A6EA}" dt="2023-06-16T00:32:33.760" v="1336" actId="20577"/>
        <pc:sldMkLst>
          <pc:docMk/>
          <pc:sldMk cId="309413344" sldId="283"/>
        </pc:sldMkLst>
        <pc:spChg chg="mod">
          <ac:chgData name="Lily Li" userId="a4173242-1e2f-493e-ae7d-f1030ffd65b7" providerId="ADAL" clId="{597CD843-5AD7-4A6B-84BB-79AFBC01A6EA}" dt="2023-06-16T00:32:33.760" v="1336" actId="20577"/>
          <ac:spMkLst>
            <pc:docMk/>
            <pc:sldMk cId="309413344" sldId="283"/>
            <ac:spMk id="2" creationId="{7B3302F9-8482-3FF7-5DA1-B07E8E127A1D}"/>
          </ac:spMkLst>
        </pc:spChg>
      </pc:sldChg>
      <pc:sldChg chg="modSp mod">
        <pc:chgData name="Lily Li" userId="a4173242-1e2f-493e-ae7d-f1030ffd65b7" providerId="ADAL" clId="{597CD843-5AD7-4A6B-84BB-79AFBC01A6EA}" dt="2022-06-28T00:01:49.481" v="1332" actId="14100"/>
        <pc:sldMkLst>
          <pc:docMk/>
          <pc:sldMk cId="337329266" sldId="288"/>
        </pc:sldMkLst>
        <pc:spChg chg="mod">
          <ac:chgData name="Lily Li" userId="a4173242-1e2f-493e-ae7d-f1030ffd65b7" providerId="ADAL" clId="{597CD843-5AD7-4A6B-84BB-79AFBC01A6EA}" dt="2022-06-28T00:01:49.481" v="1332" actId="14100"/>
          <ac:spMkLst>
            <pc:docMk/>
            <pc:sldMk cId="337329266" sldId="288"/>
            <ac:spMk id="3" creationId="{EB59D88F-A726-AE6F-DA60-E8AB10F37ADE}"/>
          </ac:spMkLst>
        </pc:spChg>
      </pc:sldChg>
      <pc:sldChg chg="modSp mod">
        <pc:chgData name="Lily Li" userId="a4173242-1e2f-493e-ae7d-f1030ffd65b7" providerId="ADAL" clId="{597CD843-5AD7-4A6B-84BB-79AFBC01A6EA}" dt="2023-06-16T00:35:38.740" v="1337" actId="313"/>
        <pc:sldMkLst>
          <pc:docMk/>
          <pc:sldMk cId="3964799482" sldId="292"/>
        </pc:sldMkLst>
        <pc:spChg chg="mod">
          <ac:chgData name="Lily Li" userId="a4173242-1e2f-493e-ae7d-f1030ffd65b7" providerId="ADAL" clId="{597CD843-5AD7-4A6B-84BB-79AFBC01A6EA}" dt="2023-06-16T00:35:38.740" v="1337" actId="313"/>
          <ac:spMkLst>
            <pc:docMk/>
            <pc:sldMk cId="3964799482" sldId="292"/>
            <ac:spMk id="3" creationId="{4639AC07-ADD9-6531-02E9-96DBAF814DB5}"/>
          </ac:spMkLst>
        </pc:spChg>
      </pc:sldChg>
      <pc:sldChg chg="new del">
        <pc:chgData name="Lily Li" userId="a4173242-1e2f-493e-ae7d-f1030ffd65b7" providerId="ADAL" clId="{597CD843-5AD7-4A6B-84BB-79AFBC01A6EA}" dt="2022-06-14T00:54:04.154" v="28" actId="47"/>
        <pc:sldMkLst>
          <pc:docMk/>
          <pc:sldMk cId="953031020" sldId="296"/>
        </pc:sldMkLst>
      </pc:sldChg>
      <pc:sldChg chg="new del">
        <pc:chgData name="Lily Li" userId="a4173242-1e2f-493e-ae7d-f1030ffd65b7" providerId="ADAL" clId="{597CD843-5AD7-4A6B-84BB-79AFBC01A6EA}" dt="2022-06-14T00:51:36.949" v="16" actId="2696"/>
        <pc:sldMkLst>
          <pc:docMk/>
          <pc:sldMk cId="3954550404" sldId="296"/>
        </pc:sldMkLst>
      </pc:sldChg>
      <pc:sldChg chg="modSp add mod">
        <pc:chgData name="Lily Li" userId="a4173242-1e2f-493e-ae7d-f1030ffd65b7" providerId="ADAL" clId="{597CD843-5AD7-4A6B-84BB-79AFBC01A6EA}" dt="2022-06-27T23:52:14.823" v="1327" actId="20577"/>
        <pc:sldMkLst>
          <pc:docMk/>
          <pc:sldMk cId="4181332135" sldId="297"/>
        </pc:sldMkLst>
        <pc:spChg chg="mod">
          <ac:chgData name="Lily Li" userId="a4173242-1e2f-493e-ae7d-f1030ffd65b7" providerId="ADAL" clId="{597CD843-5AD7-4A6B-84BB-79AFBC01A6EA}" dt="2022-06-14T04:23:22.927" v="1216" actId="20577"/>
          <ac:spMkLst>
            <pc:docMk/>
            <pc:sldMk cId="4181332135" sldId="297"/>
            <ac:spMk id="2" creationId="{00000000-0000-0000-0000-000000000000}"/>
          </ac:spMkLst>
        </pc:spChg>
        <pc:spChg chg="mod">
          <ac:chgData name="Lily Li" userId="a4173242-1e2f-493e-ae7d-f1030ffd65b7" providerId="ADAL" clId="{597CD843-5AD7-4A6B-84BB-79AFBC01A6EA}" dt="2022-06-27T23:52:14.823" v="1327" actId="20577"/>
          <ac:spMkLst>
            <pc:docMk/>
            <pc:sldMk cId="4181332135" sldId="297"/>
            <ac:spMk id="3" creationId="{00000000-0000-0000-0000-000000000000}"/>
          </ac:spMkLst>
        </pc:spChg>
      </pc:sldChg>
      <pc:sldChg chg="modSp mod">
        <pc:chgData name="Lily Li" userId="a4173242-1e2f-493e-ae7d-f1030ffd65b7" providerId="ADAL" clId="{597CD843-5AD7-4A6B-84BB-79AFBC01A6EA}" dt="2022-06-14T04:25:38.177" v="1320" actId="14100"/>
        <pc:sldMkLst>
          <pc:docMk/>
          <pc:sldMk cId="2286782665" sldId="298"/>
        </pc:sldMkLst>
        <pc:spChg chg="mod">
          <ac:chgData name="Lily Li" userId="a4173242-1e2f-493e-ae7d-f1030ffd65b7" providerId="ADAL" clId="{597CD843-5AD7-4A6B-84BB-79AFBC01A6EA}" dt="2022-06-14T04:23:27.934" v="1217" actId="20577"/>
          <ac:spMkLst>
            <pc:docMk/>
            <pc:sldMk cId="2286782665" sldId="298"/>
            <ac:spMk id="2" creationId="{00000000-0000-0000-0000-000000000000}"/>
          </ac:spMkLst>
        </pc:spChg>
        <pc:spChg chg="mod">
          <ac:chgData name="Lily Li" userId="a4173242-1e2f-493e-ae7d-f1030ffd65b7" providerId="ADAL" clId="{597CD843-5AD7-4A6B-84BB-79AFBC01A6EA}" dt="2022-06-14T04:25:38.177" v="1320" actId="14100"/>
          <ac:spMkLst>
            <pc:docMk/>
            <pc:sldMk cId="2286782665" sldId="298"/>
            <ac:spMk id="3" creationId="{00000000-0000-0000-0000-000000000000}"/>
          </ac:spMkLst>
        </pc:spChg>
      </pc:sldChg>
    </pc:docChg>
  </pc:docChgLst>
  <pc:docChgLst>
    <pc:chgData name="Lily Li" userId="a4173242-1e2f-493e-ae7d-f1030ffd65b7" providerId="ADAL" clId="{84D67BA2-59AD-46DD-B9FC-969D27FD97C1}"/>
    <pc:docChg chg="custSel modSld">
      <pc:chgData name="Lily Li" userId="a4173242-1e2f-493e-ae7d-f1030ffd65b7" providerId="ADAL" clId="{84D67BA2-59AD-46DD-B9FC-969D27FD97C1}" dt="2022-06-08T02:16:55.723" v="131" actId="14100"/>
      <pc:docMkLst>
        <pc:docMk/>
      </pc:docMkLst>
      <pc:sldChg chg="delSp modSp mod modClrScheme chgLayout">
        <pc:chgData name="Lily Li" userId="a4173242-1e2f-493e-ae7d-f1030ffd65b7" providerId="ADAL" clId="{84D67BA2-59AD-46DD-B9FC-969D27FD97C1}" dt="2022-06-08T02:08:11.356" v="41" actId="1076"/>
        <pc:sldMkLst>
          <pc:docMk/>
          <pc:sldMk cId="784406767" sldId="256"/>
        </pc:sldMkLst>
        <pc:spChg chg="mod ord">
          <ac:chgData name="Lily Li" userId="a4173242-1e2f-493e-ae7d-f1030ffd65b7" providerId="ADAL" clId="{84D67BA2-59AD-46DD-B9FC-969D27FD97C1}" dt="2022-06-08T02:08:08.948" v="40" actId="1076"/>
          <ac:spMkLst>
            <pc:docMk/>
            <pc:sldMk cId="784406767" sldId="256"/>
            <ac:spMk id="2" creationId="{00000000-0000-0000-0000-000000000000}"/>
          </ac:spMkLst>
        </pc:spChg>
        <pc:spChg chg="mod ord">
          <ac:chgData name="Lily Li" userId="a4173242-1e2f-493e-ae7d-f1030ffd65b7" providerId="ADAL" clId="{84D67BA2-59AD-46DD-B9FC-969D27FD97C1}" dt="2022-06-08T02:08:11.356" v="41" actId="1076"/>
          <ac:spMkLst>
            <pc:docMk/>
            <pc:sldMk cId="784406767" sldId="256"/>
            <ac:spMk id="3" creationId="{00000000-0000-0000-0000-000000000000}"/>
          </ac:spMkLst>
        </pc:spChg>
        <pc:spChg chg="del mod">
          <ac:chgData name="Lily Li" userId="a4173242-1e2f-493e-ae7d-f1030ffd65b7" providerId="ADAL" clId="{84D67BA2-59AD-46DD-B9FC-969D27FD97C1}" dt="2022-06-08T02:08:05.397" v="39" actId="478"/>
          <ac:spMkLst>
            <pc:docMk/>
            <pc:sldMk cId="784406767" sldId="256"/>
            <ac:spMk id="4" creationId="{F9BD7251-D1B1-ED25-99D4-459DA80925ED}"/>
          </ac:spMkLst>
        </pc:spChg>
        <pc:spChg chg="mod">
          <ac:chgData name="Lily Li" userId="a4173242-1e2f-493e-ae7d-f1030ffd65b7" providerId="ADAL" clId="{84D67BA2-59AD-46DD-B9FC-969D27FD97C1}" dt="2022-06-08T02:06:35.938" v="23" actId="1076"/>
          <ac:spMkLst>
            <pc:docMk/>
            <pc:sldMk cId="784406767" sldId="256"/>
            <ac:spMk id="5" creationId="{004FF64E-975A-927C-BA9C-FBB13DF2FFF0}"/>
          </ac:spMkLst>
        </pc:spChg>
      </pc:sldChg>
      <pc:sldChg chg="delSp modSp mod chgLayout">
        <pc:chgData name="Lily Li" userId="a4173242-1e2f-493e-ae7d-f1030ffd65b7" providerId="ADAL" clId="{84D67BA2-59AD-46DD-B9FC-969D27FD97C1}" dt="2022-06-08T02:08:22.476" v="44" actId="478"/>
        <pc:sldMkLst>
          <pc:docMk/>
          <pc:sldMk cId="600708474" sldId="257"/>
        </pc:sldMkLst>
        <pc:spChg chg="mod ord">
          <ac:chgData name="Lily Li" userId="a4173242-1e2f-493e-ae7d-f1030ffd65b7" providerId="ADAL" clId="{84D67BA2-59AD-46DD-B9FC-969D27FD97C1}" dt="2022-06-08T02:08:19.860" v="43" actId="1076"/>
          <ac:spMkLst>
            <pc:docMk/>
            <pc:sldMk cId="600708474" sldId="257"/>
            <ac:spMk id="2" creationId="{00000000-0000-0000-0000-000000000000}"/>
          </ac:spMkLst>
        </pc:spChg>
        <pc:spChg chg="mod ord">
          <ac:chgData name="Lily Li" userId="a4173242-1e2f-493e-ae7d-f1030ffd65b7" providerId="ADAL" clId="{84D67BA2-59AD-46DD-B9FC-969D27FD97C1}" dt="2022-06-08T02:08:17.372" v="42" actId="1076"/>
          <ac:spMkLst>
            <pc:docMk/>
            <pc:sldMk cId="600708474" sldId="257"/>
            <ac:spMk id="3" creationId="{00000000-0000-0000-0000-000000000000}"/>
          </ac:spMkLst>
        </pc:spChg>
        <pc:spChg chg="del mod">
          <ac:chgData name="Lily Li" userId="a4173242-1e2f-493e-ae7d-f1030ffd65b7" providerId="ADAL" clId="{84D67BA2-59AD-46DD-B9FC-969D27FD97C1}" dt="2022-06-08T02:08:22.476" v="44" actId="478"/>
          <ac:spMkLst>
            <pc:docMk/>
            <pc:sldMk cId="600708474" sldId="257"/>
            <ac:spMk id="4" creationId="{E2E517D7-9016-D9BC-1F62-38798F7A0C01}"/>
          </ac:spMkLst>
        </pc:spChg>
        <pc:spChg chg="mod">
          <ac:chgData name="Lily Li" userId="a4173242-1e2f-493e-ae7d-f1030ffd65b7" providerId="ADAL" clId="{84D67BA2-59AD-46DD-B9FC-969D27FD97C1}" dt="2022-06-08T02:06:18.849" v="17"/>
          <ac:spMkLst>
            <pc:docMk/>
            <pc:sldMk cId="600708474" sldId="257"/>
            <ac:spMk id="5" creationId="{1B2C5761-B1B4-EB95-4FC9-6F73AD55931D}"/>
          </ac:spMkLst>
        </pc:spChg>
      </pc:sldChg>
      <pc:sldChg chg="delSp modSp mod chgLayout">
        <pc:chgData name="Lily Li" userId="a4173242-1e2f-493e-ae7d-f1030ffd65b7" providerId="ADAL" clId="{84D67BA2-59AD-46DD-B9FC-969D27FD97C1}" dt="2022-06-08T02:14:40.123" v="122" actId="20577"/>
        <pc:sldMkLst>
          <pc:docMk/>
          <pc:sldMk cId="465230810" sldId="276"/>
        </pc:sldMkLst>
        <pc:spChg chg="mod ord">
          <ac:chgData name="Lily Li" userId="a4173242-1e2f-493e-ae7d-f1030ffd65b7" providerId="ADAL" clId="{84D67BA2-59AD-46DD-B9FC-969D27FD97C1}" dt="2022-06-08T02:14:08.633" v="101" actId="14100"/>
          <ac:spMkLst>
            <pc:docMk/>
            <pc:sldMk cId="465230810" sldId="276"/>
            <ac:spMk id="2" creationId="{00000000-0000-0000-0000-000000000000}"/>
          </ac:spMkLst>
        </pc:spChg>
        <pc:spChg chg="mod ord">
          <ac:chgData name="Lily Li" userId="a4173242-1e2f-493e-ae7d-f1030ffd65b7" providerId="ADAL" clId="{84D67BA2-59AD-46DD-B9FC-969D27FD97C1}" dt="2022-06-08T02:14:40.123" v="122" actId="20577"/>
          <ac:spMkLst>
            <pc:docMk/>
            <pc:sldMk cId="465230810" sldId="276"/>
            <ac:spMk id="3" creationId="{00000000-0000-0000-0000-000000000000}"/>
          </ac:spMkLst>
        </pc:spChg>
        <pc:spChg chg="del mod">
          <ac:chgData name="Lily Li" userId="a4173242-1e2f-493e-ae7d-f1030ffd65b7" providerId="ADAL" clId="{84D67BA2-59AD-46DD-B9FC-969D27FD97C1}" dt="2022-06-08T02:14:02.561" v="99" actId="478"/>
          <ac:spMkLst>
            <pc:docMk/>
            <pc:sldMk cId="465230810" sldId="276"/>
            <ac:spMk id="4" creationId="{6A160496-9DF1-BB79-546B-D922FEC1411A}"/>
          </ac:spMkLst>
        </pc:spChg>
        <pc:spChg chg="mod">
          <ac:chgData name="Lily Li" userId="a4173242-1e2f-493e-ae7d-f1030ffd65b7" providerId="ADAL" clId="{84D67BA2-59AD-46DD-B9FC-969D27FD97C1}" dt="2022-06-08T02:06:18.849" v="17"/>
          <ac:spMkLst>
            <pc:docMk/>
            <pc:sldMk cId="465230810" sldId="276"/>
            <ac:spMk id="5" creationId="{A4273346-F27E-266B-C993-FCA3841FDF28}"/>
          </ac:spMkLst>
        </pc:spChg>
      </pc:sldChg>
      <pc:sldChg chg="delSp modSp mod chgLayout">
        <pc:chgData name="Lily Li" userId="a4173242-1e2f-493e-ae7d-f1030ffd65b7" providerId="ADAL" clId="{84D67BA2-59AD-46DD-B9FC-969D27FD97C1}" dt="2022-06-08T02:10:00.062" v="61" actId="1076"/>
        <pc:sldMkLst>
          <pc:docMk/>
          <pc:sldMk cId="2457925762" sldId="277"/>
        </pc:sldMkLst>
        <pc:spChg chg="mod ord">
          <ac:chgData name="Lily Li" userId="a4173242-1e2f-493e-ae7d-f1030ffd65b7" providerId="ADAL" clId="{84D67BA2-59AD-46DD-B9FC-969D27FD97C1}" dt="2022-06-08T02:10:00.062" v="61" actId="1076"/>
          <ac:spMkLst>
            <pc:docMk/>
            <pc:sldMk cId="2457925762" sldId="277"/>
            <ac:spMk id="2" creationId="{4DEF0428-3F72-4760-AC18-46ADA89F45C4}"/>
          </ac:spMkLst>
        </pc:spChg>
        <pc:spChg chg="mod ord">
          <ac:chgData name="Lily Li" userId="a4173242-1e2f-493e-ae7d-f1030ffd65b7" providerId="ADAL" clId="{84D67BA2-59AD-46DD-B9FC-969D27FD97C1}" dt="2022-06-08T02:09:57.677" v="60" actId="1076"/>
          <ac:spMkLst>
            <pc:docMk/>
            <pc:sldMk cId="2457925762" sldId="277"/>
            <ac:spMk id="3" creationId="{109750F4-5928-4457-85DE-B683D8584FA0}"/>
          </ac:spMkLst>
        </pc:spChg>
        <pc:spChg chg="del mod">
          <ac:chgData name="Lily Li" userId="a4173242-1e2f-493e-ae7d-f1030ffd65b7" providerId="ADAL" clId="{84D67BA2-59AD-46DD-B9FC-969D27FD97C1}" dt="2022-06-08T02:09:53.798" v="59" actId="478"/>
          <ac:spMkLst>
            <pc:docMk/>
            <pc:sldMk cId="2457925762" sldId="277"/>
            <ac:spMk id="4" creationId="{F8989275-02EF-34D2-0533-01A31C608DFE}"/>
          </ac:spMkLst>
        </pc:spChg>
        <pc:spChg chg="mod">
          <ac:chgData name="Lily Li" userId="a4173242-1e2f-493e-ae7d-f1030ffd65b7" providerId="ADAL" clId="{84D67BA2-59AD-46DD-B9FC-969D27FD97C1}" dt="2022-06-08T02:06:18.849" v="17"/>
          <ac:spMkLst>
            <pc:docMk/>
            <pc:sldMk cId="2457925762" sldId="277"/>
            <ac:spMk id="5" creationId="{46EAD5DA-B121-F0FE-3703-F6802E184FA3}"/>
          </ac:spMkLst>
        </pc:spChg>
      </pc:sldChg>
      <pc:sldChg chg="delSp modSp mod chgLayout">
        <pc:chgData name="Lily Li" userId="a4173242-1e2f-493e-ae7d-f1030ffd65b7" providerId="ADAL" clId="{84D67BA2-59AD-46DD-B9FC-969D27FD97C1}" dt="2022-06-08T02:08:26.700" v="45" actId="1076"/>
        <pc:sldMkLst>
          <pc:docMk/>
          <pc:sldMk cId="1789806645" sldId="278"/>
        </pc:sldMkLst>
        <pc:spChg chg="mod ord">
          <ac:chgData name="Lily Li" userId="a4173242-1e2f-493e-ae7d-f1030ffd65b7" providerId="ADAL" clId="{84D67BA2-59AD-46DD-B9FC-969D27FD97C1}" dt="2022-06-08T02:08:26.700" v="45" actId="1076"/>
          <ac:spMkLst>
            <pc:docMk/>
            <pc:sldMk cId="1789806645" sldId="278"/>
            <ac:spMk id="2" creationId="{F4A9781D-8444-42F6-A513-92593A4BE84D}"/>
          </ac:spMkLst>
        </pc:spChg>
        <pc:spChg chg="mod ord">
          <ac:chgData name="Lily Li" userId="a4173242-1e2f-493e-ae7d-f1030ffd65b7" providerId="ADAL" clId="{84D67BA2-59AD-46DD-B9FC-969D27FD97C1}" dt="2022-06-08T02:07:21.227" v="32" actId="1076"/>
          <ac:spMkLst>
            <pc:docMk/>
            <pc:sldMk cId="1789806645" sldId="278"/>
            <ac:spMk id="3" creationId="{633E9002-28B9-45F9-986B-C85F9396B931}"/>
          </ac:spMkLst>
        </pc:spChg>
        <pc:spChg chg="del mod">
          <ac:chgData name="Lily Li" userId="a4173242-1e2f-493e-ae7d-f1030ffd65b7" providerId="ADAL" clId="{84D67BA2-59AD-46DD-B9FC-969D27FD97C1}" dt="2022-06-08T02:08:00.756" v="38" actId="478"/>
          <ac:spMkLst>
            <pc:docMk/>
            <pc:sldMk cId="1789806645" sldId="278"/>
            <ac:spMk id="4" creationId="{FFF81F86-42C8-1A0D-2F2D-B0F60E983201}"/>
          </ac:spMkLst>
        </pc:spChg>
        <pc:spChg chg="mod">
          <ac:chgData name="Lily Li" userId="a4173242-1e2f-493e-ae7d-f1030ffd65b7" providerId="ADAL" clId="{84D67BA2-59AD-46DD-B9FC-969D27FD97C1}" dt="2022-06-08T02:06:18.849" v="17"/>
          <ac:spMkLst>
            <pc:docMk/>
            <pc:sldMk cId="1789806645" sldId="278"/>
            <ac:spMk id="5" creationId="{F191FDDC-F567-D6E1-C15F-405BE8E97EB3}"/>
          </ac:spMkLst>
        </pc:spChg>
      </pc:sldChg>
      <pc:sldChg chg="delSp modSp mod chgLayout">
        <pc:chgData name="Lily Li" userId="a4173242-1e2f-493e-ae7d-f1030ffd65b7" providerId="ADAL" clId="{84D67BA2-59AD-46DD-B9FC-969D27FD97C1}" dt="2022-06-08T02:09:21.804" v="56" actId="14100"/>
        <pc:sldMkLst>
          <pc:docMk/>
          <pc:sldMk cId="157036557" sldId="279"/>
        </pc:sldMkLst>
        <pc:spChg chg="mod ord">
          <ac:chgData name="Lily Li" userId="a4173242-1e2f-493e-ae7d-f1030ffd65b7" providerId="ADAL" clId="{84D67BA2-59AD-46DD-B9FC-969D27FD97C1}" dt="2022-06-08T02:08:33.397" v="46" actId="1076"/>
          <ac:spMkLst>
            <pc:docMk/>
            <pc:sldMk cId="157036557" sldId="279"/>
            <ac:spMk id="2" creationId="{2CB4B48D-4008-415B-8F17-B7416B4CA238}"/>
          </ac:spMkLst>
        </pc:spChg>
        <pc:spChg chg="mod ord">
          <ac:chgData name="Lily Li" userId="a4173242-1e2f-493e-ae7d-f1030ffd65b7" providerId="ADAL" clId="{84D67BA2-59AD-46DD-B9FC-969D27FD97C1}" dt="2022-06-08T02:08:37.124" v="47" actId="1076"/>
          <ac:spMkLst>
            <pc:docMk/>
            <pc:sldMk cId="157036557" sldId="279"/>
            <ac:spMk id="3" creationId="{8DCA4CF8-DE2F-4B01-A1BE-446E31C9D23C}"/>
          </ac:spMkLst>
        </pc:spChg>
        <pc:spChg chg="del mod">
          <ac:chgData name="Lily Li" userId="a4173242-1e2f-493e-ae7d-f1030ffd65b7" providerId="ADAL" clId="{84D67BA2-59AD-46DD-B9FC-969D27FD97C1}" dt="2022-06-08T02:08:44.892" v="48" actId="478"/>
          <ac:spMkLst>
            <pc:docMk/>
            <pc:sldMk cId="157036557" sldId="279"/>
            <ac:spMk id="7" creationId="{7B02E077-6AFF-BDF7-0ABF-93DBC0E4934B}"/>
          </ac:spMkLst>
        </pc:spChg>
        <pc:spChg chg="mod">
          <ac:chgData name="Lily Li" userId="a4173242-1e2f-493e-ae7d-f1030ffd65b7" providerId="ADAL" clId="{84D67BA2-59AD-46DD-B9FC-969D27FD97C1}" dt="2022-06-08T02:06:18.849" v="17"/>
          <ac:spMkLst>
            <pc:docMk/>
            <pc:sldMk cId="157036557" sldId="279"/>
            <ac:spMk id="9" creationId="{4B7660B0-1419-75E6-7FA5-99C6B914B844}"/>
          </ac:spMkLst>
        </pc:spChg>
        <pc:picChg chg="mod">
          <ac:chgData name="Lily Li" userId="a4173242-1e2f-493e-ae7d-f1030ffd65b7" providerId="ADAL" clId="{84D67BA2-59AD-46DD-B9FC-969D27FD97C1}" dt="2022-06-08T02:09:21.804" v="56" actId="14100"/>
          <ac:picMkLst>
            <pc:docMk/>
            <pc:sldMk cId="157036557" sldId="279"/>
            <ac:picMk id="1026" creationId="{3AE2BEBF-A44B-4E54-B59F-B0BABDB67429}"/>
          </ac:picMkLst>
        </pc:picChg>
      </pc:sldChg>
      <pc:sldChg chg="delSp modSp mod chgLayout">
        <pc:chgData name="Lily Li" userId="a4173242-1e2f-493e-ae7d-f1030ffd65b7" providerId="ADAL" clId="{84D67BA2-59AD-46DD-B9FC-969D27FD97C1}" dt="2022-06-08T02:16:55.723" v="131" actId="14100"/>
        <pc:sldMkLst>
          <pc:docMk/>
          <pc:sldMk cId="3990358449" sldId="280"/>
        </pc:sldMkLst>
        <pc:spChg chg="mod ord">
          <ac:chgData name="Lily Li" userId="a4173242-1e2f-493e-ae7d-f1030ffd65b7" providerId="ADAL" clId="{84D67BA2-59AD-46DD-B9FC-969D27FD97C1}" dt="2022-06-08T02:14:46.561" v="123" actId="1076"/>
          <ac:spMkLst>
            <pc:docMk/>
            <pc:sldMk cId="3990358449" sldId="280"/>
            <ac:spMk id="2" creationId="{E2910C09-07F2-44CC-888F-BCE416CA19DF}"/>
          </ac:spMkLst>
        </pc:spChg>
        <pc:spChg chg="mod ord">
          <ac:chgData name="Lily Li" userId="a4173242-1e2f-493e-ae7d-f1030ffd65b7" providerId="ADAL" clId="{84D67BA2-59AD-46DD-B9FC-969D27FD97C1}" dt="2022-06-08T02:16:55.723" v="131" actId="14100"/>
          <ac:spMkLst>
            <pc:docMk/>
            <pc:sldMk cId="3990358449" sldId="280"/>
            <ac:spMk id="3" creationId="{0F2CD50D-DEAD-4AE4-B18D-9BB892D6B200}"/>
          </ac:spMkLst>
        </pc:spChg>
        <pc:spChg chg="del mod">
          <ac:chgData name="Lily Li" userId="a4173242-1e2f-493e-ae7d-f1030ffd65b7" providerId="ADAL" clId="{84D67BA2-59AD-46DD-B9FC-969D27FD97C1}" dt="2022-06-08T02:14:57.153" v="126" actId="478"/>
          <ac:spMkLst>
            <pc:docMk/>
            <pc:sldMk cId="3990358449" sldId="280"/>
            <ac:spMk id="4" creationId="{146686A4-DA5A-9AE4-1FC1-557B624A9565}"/>
          </ac:spMkLst>
        </pc:spChg>
        <pc:spChg chg="mod">
          <ac:chgData name="Lily Li" userId="a4173242-1e2f-493e-ae7d-f1030ffd65b7" providerId="ADAL" clId="{84D67BA2-59AD-46DD-B9FC-969D27FD97C1}" dt="2022-06-08T02:06:18.849" v="17"/>
          <ac:spMkLst>
            <pc:docMk/>
            <pc:sldMk cId="3990358449" sldId="280"/>
            <ac:spMk id="5" creationId="{C6BC48F1-7482-002F-C84E-7DFDD876A356}"/>
          </ac:spMkLst>
        </pc:spChg>
      </pc:sldChg>
      <pc:sldChg chg="delSp modSp mod chgLayout">
        <pc:chgData name="Lily Li" userId="a4173242-1e2f-493e-ae7d-f1030ffd65b7" providerId="ADAL" clId="{84D67BA2-59AD-46DD-B9FC-969D27FD97C1}" dt="2022-06-08T02:09:16.203" v="55" actId="14100"/>
        <pc:sldMkLst>
          <pc:docMk/>
          <pc:sldMk cId="1774811710" sldId="281"/>
        </pc:sldMkLst>
        <pc:spChg chg="mod ord">
          <ac:chgData name="Lily Li" userId="a4173242-1e2f-493e-ae7d-f1030ffd65b7" providerId="ADAL" clId="{84D67BA2-59AD-46DD-B9FC-969D27FD97C1}" dt="2022-06-08T02:08:51.324" v="49" actId="1076"/>
          <ac:spMkLst>
            <pc:docMk/>
            <pc:sldMk cId="1774811710" sldId="281"/>
            <ac:spMk id="2" creationId="{2CB4B48D-4008-415B-8F17-B7416B4CA238}"/>
          </ac:spMkLst>
        </pc:spChg>
        <pc:spChg chg="mod ord">
          <ac:chgData name="Lily Li" userId="a4173242-1e2f-493e-ae7d-f1030ffd65b7" providerId="ADAL" clId="{84D67BA2-59AD-46DD-B9FC-969D27FD97C1}" dt="2022-06-08T02:08:54.068" v="50" actId="1076"/>
          <ac:spMkLst>
            <pc:docMk/>
            <pc:sldMk cId="1774811710" sldId="281"/>
            <ac:spMk id="3" creationId="{8DCA4CF8-DE2F-4B01-A1BE-446E31C9D23C}"/>
          </ac:spMkLst>
        </pc:spChg>
        <pc:spChg chg="mod">
          <ac:chgData name="Lily Li" userId="a4173242-1e2f-493e-ae7d-f1030ffd65b7" providerId="ADAL" clId="{84D67BA2-59AD-46DD-B9FC-969D27FD97C1}" dt="2022-06-08T02:09:04.340" v="53" actId="1076"/>
          <ac:spMkLst>
            <pc:docMk/>
            <pc:sldMk cId="1774811710" sldId="281"/>
            <ac:spMk id="4" creationId="{22FB1117-23AB-C3C1-2D65-B62419D9496A}"/>
          </ac:spMkLst>
        </pc:spChg>
        <pc:spChg chg="mod">
          <ac:chgData name="Lily Li" userId="a4173242-1e2f-493e-ae7d-f1030ffd65b7" providerId="ADAL" clId="{84D67BA2-59AD-46DD-B9FC-969D27FD97C1}" dt="2022-06-08T02:08:56.788" v="51" actId="1076"/>
          <ac:spMkLst>
            <pc:docMk/>
            <pc:sldMk cId="1774811710" sldId="281"/>
            <ac:spMk id="5" creationId="{E53FB6FD-CB05-45E4-80AA-47F53218F730}"/>
          </ac:spMkLst>
        </pc:spChg>
        <pc:spChg chg="mod">
          <ac:chgData name="Lily Li" userId="a4173242-1e2f-493e-ae7d-f1030ffd65b7" providerId="ADAL" clId="{84D67BA2-59AD-46DD-B9FC-969D27FD97C1}" dt="2022-06-08T02:09:01.236" v="52" actId="1076"/>
          <ac:spMkLst>
            <pc:docMk/>
            <pc:sldMk cId="1774811710" sldId="281"/>
            <ac:spMk id="6" creationId="{B8E8F7C0-F73A-4E50-8BAF-85D63110A00D}"/>
          </ac:spMkLst>
        </pc:spChg>
        <pc:spChg chg="del mod">
          <ac:chgData name="Lily Li" userId="a4173242-1e2f-493e-ae7d-f1030ffd65b7" providerId="ADAL" clId="{84D67BA2-59AD-46DD-B9FC-969D27FD97C1}" dt="2022-06-08T02:09:06.309" v="54" actId="478"/>
          <ac:spMkLst>
            <pc:docMk/>
            <pc:sldMk cId="1774811710" sldId="281"/>
            <ac:spMk id="7" creationId="{D411FB3F-3634-F095-22D0-D60E6E9FFC79}"/>
          </ac:spMkLst>
        </pc:spChg>
        <pc:spChg chg="mod">
          <ac:chgData name="Lily Li" userId="a4173242-1e2f-493e-ae7d-f1030ffd65b7" providerId="ADAL" clId="{84D67BA2-59AD-46DD-B9FC-969D27FD97C1}" dt="2022-06-08T02:06:18.849" v="17"/>
          <ac:spMkLst>
            <pc:docMk/>
            <pc:sldMk cId="1774811710" sldId="281"/>
            <ac:spMk id="8" creationId="{F5F225AF-6B74-C456-501C-5434EE0D1C09}"/>
          </ac:spMkLst>
        </pc:spChg>
        <pc:picChg chg="mod">
          <ac:chgData name="Lily Li" userId="a4173242-1e2f-493e-ae7d-f1030ffd65b7" providerId="ADAL" clId="{84D67BA2-59AD-46DD-B9FC-969D27FD97C1}" dt="2022-06-08T02:09:16.203" v="55" actId="14100"/>
          <ac:picMkLst>
            <pc:docMk/>
            <pc:sldMk cId="1774811710" sldId="281"/>
            <ac:picMk id="2050" creationId="{BFFC1FC2-3EA6-4FC1-82A0-149EF4DB92ED}"/>
          </ac:picMkLst>
        </pc:picChg>
      </pc:sldChg>
      <pc:sldChg chg="delSp modSp mod chgLayout">
        <pc:chgData name="Lily Li" userId="a4173242-1e2f-493e-ae7d-f1030ffd65b7" providerId="ADAL" clId="{84D67BA2-59AD-46DD-B9FC-969D27FD97C1}" dt="2022-06-08T02:12:39.976" v="84" actId="478"/>
        <pc:sldMkLst>
          <pc:docMk/>
          <pc:sldMk cId="3234770413" sldId="282"/>
        </pc:sldMkLst>
        <pc:spChg chg="mod ord">
          <ac:chgData name="Lily Li" userId="a4173242-1e2f-493e-ae7d-f1030ffd65b7" providerId="ADAL" clId="{84D67BA2-59AD-46DD-B9FC-969D27FD97C1}" dt="2022-06-08T02:11:16.830" v="73" actId="1076"/>
          <ac:spMkLst>
            <pc:docMk/>
            <pc:sldMk cId="3234770413" sldId="282"/>
            <ac:spMk id="2" creationId="{03B9BBA9-B099-4D9B-81BB-8413C1B6B29C}"/>
          </ac:spMkLst>
        </pc:spChg>
        <pc:spChg chg="mod ord">
          <ac:chgData name="Lily Li" userId="a4173242-1e2f-493e-ae7d-f1030ffd65b7" providerId="ADAL" clId="{84D67BA2-59AD-46DD-B9FC-969D27FD97C1}" dt="2022-06-08T02:11:21.855" v="75" actId="1076"/>
          <ac:spMkLst>
            <pc:docMk/>
            <pc:sldMk cId="3234770413" sldId="282"/>
            <ac:spMk id="3" creationId="{7549475F-9169-4225-9A61-577D521AD175}"/>
          </ac:spMkLst>
        </pc:spChg>
        <pc:spChg chg="mod">
          <ac:chgData name="Lily Li" userId="a4173242-1e2f-493e-ae7d-f1030ffd65b7" providerId="ADAL" clId="{84D67BA2-59AD-46DD-B9FC-969D27FD97C1}" dt="2022-06-08T02:11:25.151" v="76" actId="1076"/>
          <ac:spMkLst>
            <pc:docMk/>
            <pc:sldMk cId="3234770413" sldId="282"/>
            <ac:spMk id="4" creationId="{5D36494D-E17F-8FDB-0EF2-579B7D6F64F1}"/>
          </ac:spMkLst>
        </pc:spChg>
        <pc:spChg chg="del mod">
          <ac:chgData name="Lily Li" userId="a4173242-1e2f-493e-ae7d-f1030ffd65b7" providerId="ADAL" clId="{84D67BA2-59AD-46DD-B9FC-969D27FD97C1}" dt="2022-06-08T02:12:39.976" v="84" actId="478"/>
          <ac:spMkLst>
            <pc:docMk/>
            <pc:sldMk cId="3234770413" sldId="282"/>
            <ac:spMk id="5" creationId="{D63ADE3E-467E-E868-773B-E1630158F5C5}"/>
          </ac:spMkLst>
        </pc:spChg>
        <pc:spChg chg="mod">
          <ac:chgData name="Lily Li" userId="a4173242-1e2f-493e-ae7d-f1030ffd65b7" providerId="ADAL" clId="{84D67BA2-59AD-46DD-B9FC-969D27FD97C1}" dt="2022-06-08T02:06:18.849" v="17"/>
          <ac:spMkLst>
            <pc:docMk/>
            <pc:sldMk cId="3234770413" sldId="282"/>
            <ac:spMk id="6" creationId="{80602DC2-E0F5-3135-8B7C-920BC4EFE08A}"/>
          </ac:spMkLst>
        </pc:spChg>
      </pc:sldChg>
      <pc:sldChg chg="delSp modSp mod chgLayout">
        <pc:chgData name="Lily Li" userId="a4173242-1e2f-493e-ae7d-f1030ffd65b7" providerId="ADAL" clId="{84D67BA2-59AD-46DD-B9FC-969D27FD97C1}" dt="2022-06-08T02:12:42.703" v="85" actId="478"/>
        <pc:sldMkLst>
          <pc:docMk/>
          <pc:sldMk cId="309413344" sldId="283"/>
        </pc:sldMkLst>
        <pc:spChg chg="mod ord">
          <ac:chgData name="Lily Li" userId="a4173242-1e2f-493e-ae7d-f1030ffd65b7" providerId="ADAL" clId="{84D67BA2-59AD-46DD-B9FC-969D27FD97C1}" dt="2022-06-08T02:10:45.542" v="69" actId="1076"/>
          <ac:spMkLst>
            <pc:docMk/>
            <pc:sldMk cId="309413344" sldId="283"/>
            <ac:spMk id="2" creationId="{7B3302F9-8482-3FF7-5DA1-B07E8E127A1D}"/>
          </ac:spMkLst>
        </pc:spChg>
        <pc:spChg chg="mod">
          <ac:chgData name="Lily Li" userId="a4173242-1e2f-493e-ae7d-f1030ffd65b7" providerId="ADAL" clId="{84D67BA2-59AD-46DD-B9FC-969D27FD97C1}" dt="2022-06-08T02:12:12.862" v="80" actId="208"/>
          <ac:spMkLst>
            <pc:docMk/>
            <pc:sldMk cId="309413344" sldId="283"/>
            <ac:spMk id="3" creationId="{E376DEF3-A06D-EC4F-BADE-DF6B1B456638}"/>
          </ac:spMkLst>
        </pc:spChg>
        <pc:spChg chg="del mod">
          <ac:chgData name="Lily Li" userId="a4173242-1e2f-493e-ae7d-f1030ffd65b7" providerId="ADAL" clId="{84D67BA2-59AD-46DD-B9FC-969D27FD97C1}" dt="2022-06-08T02:12:42.703" v="85" actId="478"/>
          <ac:spMkLst>
            <pc:docMk/>
            <pc:sldMk cId="309413344" sldId="283"/>
            <ac:spMk id="4" creationId="{ADE2820C-642E-6821-E091-DCD60A731A40}"/>
          </ac:spMkLst>
        </pc:spChg>
        <pc:spChg chg="mod">
          <ac:chgData name="Lily Li" userId="a4173242-1e2f-493e-ae7d-f1030ffd65b7" providerId="ADAL" clId="{84D67BA2-59AD-46DD-B9FC-969D27FD97C1}" dt="2022-06-08T02:06:18.849" v="17"/>
          <ac:spMkLst>
            <pc:docMk/>
            <pc:sldMk cId="309413344" sldId="283"/>
            <ac:spMk id="6" creationId="{B097F801-9D78-5DE6-3B55-45754AC1A2CF}"/>
          </ac:spMkLst>
        </pc:spChg>
      </pc:sldChg>
      <pc:sldChg chg="delSp modSp mod chgLayout">
        <pc:chgData name="Lily Li" userId="a4173242-1e2f-493e-ae7d-f1030ffd65b7" providerId="ADAL" clId="{84D67BA2-59AD-46DD-B9FC-969D27FD97C1}" dt="2022-06-08T02:12:49.304" v="88" actId="478"/>
        <pc:sldMkLst>
          <pc:docMk/>
          <pc:sldMk cId="1192370508" sldId="285"/>
        </pc:sldMkLst>
        <pc:spChg chg="mod ord">
          <ac:chgData name="Lily Li" userId="a4173242-1e2f-493e-ae7d-f1030ffd65b7" providerId="ADAL" clId="{84D67BA2-59AD-46DD-B9FC-969D27FD97C1}" dt="2022-06-08T02:10:05.526" v="62" actId="1076"/>
          <ac:spMkLst>
            <pc:docMk/>
            <pc:sldMk cId="1192370508" sldId="285"/>
            <ac:spMk id="2" creationId="{7B3302F9-8482-3FF7-5DA1-B07E8E127A1D}"/>
          </ac:spMkLst>
        </pc:spChg>
        <pc:spChg chg="del mod">
          <ac:chgData name="Lily Li" userId="a4173242-1e2f-493e-ae7d-f1030ffd65b7" providerId="ADAL" clId="{84D67BA2-59AD-46DD-B9FC-969D27FD97C1}" dt="2022-06-08T02:12:49.304" v="88" actId="478"/>
          <ac:spMkLst>
            <pc:docMk/>
            <pc:sldMk cId="1192370508" sldId="285"/>
            <ac:spMk id="3" creationId="{04BCA827-3013-0DB7-DC44-8349A5B0D54D}"/>
          </ac:spMkLst>
        </pc:spChg>
        <pc:spChg chg="mod">
          <ac:chgData name="Lily Li" userId="a4173242-1e2f-493e-ae7d-f1030ffd65b7" providerId="ADAL" clId="{84D67BA2-59AD-46DD-B9FC-969D27FD97C1}" dt="2022-06-08T02:06:18.849" v="17"/>
          <ac:spMkLst>
            <pc:docMk/>
            <pc:sldMk cId="1192370508" sldId="285"/>
            <ac:spMk id="4" creationId="{DA68493F-EC81-D6DE-9522-1534308192DD}"/>
          </ac:spMkLst>
        </pc:spChg>
        <pc:spChg chg="mod ord">
          <ac:chgData name="Lily Li" userId="a4173242-1e2f-493e-ae7d-f1030ffd65b7" providerId="ADAL" clId="{84D67BA2-59AD-46DD-B9FC-969D27FD97C1}" dt="2022-06-08T02:10:11.254" v="63" actId="1076"/>
          <ac:spMkLst>
            <pc:docMk/>
            <pc:sldMk cId="1192370508" sldId="285"/>
            <ac:spMk id="6" creationId="{3149ABB0-0A87-E441-7005-FC5D4CD319E1}"/>
          </ac:spMkLst>
        </pc:spChg>
      </pc:sldChg>
      <pc:sldChg chg="delSp modSp mod chgLayout">
        <pc:chgData name="Lily Li" userId="a4173242-1e2f-493e-ae7d-f1030ffd65b7" providerId="ADAL" clId="{84D67BA2-59AD-46DD-B9FC-969D27FD97C1}" dt="2022-06-08T02:12:47.007" v="87" actId="478"/>
        <pc:sldMkLst>
          <pc:docMk/>
          <pc:sldMk cId="4137691674" sldId="286"/>
        </pc:sldMkLst>
        <pc:spChg chg="mod ord">
          <ac:chgData name="Lily Li" userId="a4173242-1e2f-493e-ae7d-f1030ffd65b7" providerId="ADAL" clId="{84D67BA2-59AD-46DD-B9FC-969D27FD97C1}" dt="2022-06-08T02:10:17.917" v="64" actId="1076"/>
          <ac:spMkLst>
            <pc:docMk/>
            <pc:sldMk cId="4137691674" sldId="286"/>
            <ac:spMk id="2" creationId="{43453066-2607-EB4D-322D-EE2395492646}"/>
          </ac:spMkLst>
        </pc:spChg>
        <pc:spChg chg="mod ord">
          <ac:chgData name="Lily Li" userId="a4173242-1e2f-493e-ae7d-f1030ffd65b7" providerId="ADAL" clId="{84D67BA2-59AD-46DD-B9FC-969D27FD97C1}" dt="2022-06-08T02:10:21.078" v="65" actId="1076"/>
          <ac:spMkLst>
            <pc:docMk/>
            <pc:sldMk cId="4137691674" sldId="286"/>
            <ac:spMk id="3" creationId="{8443A2AA-2E96-EFAD-509E-5A625DDA9F8B}"/>
          </ac:spMkLst>
        </pc:spChg>
        <pc:spChg chg="del mod">
          <ac:chgData name="Lily Li" userId="a4173242-1e2f-493e-ae7d-f1030ffd65b7" providerId="ADAL" clId="{84D67BA2-59AD-46DD-B9FC-969D27FD97C1}" dt="2022-06-08T02:12:47.007" v="87" actId="478"/>
          <ac:spMkLst>
            <pc:docMk/>
            <pc:sldMk cId="4137691674" sldId="286"/>
            <ac:spMk id="4" creationId="{297C2FE3-21F4-7E39-9869-E29764B5C69C}"/>
          </ac:spMkLst>
        </pc:spChg>
        <pc:spChg chg="mod">
          <ac:chgData name="Lily Li" userId="a4173242-1e2f-493e-ae7d-f1030ffd65b7" providerId="ADAL" clId="{84D67BA2-59AD-46DD-B9FC-969D27FD97C1}" dt="2022-06-08T02:06:18.849" v="17"/>
          <ac:spMkLst>
            <pc:docMk/>
            <pc:sldMk cId="4137691674" sldId="286"/>
            <ac:spMk id="5" creationId="{DCE4E4DB-48FA-3CB8-B93A-AD8C82ABC303}"/>
          </ac:spMkLst>
        </pc:spChg>
      </pc:sldChg>
      <pc:sldChg chg="delSp modSp mod chgLayout">
        <pc:chgData name="Lily Li" userId="a4173242-1e2f-493e-ae7d-f1030ffd65b7" providerId="ADAL" clId="{84D67BA2-59AD-46DD-B9FC-969D27FD97C1}" dt="2022-06-08T02:12:44.704" v="86" actId="478"/>
        <pc:sldMkLst>
          <pc:docMk/>
          <pc:sldMk cId="4279808420" sldId="287"/>
        </pc:sldMkLst>
        <pc:spChg chg="mod ord">
          <ac:chgData name="Lily Li" userId="a4173242-1e2f-493e-ae7d-f1030ffd65b7" providerId="ADAL" clId="{84D67BA2-59AD-46DD-B9FC-969D27FD97C1}" dt="2022-06-08T02:10:30.981" v="67" actId="1076"/>
          <ac:spMkLst>
            <pc:docMk/>
            <pc:sldMk cId="4279808420" sldId="287"/>
            <ac:spMk id="2" creationId="{E4B2786D-E64C-7227-2D4E-A0137A326579}"/>
          </ac:spMkLst>
        </pc:spChg>
        <pc:spChg chg="del mod">
          <ac:chgData name="Lily Li" userId="a4173242-1e2f-493e-ae7d-f1030ffd65b7" providerId="ADAL" clId="{84D67BA2-59AD-46DD-B9FC-969D27FD97C1}" dt="2022-06-08T02:12:44.704" v="86" actId="478"/>
          <ac:spMkLst>
            <pc:docMk/>
            <pc:sldMk cId="4279808420" sldId="287"/>
            <ac:spMk id="3" creationId="{E8FB8B17-78CE-DC4C-F3BA-6B79F86D869D}"/>
          </ac:spMkLst>
        </pc:spChg>
        <pc:spChg chg="mod">
          <ac:chgData name="Lily Li" userId="a4173242-1e2f-493e-ae7d-f1030ffd65b7" providerId="ADAL" clId="{84D67BA2-59AD-46DD-B9FC-969D27FD97C1}" dt="2022-06-08T02:10:37.462" v="68" actId="1076"/>
          <ac:spMkLst>
            <pc:docMk/>
            <pc:sldMk cId="4279808420" sldId="287"/>
            <ac:spMk id="4" creationId="{D94833C2-A085-52F7-AD00-C7FFAFC7723B}"/>
          </ac:spMkLst>
        </pc:spChg>
        <pc:spChg chg="mod">
          <ac:chgData name="Lily Li" userId="a4173242-1e2f-493e-ae7d-f1030ffd65b7" providerId="ADAL" clId="{84D67BA2-59AD-46DD-B9FC-969D27FD97C1}" dt="2022-06-08T02:10:25.359" v="66" actId="1076"/>
          <ac:spMkLst>
            <pc:docMk/>
            <pc:sldMk cId="4279808420" sldId="287"/>
            <ac:spMk id="5" creationId="{16F1BE44-7145-7C08-756D-F583EEF0B324}"/>
          </ac:spMkLst>
        </pc:spChg>
        <pc:spChg chg="mod">
          <ac:chgData name="Lily Li" userId="a4173242-1e2f-493e-ae7d-f1030ffd65b7" providerId="ADAL" clId="{84D67BA2-59AD-46DD-B9FC-969D27FD97C1}" dt="2022-06-08T02:06:18.849" v="17"/>
          <ac:spMkLst>
            <pc:docMk/>
            <pc:sldMk cId="4279808420" sldId="287"/>
            <ac:spMk id="6" creationId="{5C417C6F-7346-0AA2-9C3C-86CB52FFAEEF}"/>
          </ac:spMkLst>
        </pc:spChg>
      </pc:sldChg>
      <pc:sldChg chg="delSp modSp mod chgLayout">
        <pc:chgData name="Lily Li" userId="a4173242-1e2f-493e-ae7d-f1030ffd65b7" providerId="ADAL" clId="{84D67BA2-59AD-46DD-B9FC-969D27FD97C1}" dt="2022-06-08T02:12:37.128" v="83" actId="478"/>
        <pc:sldMkLst>
          <pc:docMk/>
          <pc:sldMk cId="337329266" sldId="288"/>
        </pc:sldMkLst>
        <pc:spChg chg="mod ord">
          <ac:chgData name="Lily Li" userId="a4173242-1e2f-493e-ae7d-f1030ffd65b7" providerId="ADAL" clId="{84D67BA2-59AD-46DD-B9FC-969D27FD97C1}" dt="2022-06-08T02:11:36.175" v="77" actId="1076"/>
          <ac:spMkLst>
            <pc:docMk/>
            <pc:sldMk cId="337329266" sldId="288"/>
            <ac:spMk id="2" creationId="{625C9642-A32C-9464-FB5B-8174BAFCD3BB}"/>
          </ac:spMkLst>
        </pc:spChg>
        <pc:spChg chg="mod ord">
          <ac:chgData name="Lily Li" userId="a4173242-1e2f-493e-ae7d-f1030ffd65b7" providerId="ADAL" clId="{84D67BA2-59AD-46DD-B9FC-969D27FD97C1}" dt="2022-06-08T02:11:43.071" v="78" actId="1076"/>
          <ac:spMkLst>
            <pc:docMk/>
            <pc:sldMk cId="337329266" sldId="288"/>
            <ac:spMk id="3" creationId="{EB59D88F-A726-AE6F-DA60-E8AB10F37ADE}"/>
          </ac:spMkLst>
        </pc:spChg>
        <pc:spChg chg="mod">
          <ac:chgData name="Lily Li" userId="a4173242-1e2f-493e-ae7d-f1030ffd65b7" providerId="ADAL" clId="{84D67BA2-59AD-46DD-B9FC-969D27FD97C1}" dt="2022-06-08T02:11:52.120" v="79" actId="1076"/>
          <ac:spMkLst>
            <pc:docMk/>
            <pc:sldMk cId="337329266" sldId="288"/>
            <ac:spMk id="4" creationId="{450BC8A4-2227-5EC0-8DDB-5907C810C15D}"/>
          </ac:spMkLst>
        </pc:spChg>
        <pc:spChg chg="del mod">
          <ac:chgData name="Lily Li" userId="a4173242-1e2f-493e-ae7d-f1030ffd65b7" providerId="ADAL" clId="{84D67BA2-59AD-46DD-B9FC-969D27FD97C1}" dt="2022-06-08T02:12:37.128" v="83" actId="478"/>
          <ac:spMkLst>
            <pc:docMk/>
            <pc:sldMk cId="337329266" sldId="288"/>
            <ac:spMk id="5" creationId="{810C7096-31A7-59CD-86D8-B9A22B442B8C}"/>
          </ac:spMkLst>
        </pc:spChg>
        <pc:spChg chg="mod">
          <ac:chgData name="Lily Li" userId="a4173242-1e2f-493e-ae7d-f1030ffd65b7" providerId="ADAL" clId="{84D67BA2-59AD-46DD-B9FC-969D27FD97C1}" dt="2022-06-08T02:06:18.849" v="17"/>
          <ac:spMkLst>
            <pc:docMk/>
            <pc:sldMk cId="337329266" sldId="288"/>
            <ac:spMk id="6" creationId="{83F4EEB9-9941-33FB-F63C-311351535A8C}"/>
          </ac:spMkLst>
        </pc:spChg>
      </pc:sldChg>
      <pc:sldChg chg="delSp modSp mod chgLayout">
        <pc:chgData name="Lily Li" userId="a4173242-1e2f-493e-ae7d-f1030ffd65b7" providerId="ADAL" clId="{84D67BA2-59AD-46DD-B9FC-969D27FD97C1}" dt="2022-06-08T02:15:06.818" v="127" actId="1076"/>
        <pc:sldMkLst>
          <pc:docMk/>
          <pc:sldMk cId="2697756877" sldId="289"/>
        </pc:sldMkLst>
        <pc:spChg chg="mod ord">
          <ac:chgData name="Lily Li" userId="a4173242-1e2f-493e-ae7d-f1030ffd65b7" providerId="ADAL" clId="{84D67BA2-59AD-46DD-B9FC-969D27FD97C1}" dt="2022-06-08T02:15:06.818" v="127" actId="1076"/>
          <ac:spMkLst>
            <pc:docMk/>
            <pc:sldMk cId="2697756877" sldId="289"/>
            <ac:spMk id="2" creationId="{9E1DDFBA-5F26-B5F3-46A6-1F8689B4F8CF}"/>
          </ac:spMkLst>
        </pc:spChg>
        <pc:spChg chg="del mod">
          <ac:chgData name="Lily Li" userId="a4173242-1e2f-493e-ae7d-f1030ffd65b7" providerId="ADAL" clId="{84D67BA2-59AD-46DD-B9FC-969D27FD97C1}" dt="2022-06-08T02:13:36.448" v="92" actId="478"/>
          <ac:spMkLst>
            <pc:docMk/>
            <pc:sldMk cId="2697756877" sldId="289"/>
            <ac:spMk id="3" creationId="{F5DED47B-D773-D21F-0325-1F633A1AEC66}"/>
          </ac:spMkLst>
        </pc:spChg>
        <pc:spChg chg="mod">
          <ac:chgData name="Lily Li" userId="a4173242-1e2f-493e-ae7d-f1030ffd65b7" providerId="ADAL" clId="{84D67BA2-59AD-46DD-B9FC-969D27FD97C1}" dt="2022-06-08T02:06:18.849" v="17"/>
          <ac:spMkLst>
            <pc:docMk/>
            <pc:sldMk cId="2697756877" sldId="289"/>
            <ac:spMk id="4" creationId="{728F32E4-6AB4-747B-537B-A76CC19A9E20}"/>
          </ac:spMkLst>
        </pc:spChg>
        <pc:spChg chg="mod">
          <ac:chgData name="Lily Li" userId="a4173242-1e2f-493e-ae7d-f1030ffd65b7" providerId="ADAL" clId="{84D67BA2-59AD-46DD-B9FC-969D27FD97C1}" dt="2022-06-08T02:13:29.201" v="91" actId="208"/>
          <ac:spMkLst>
            <pc:docMk/>
            <pc:sldMk cId="2697756877" sldId="289"/>
            <ac:spMk id="5" creationId="{A07F752C-C622-75A9-EBFB-C353CBE6618A}"/>
          </ac:spMkLst>
        </pc:spChg>
      </pc:sldChg>
      <pc:sldChg chg="delSp modSp mod chgLayout">
        <pc:chgData name="Lily Li" userId="a4173242-1e2f-493e-ae7d-f1030ffd65b7" providerId="ADAL" clId="{84D67BA2-59AD-46DD-B9FC-969D27FD97C1}" dt="2022-06-08T02:15:41.674" v="128" actId="1076"/>
        <pc:sldMkLst>
          <pc:docMk/>
          <pc:sldMk cId="3053179486" sldId="290"/>
        </pc:sldMkLst>
        <pc:spChg chg="mod ord">
          <ac:chgData name="Lily Li" userId="a4173242-1e2f-493e-ae7d-f1030ffd65b7" providerId="ADAL" clId="{84D67BA2-59AD-46DD-B9FC-969D27FD97C1}" dt="2022-06-08T02:15:41.674" v="128" actId="1076"/>
          <ac:spMkLst>
            <pc:docMk/>
            <pc:sldMk cId="3053179486" sldId="290"/>
            <ac:spMk id="2" creationId="{597174B4-1720-1CED-FE8C-4EAD47F84E07}"/>
          </ac:spMkLst>
        </pc:spChg>
        <pc:spChg chg="del mod">
          <ac:chgData name="Lily Li" userId="a4173242-1e2f-493e-ae7d-f1030ffd65b7" providerId="ADAL" clId="{84D67BA2-59AD-46DD-B9FC-969D27FD97C1}" dt="2022-06-08T02:12:34.112" v="82" actId="478"/>
          <ac:spMkLst>
            <pc:docMk/>
            <pc:sldMk cId="3053179486" sldId="290"/>
            <ac:spMk id="3" creationId="{AAB2859D-CD02-C39A-5BD0-5FA5BCC18CD2}"/>
          </ac:spMkLst>
        </pc:spChg>
        <pc:spChg chg="mod">
          <ac:chgData name="Lily Li" userId="a4173242-1e2f-493e-ae7d-f1030ffd65b7" providerId="ADAL" clId="{84D67BA2-59AD-46DD-B9FC-969D27FD97C1}" dt="2022-06-08T02:12:27.881" v="81" actId="208"/>
          <ac:spMkLst>
            <pc:docMk/>
            <pc:sldMk cId="3053179486" sldId="290"/>
            <ac:spMk id="5" creationId="{56365E6B-0878-F015-C35C-4EEAF71E9E68}"/>
          </ac:spMkLst>
        </pc:spChg>
        <pc:spChg chg="mod">
          <ac:chgData name="Lily Li" userId="a4173242-1e2f-493e-ae7d-f1030ffd65b7" providerId="ADAL" clId="{84D67BA2-59AD-46DD-B9FC-969D27FD97C1}" dt="2022-06-08T02:06:18.849" v="17"/>
          <ac:spMkLst>
            <pc:docMk/>
            <pc:sldMk cId="3053179486" sldId="290"/>
            <ac:spMk id="6" creationId="{BEC688E6-97F0-7427-8F62-88735435FE17}"/>
          </ac:spMkLst>
        </pc:spChg>
      </pc:sldChg>
      <pc:sldChg chg="delSp modSp mod modClrScheme chgLayout">
        <pc:chgData name="Lily Li" userId="a4173242-1e2f-493e-ae7d-f1030ffd65b7" providerId="ADAL" clId="{84D67BA2-59AD-46DD-B9FC-969D27FD97C1}" dt="2022-06-08T02:13:50.681" v="95" actId="1076"/>
        <pc:sldMkLst>
          <pc:docMk/>
          <pc:sldMk cId="4168610833" sldId="291"/>
        </pc:sldMkLst>
        <pc:spChg chg="del">
          <ac:chgData name="Lily Li" userId="a4173242-1e2f-493e-ae7d-f1030ffd65b7" providerId="ADAL" clId="{84D67BA2-59AD-46DD-B9FC-969D27FD97C1}" dt="2022-06-08T02:00:55.849" v="1" actId="700"/>
          <ac:spMkLst>
            <pc:docMk/>
            <pc:sldMk cId="4168610833" sldId="291"/>
            <ac:spMk id="3" creationId="{49689732-0E01-2E7E-AEC1-BD32F63B3CE2}"/>
          </ac:spMkLst>
        </pc:spChg>
        <pc:spChg chg="del mod">
          <ac:chgData name="Lily Li" userId="a4173242-1e2f-493e-ae7d-f1030ffd65b7" providerId="ADAL" clId="{84D67BA2-59AD-46DD-B9FC-969D27FD97C1}" dt="2022-06-08T02:13:44.497" v="93" actId="478"/>
          <ac:spMkLst>
            <pc:docMk/>
            <pc:sldMk cId="4168610833" sldId="291"/>
            <ac:spMk id="5" creationId="{D184ADCD-2307-BD44-AA5A-276B51AF0F1D}"/>
          </ac:spMkLst>
        </pc:spChg>
        <pc:spChg chg="mod ord">
          <ac:chgData name="Lily Li" userId="a4173242-1e2f-493e-ae7d-f1030ffd65b7" providerId="ADAL" clId="{84D67BA2-59AD-46DD-B9FC-969D27FD97C1}" dt="2022-06-08T02:00:55.849" v="1" actId="700"/>
          <ac:spMkLst>
            <pc:docMk/>
            <pc:sldMk cId="4168610833" sldId="291"/>
            <ac:spMk id="11" creationId="{B0911DB7-2C56-1739-7662-6A98D45DB1AE}"/>
          </ac:spMkLst>
        </pc:spChg>
        <pc:picChg chg="mod">
          <ac:chgData name="Lily Li" userId="a4173242-1e2f-493e-ae7d-f1030ffd65b7" providerId="ADAL" clId="{84D67BA2-59AD-46DD-B9FC-969D27FD97C1}" dt="2022-06-08T02:13:50.681" v="95" actId="1076"/>
          <ac:picMkLst>
            <pc:docMk/>
            <pc:sldMk cId="4168610833" sldId="291"/>
            <ac:picMk id="4" creationId="{AC29907D-E01B-BD73-1D72-3B369F365636}"/>
          </ac:picMkLst>
        </pc:picChg>
      </pc:sldChg>
      <pc:sldChg chg="delSp modSp mod chgLayout">
        <pc:chgData name="Lily Li" userId="a4173242-1e2f-493e-ae7d-f1030ffd65b7" providerId="ADAL" clId="{84D67BA2-59AD-46DD-B9FC-969D27FD97C1}" dt="2022-06-08T02:13:57.793" v="97" actId="478"/>
        <pc:sldMkLst>
          <pc:docMk/>
          <pc:sldMk cId="3964799482" sldId="292"/>
        </pc:sldMkLst>
        <pc:spChg chg="del mod">
          <ac:chgData name="Lily Li" userId="a4173242-1e2f-493e-ae7d-f1030ffd65b7" providerId="ADAL" clId="{84D67BA2-59AD-46DD-B9FC-969D27FD97C1}" dt="2022-06-08T02:13:57.793" v="97" actId="478"/>
          <ac:spMkLst>
            <pc:docMk/>
            <pc:sldMk cId="3964799482" sldId="292"/>
            <ac:spMk id="4" creationId="{1BFEF98A-CF6D-93AA-44C1-B19F9A21AE1D}"/>
          </ac:spMkLst>
        </pc:spChg>
        <pc:spChg chg="mod">
          <ac:chgData name="Lily Li" userId="a4173242-1e2f-493e-ae7d-f1030ffd65b7" providerId="ADAL" clId="{84D67BA2-59AD-46DD-B9FC-969D27FD97C1}" dt="2022-06-08T02:06:18.849" v="17"/>
          <ac:spMkLst>
            <pc:docMk/>
            <pc:sldMk cId="3964799482" sldId="292"/>
            <ac:spMk id="6" creationId="{787FEDBF-2C4F-4C45-2E65-0D94F368AD68}"/>
          </ac:spMkLst>
        </pc:spChg>
      </pc:sldChg>
      <pc:sldChg chg="delSp modSp mod chgLayout">
        <pc:chgData name="Lily Li" userId="a4173242-1e2f-493e-ae7d-f1030ffd65b7" providerId="ADAL" clId="{84D67BA2-59AD-46DD-B9FC-969D27FD97C1}" dt="2022-06-08T02:13:21.472" v="90" actId="208"/>
        <pc:sldMkLst>
          <pc:docMk/>
          <pc:sldMk cId="1716876934" sldId="293"/>
        </pc:sldMkLst>
        <pc:spChg chg="del mod">
          <ac:chgData name="Lily Li" userId="a4173242-1e2f-493e-ae7d-f1030ffd65b7" providerId="ADAL" clId="{84D67BA2-59AD-46DD-B9FC-969D27FD97C1}" dt="2022-06-08T02:13:10.304" v="89" actId="478"/>
          <ac:spMkLst>
            <pc:docMk/>
            <pc:sldMk cId="1716876934" sldId="293"/>
            <ac:spMk id="2" creationId="{91788BE0-768A-CBA5-2755-B749FDEB3E5A}"/>
          </ac:spMkLst>
        </pc:spChg>
        <pc:spChg chg="mod">
          <ac:chgData name="Lily Li" userId="a4173242-1e2f-493e-ae7d-f1030ffd65b7" providerId="ADAL" clId="{84D67BA2-59AD-46DD-B9FC-969D27FD97C1}" dt="2022-06-08T02:06:18.849" v="17"/>
          <ac:spMkLst>
            <pc:docMk/>
            <pc:sldMk cId="1716876934" sldId="293"/>
            <ac:spMk id="3" creationId="{72A7386A-4DF3-6D63-DE22-B70F5AB38CC8}"/>
          </ac:spMkLst>
        </pc:spChg>
        <pc:spChg chg="mod">
          <ac:chgData name="Lily Li" userId="a4173242-1e2f-493e-ae7d-f1030ffd65b7" providerId="ADAL" clId="{84D67BA2-59AD-46DD-B9FC-969D27FD97C1}" dt="2022-06-08T02:13:21.472" v="90" actId="208"/>
          <ac:spMkLst>
            <pc:docMk/>
            <pc:sldMk cId="1716876934" sldId="293"/>
            <ac:spMk id="13" creationId="{0C3895D3-B01D-E884-98F0-D7E2F013C342}"/>
          </ac:spMkLst>
        </pc:spChg>
      </pc:sldChg>
      <pc:sldChg chg="delSp modSp mod modClrScheme chgLayout">
        <pc:chgData name="Lily Li" userId="a4173242-1e2f-493e-ae7d-f1030ffd65b7" providerId="ADAL" clId="{84D67BA2-59AD-46DD-B9FC-969D27FD97C1}" dt="2022-06-08T02:13:54.896" v="96" actId="478"/>
        <pc:sldMkLst>
          <pc:docMk/>
          <pc:sldMk cId="2829063208" sldId="294"/>
        </pc:sldMkLst>
        <pc:spChg chg="del mod">
          <ac:chgData name="Lily Li" userId="a4173242-1e2f-493e-ae7d-f1030ffd65b7" providerId="ADAL" clId="{84D67BA2-59AD-46DD-B9FC-969D27FD97C1}" dt="2022-06-08T02:00:55.849" v="1" actId="700"/>
          <ac:spMkLst>
            <pc:docMk/>
            <pc:sldMk cId="2829063208" sldId="294"/>
            <ac:spMk id="3" creationId="{2EE81559-8268-4891-30E1-C63EA9C39467}"/>
          </ac:spMkLst>
        </pc:spChg>
        <pc:spChg chg="del mod">
          <ac:chgData name="Lily Li" userId="a4173242-1e2f-493e-ae7d-f1030ffd65b7" providerId="ADAL" clId="{84D67BA2-59AD-46DD-B9FC-969D27FD97C1}" dt="2022-06-08T02:13:54.896" v="96" actId="478"/>
          <ac:spMkLst>
            <pc:docMk/>
            <pc:sldMk cId="2829063208" sldId="294"/>
            <ac:spMk id="4" creationId="{EB24786B-0152-9707-57B0-790F09910AAD}"/>
          </ac:spMkLst>
        </pc:spChg>
        <pc:spChg chg="mod ord">
          <ac:chgData name="Lily Li" userId="a4173242-1e2f-493e-ae7d-f1030ffd65b7" providerId="ADAL" clId="{84D67BA2-59AD-46DD-B9FC-969D27FD97C1}" dt="2022-06-08T02:06:18.849" v="17"/>
          <ac:spMkLst>
            <pc:docMk/>
            <pc:sldMk cId="2829063208" sldId="294"/>
            <ac:spMk id="11" creationId="{B0911DB7-2C56-1739-7662-6A98D45DB1AE}"/>
          </ac:spMkLst>
        </pc:spChg>
      </pc:sldChg>
      <pc:sldChg chg="delSp modSp mod chgLayout">
        <pc:chgData name="Lily Li" userId="a4173242-1e2f-493e-ae7d-f1030ffd65b7" providerId="ADAL" clId="{84D67BA2-59AD-46DD-B9FC-969D27FD97C1}" dt="2022-06-08T02:14:00.345" v="98" actId="478"/>
        <pc:sldMkLst>
          <pc:docMk/>
          <pc:sldMk cId="1170149626" sldId="295"/>
        </pc:sldMkLst>
        <pc:spChg chg="del mod">
          <ac:chgData name="Lily Li" userId="a4173242-1e2f-493e-ae7d-f1030ffd65b7" providerId="ADAL" clId="{84D67BA2-59AD-46DD-B9FC-969D27FD97C1}" dt="2022-06-08T02:14:00.345" v="98" actId="478"/>
          <ac:spMkLst>
            <pc:docMk/>
            <pc:sldMk cId="1170149626" sldId="295"/>
            <ac:spMk id="5" creationId="{B40AB4C1-9030-2703-1D7A-6043910BDF92}"/>
          </ac:spMkLst>
        </pc:spChg>
        <pc:spChg chg="mod">
          <ac:chgData name="Lily Li" userId="a4173242-1e2f-493e-ae7d-f1030ffd65b7" providerId="ADAL" clId="{84D67BA2-59AD-46DD-B9FC-969D27FD97C1}" dt="2022-06-08T02:06:18.849" v="17"/>
          <ac:spMkLst>
            <pc:docMk/>
            <pc:sldMk cId="1170149626" sldId="295"/>
            <ac:spMk id="6" creationId="{ED20CF00-FFAA-54BE-BD8C-C266B4A99E1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6A74D-7C1A-4044-B80C-83DABE063968}" type="datetimeFigureOut">
              <a:rPr lang="en-AU" smtClean="0"/>
              <a:t>16/06/2023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9EC72-4591-4AA9-80A7-37E01F85FEC2}" type="slidenum">
              <a:rPr lang="en-AU" smtClean="0"/>
              <a:t>‹#›</a:t>
            </a:fld>
            <a:endParaRPr lang="en-AU"/>
          </a:p>
        </p:txBody>
      </p:sp>
    </p:spTree>
    <p:extLst>
      <p:ext uri="{BB962C8B-B14F-4D97-AF65-F5344CB8AC3E}">
        <p14:creationId xmlns:p14="http://schemas.microsoft.com/office/powerpoint/2010/main" val="4102712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EA9EC72-4591-4AA9-80A7-37E01F85FEC2}" type="slidenum">
              <a:rPr lang="en-AU" smtClean="0"/>
              <a:t>2</a:t>
            </a:fld>
            <a:endParaRPr lang="en-AU"/>
          </a:p>
        </p:txBody>
      </p:sp>
    </p:spTree>
    <p:extLst>
      <p:ext uri="{BB962C8B-B14F-4D97-AF65-F5344CB8AC3E}">
        <p14:creationId xmlns:p14="http://schemas.microsoft.com/office/powerpoint/2010/main" val="2947265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EA9EC72-4591-4AA9-80A7-37E01F85FEC2}" type="slidenum">
              <a:rPr lang="en-AU" smtClean="0"/>
              <a:t>3</a:t>
            </a:fld>
            <a:endParaRPr lang="en-AU"/>
          </a:p>
        </p:txBody>
      </p:sp>
    </p:spTree>
    <p:extLst>
      <p:ext uri="{BB962C8B-B14F-4D97-AF65-F5344CB8AC3E}">
        <p14:creationId xmlns:p14="http://schemas.microsoft.com/office/powerpoint/2010/main" val="655391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EA9EC72-4591-4AA9-80A7-37E01F85FEC2}" type="slidenum">
              <a:rPr lang="en-AU" smtClean="0"/>
              <a:t>4</a:t>
            </a:fld>
            <a:endParaRPr lang="en-AU"/>
          </a:p>
        </p:txBody>
      </p:sp>
    </p:spTree>
    <p:extLst>
      <p:ext uri="{BB962C8B-B14F-4D97-AF65-F5344CB8AC3E}">
        <p14:creationId xmlns:p14="http://schemas.microsoft.com/office/powerpoint/2010/main" val="4104952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descr="PPT-140421-Powerpoint.jp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914400" y="2130427"/>
            <a:ext cx="10363200" cy="1034927"/>
          </a:xfrm>
        </p:spPr>
        <p:txBody>
          <a:bodyPr/>
          <a:lstStyle>
            <a:lvl1pPr algn="l">
              <a:defRPr>
                <a:solidFill>
                  <a:srgbClr val="58595B"/>
                </a:solidFill>
                <a:latin typeface="Arial"/>
                <a:cs typeface="Arial"/>
              </a:defRPr>
            </a:lvl1pPr>
          </a:lstStyle>
          <a:p>
            <a:r>
              <a:rPr lang="en-AU" dirty="0"/>
              <a:t>HEADING</a:t>
            </a:r>
            <a:endParaRPr lang="en-US" dirty="0"/>
          </a:p>
        </p:txBody>
      </p:sp>
      <p:sp>
        <p:nvSpPr>
          <p:cNvPr id="3" name="Subtitle 2"/>
          <p:cNvSpPr>
            <a:spLocks noGrp="1"/>
          </p:cNvSpPr>
          <p:nvPr>
            <p:ph type="subTitle" idx="1" hasCustomPrompt="1"/>
          </p:nvPr>
        </p:nvSpPr>
        <p:spPr>
          <a:xfrm>
            <a:off x="914400" y="3407860"/>
            <a:ext cx="10363200" cy="650940"/>
          </a:xfrm>
        </p:spPr>
        <p:txBody>
          <a:bodyPr>
            <a:normAutofit/>
          </a:bodyPr>
          <a:lstStyle>
            <a:lvl1pPr marL="0" indent="0" algn="l">
              <a:buNone/>
              <a:defRPr sz="1800">
                <a:solidFill>
                  <a:srgbClr val="58595B"/>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SUBTITLE</a:t>
            </a:r>
            <a:endParaRPr lang="en-US" dirty="0"/>
          </a:p>
        </p:txBody>
      </p:sp>
    </p:spTree>
    <p:extLst>
      <p:ext uri="{BB962C8B-B14F-4D97-AF65-F5344CB8AC3E}">
        <p14:creationId xmlns:p14="http://schemas.microsoft.com/office/powerpoint/2010/main" val="4217806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3" name="Picture 2" descr="PPT-140421-Powerpoint2.jp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1"/>
          <p:cNvSpPr>
            <a:spLocks noGrp="1"/>
          </p:cNvSpPr>
          <p:nvPr>
            <p:ph type="ctrTitle" hasCustomPrompt="1"/>
          </p:nvPr>
        </p:nvSpPr>
        <p:spPr>
          <a:xfrm>
            <a:off x="914400" y="2130427"/>
            <a:ext cx="10363200" cy="1034927"/>
          </a:xfrm>
        </p:spPr>
        <p:txBody>
          <a:bodyPr/>
          <a:lstStyle>
            <a:lvl1pPr algn="l">
              <a:defRPr>
                <a:solidFill>
                  <a:srgbClr val="58595B"/>
                </a:solidFill>
                <a:latin typeface="Arial"/>
                <a:cs typeface="Arial"/>
              </a:defRPr>
            </a:lvl1pPr>
          </a:lstStyle>
          <a:p>
            <a:r>
              <a:rPr lang="en-AU" dirty="0"/>
              <a:t>HEADING</a:t>
            </a:r>
            <a:endParaRPr lang="en-US" dirty="0"/>
          </a:p>
        </p:txBody>
      </p:sp>
      <p:sp>
        <p:nvSpPr>
          <p:cNvPr id="8" name="Subtitle 2"/>
          <p:cNvSpPr>
            <a:spLocks noGrp="1"/>
          </p:cNvSpPr>
          <p:nvPr>
            <p:ph type="subTitle" idx="1" hasCustomPrompt="1"/>
          </p:nvPr>
        </p:nvSpPr>
        <p:spPr>
          <a:xfrm>
            <a:off x="914400" y="3407860"/>
            <a:ext cx="10363200" cy="650940"/>
          </a:xfrm>
        </p:spPr>
        <p:txBody>
          <a:bodyPr>
            <a:normAutofit/>
          </a:bodyPr>
          <a:lstStyle>
            <a:lvl1pPr marL="0" indent="0" algn="l">
              <a:buNone/>
              <a:defRPr sz="1800">
                <a:solidFill>
                  <a:srgbClr val="58595B"/>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SUBTITLE</a:t>
            </a:r>
            <a:endParaRPr lang="en-US" dirty="0"/>
          </a:p>
        </p:txBody>
      </p:sp>
    </p:spTree>
    <p:extLst>
      <p:ext uri="{BB962C8B-B14F-4D97-AF65-F5344CB8AC3E}">
        <p14:creationId xmlns:p14="http://schemas.microsoft.com/office/powerpoint/2010/main" val="274331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371119"/>
            <a:ext cx="10363200" cy="1362075"/>
          </a:xfrm>
        </p:spPr>
        <p:txBody>
          <a:bodyPr anchor="t">
            <a:normAutofit/>
          </a:bodyPr>
          <a:lstStyle>
            <a:lvl1pPr algn="l">
              <a:defRPr sz="3000" b="0" cap="all"/>
            </a:lvl1pPr>
          </a:lstStyle>
          <a:p>
            <a:r>
              <a:rPr lang="en-AU" dirty="0"/>
              <a:t>SECTION HEADING</a:t>
            </a:r>
            <a:endParaRPr lang="en-US" dirty="0"/>
          </a:p>
        </p:txBody>
      </p:sp>
    </p:spTree>
    <p:extLst>
      <p:ext uri="{BB962C8B-B14F-4D97-AF65-F5344CB8AC3E}">
        <p14:creationId xmlns:p14="http://schemas.microsoft.com/office/powerpoint/2010/main" val="1389521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9"/>
            <a:ext cx="10972800" cy="720917"/>
          </a:xfrm>
        </p:spPr>
        <p:txBody>
          <a:bodyPr>
            <a:normAutofit/>
          </a:bodyPr>
          <a:lstStyle>
            <a:lvl1pPr>
              <a:defRPr sz="3000"/>
            </a:lvl1pPr>
          </a:lstStyle>
          <a:p>
            <a:r>
              <a:rPr lang="en-AU" dirty="0"/>
              <a:t>CONTENT HEADING</a:t>
            </a:r>
            <a:endParaRPr lang="en-US" dirty="0"/>
          </a:p>
        </p:txBody>
      </p:sp>
      <p:sp>
        <p:nvSpPr>
          <p:cNvPr id="3" name="Content Placeholder 2"/>
          <p:cNvSpPr>
            <a:spLocks noGrp="1"/>
          </p:cNvSpPr>
          <p:nvPr>
            <p:ph sz="half" idx="1"/>
          </p:nvPr>
        </p:nvSpPr>
        <p:spPr>
          <a:xfrm>
            <a:off x="609600" y="1218917"/>
            <a:ext cx="10972800" cy="462039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COIT12207 Week 1</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098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000"/>
            </a:lvl1pPr>
          </a:lstStyle>
          <a:p>
            <a:r>
              <a:rPr lang="en-AU" dirty="0"/>
              <a:t>CONTENT HEADING</a:t>
            </a:r>
            <a:endParaRPr lang="en-US" dirty="0"/>
          </a:p>
        </p:txBody>
      </p:sp>
      <p:sp>
        <p:nvSpPr>
          <p:cNvPr id="3" name="Text Placeholder 2"/>
          <p:cNvSpPr>
            <a:spLocks noGrp="1"/>
          </p:cNvSpPr>
          <p:nvPr>
            <p:ph type="body" idx="1" hasCustomPrompt="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dirty="0"/>
              <a:t>SUBHEADING</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dirty="0"/>
              <a:t>SUBHEADING</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COIT12207 Week 1</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1311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000" baseline="0"/>
            </a:lvl1pPr>
          </a:lstStyle>
          <a:p>
            <a:r>
              <a:rPr lang="en-AU" dirty="0"/>
              <a:t>CONTENT HEADING</a:t>
            </a:r>
            <a:endParaRPr lang="en-US" dirty="0"/>
          </a:p>
        </p:txBody>
      </p:sp>
    </p:spTree>
    <p:extLst>
      <p:ext uri="{BB962C8B-B14F-4D97-AF65-F5344CB8AC3E}">
        <p14:creationId xmlns:p14="http://schemas.microsoft.com/office/powerpoint/2010/main" val="649804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747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10507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89717" y="4800600"/>
            <a:ext cx="7315200" cy="566738"/>
          </a:xfrm>
        </p:spPr>
        <p:txBody>
          <a:bodyPr anchor="b"/>
          <a:lstStyle>
            <a:lvl1pPr algn="l">
              <a:defRPr sz="2000" b="1" baseline="0"/>
            </a:lvl1pPr>
          </a:lstStyle>
          <a:p>
            <a:r>
              <a:rPr lang="en-AU" dirty="0"/>
              <a:t>PHOTO CAPTION</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dirty="0"/>
              <a:t>PHOTO DESCRIPTION</a:t>
            </a:r>
          </a:p>
        </p:txBody>
      </p:sp>
    </p:spTree>
    <p:extLst>
      <p:ext uri="{BB962C8B-B14F-4D97-AF65-F5344CB8AC3E}">
        <p14:creationId xmlns:p14="http://schemas.microsoft.com/office/powerpoint/2010/main" val="683728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139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494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PPT-140421-Powerpoint2.jpg"/>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descr="PPT-140421-Powerpoint2.jpg"/>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COIT12207 Week 1</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21998940"/>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hf hdr="0" dt="0"/>
  <p:txStyles>
    <p:titleStyle>
      <a:lvl1pPr algn="l" defTabSz="457200" rtl="0" eaLnBrk="1" latinLnBrk="0" hangingPunct="1">
        <a:spcBef>
          <a:spcPct val="0"/>
        </a:spcBef>
        <a:buNone/>
        <a:defRPr sz="4400" kern="1200">
          <a:solidFill>
            <a:srgbClr val="58595B"/>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3200" kern="1200">
          <a:solidFill>
            <a:srgbClr val="58595B"/>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rgbClr val="58595B"/>
          </a:solidFill>
          <a:latin typeface="Arial"/>
          <a:ea typeface="+mn-ea"/>
          <a:cs typeface="Arial"/>
        </a:defRPr>
      </a:lvl2pPr>
      <a:lvl3pPr marL="1143000" indent="-228600" algn="l" defTabSz="457200" rtl="0" eaLnBrk="1" latinLnBrk="0" hangingPunct="1">
        <a:spcBef>
          <a:spcPct val="20000"/>
        </a:spcBef>
        <a:buFont typeface="Arial"/>
        <a:buChar char="•"/>
        <a:defRPr sz="2400" kern="1200">
          <a:solidFill>
            <a:srgbClr val="58595B"/>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rgbClr val="58595B"/>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rgbClr val="58595B"/>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litslink.com/blog/web-application-architecture" TargetMode="External"/><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tutorialspoint.com/html5/html5_tags.htm"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tutorialspoint.com/html5/html5_attributes.htm"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peerbits.com/blog/web-application-architecture.html" TargetMode="External"/><Relationship Id="rId2" Type="http://schemas.openxmlformats.org/officeDocument/2006/relationships/hyperlink" Target="https://hackr.io/blog/web-application-architecture-definition-models-types-and-more" TargetMode="External"/><Relationship Id="rId1" Type="http://schemas.openxmlformats.org/officeDocument/2006/relationships/slideLayout" Target="../slideLayouts/slideLayout7.xml"/><Relationship Id="rId5" Type="http://schemas.openxmlformats.org/officeDocument/2006/relationships/hyperlink" Target="https://www.tutorialspoint.com/html5/html5_tutorial.pdf" TargetMode="External"/><Relationship Id="rId4" Type="http://schemas.openxmlformats.org/officeDocument/2006/relationships/hyperlink" Target="https://en.wikipedia.org/wiki/Service-oriented_architecture#Event-driven_architectu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223158" y="1302019"/>
            <a:ext cx="7969250" cy="1568450"/>
          </a:xfrm>
        </p:spPr>
        <p:txBody>
          <a:bodyPr>
            <a:noAutofit/>
          </a:bodyPr>
          <a:lstStyle/>
          <a:p>
            <a:r>
              <a:rPr lang="en-AU" sz="6000" dirty="0"/>
              <a:t>COIT12207</a:t>
            </a:r>
            <a:br>
              <a:rPr lang="en-AU" sz="6000" dirty="0"/>
            </a:br>
            <a:r>
              <a:rPr lang="en-AU" sz="6000" dirty="0"/>
              <a:t>Internet Applications</a:t>
            </a:r>
          </a:p>
        </p:txBody>
      </p:sp>
      <p:sp>
        <p:nvSpPr>
          <p:cNvPr id="3" name="Subtitle 2"/>
          <p:cNvSpPr>
            <a:spLocks noGrp="1"/>
          </p:cNvSpPr>
          <p:nvPr>
            <p:ph type="subTitle" idx="4294967295"/>
          </p:nvPr>
        </p:nvSpPr>
        <p:spPr>
          <a:xfrm>
            <a:off x="1114970" y="3667328"/>
            <a:ext cx="8599045" cy="1568449"/>
          </a:xfrm>
        </p:spPr>
        <p:txBody>
          <a:bodyPr>
            <a:noAutofit/>
          </a:bodyPr>
          <a:lstStyle/>
          <a:p>
            <a:pPr marL="0" indent="0">
              <a:buNone/>
            </a:pPr>
            <a:r>
              <a:rPr lang="en-AU" sz="4400" dirty="0"/>
              <a:t>Week </a:t>
            </a:r>
            <a:r>
              <a:rPr lang="en-US" altLang="zh-CN" sz="4400" dirty="0"/>
              <a:t>1</a:t>
            </a:r>
            <a:r>
              <a:rPr lang="en-AU" sz="4400" dirty="0"/>
              <a:t> Introduction to Internet Applications</a:t>
            </a:r>
          </a:p>
        </p:txBody>
      </p:sp>
      <p:sp>
        <p:nvSpPr>
          <p:cNvPr id="5" name="Slide Number Placeholder 4">
            <a:extLst>
              <a:ext uri="{FF2B5EF4-FFF2-40B4-BE49-F238E27FC236}">
                <a16:creationId xmlns:a16="http://schemas.microsoft.com/office/drawing/2014/main" id="{004FF64E-975A-927C-BA9C-FBB13DF2FFF0}"/>
              </a:ext>
            </a:extLst>
          </p:cNvPr>
          <p:cNvSpPr>
            <a:spLocks noGrp="1"/>
          </p:cNvSpPr>
          <p:nvPr>
            <p:ph type="sldNum" sz="quarter" idx="4294967295"/>
          </p:nvPr>
        </p:nvSpPr>
        <p:spPr>
          <a:xfrm>
            <a:off x="9448800" y="6117589"/>
            <a:ext cx="2743200" cy="365125"/>
          </a:xfrm>
        </p:spPr>
        <p:txBody>
          <a:bodyPr/>
          <a:lstStyle/>
          <a:p>
            <a:fld id="{C8E10E51-443D-46E2-BA62-E4C7DDDBF594}" type="slidenum">
              <a:rPr lang="en-AU" smtClean="0"/>
              <a:t>1</a:t>
            </a:fld>
            <a:endParaRPr lang="en-AU" dirty="0"/>
          </a:p>
        </p:txBody>
      </p:sp>
    </p:spTree>
    <p:extLst>
      <p:ext uri="{BB962C8B-B14F-4D97-AF65-F5344CB8AC3E}">
        <p14:creationId xmlns:p14="http://schemas.microsoft.com/office/powerpoint/2010/main" val="784406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35058" y="199180"/>
            <a:ext cx="5945188" cy="1035050"/>
          </a:xfrm>
        </p:spPr>
        <p:txBody>
          <a:bodyPr/>
          <a:lstStyle/>
          <a:p>
            <a:r>
              <a:rPr lang="en-AU" dirty="0"/>
              <a:t>Outline</a:t>
            </a:r>
          </a:p>
        </p:txBody>
      </p:sp>
      <p:sp>
        <p:nvSpPr>
          <p:cNvPr id="3" name="Content Placeholder 2"/>
          <p:cNvSpPr>
            <a:spLocks noGrp="1"/>
          </p:cNvSpPr>
          <p:nvPr>
            <p:ph type="subTitle" idx="4294967295"/>
          </p:nvPr>
        </p:nvSpPr>
        <p:spPr>
          <a:xfrm>
            <a:off x="840055" y="1376734"/>
            <a:ext cx="9218345" cy="4337049"/>
          </a:xfrm>
        </p:spPr>
        <p:txBody>
          <a:bodyPr>
            <a:normAutofit/>
          </a:bodyPr>
          <a:lstStyle/>
          <a:p>
            <a:pPr marL="457200" indent="-457200">
              <a:buFont typeface="Courier New" panose="02070309020205020404" pitchFamily="49" charset="0"/>
              <a:buChar char="o"/>
            </a:pPr>
            <a:r>
              <a:rPr lang="en-AU" sz="2800" dirty="0"/>
              <a:t>Term House Keeping</a:t>
            </a:r>
          </a:p>
          <a:p>
            <a:pPr marL="457200" indent="-457200">
              <a:buFont typeface="Courier New" panose="02070309020205020404" pitchFamily="49" charset="0"/>
              <a:buChar char="o"/>
            </a:pPr>
            <a:r>
              <a:rPr lang="en-AU" sz="2800" dirty="0"/>
              <a:t>Internet Applications </a:t>
            </a:r>
          </a:p>
          <a:p>
            <a:pPr marL="457200" indent="-457200">
              <a:buFont typeface="Courier New" panose="02070309020205020404" pitchFamily="49" charset="0"/>
              <a:buChar char="o"/>
            </a:pPr>
            <a:r>
              <a:rPr lang="en-AU" sz="2800" dirty="0"/>
              <a:t>Web Application Architectures</a:t>
            </a:r>
          </a:p>
          <a:p>
            <a:pPr marL="457200" indent="-457200">
              <a:buFont typeface="Courier New" panose="02070309020205020404" pitchFamily="49" charset="0"/>
              <a:buChar char="o"/>
            </a:pPr>
            <a:r>
              <a:rPr lang="en-AU" sz="2800" dirty="0"/>
              <a:t>How Web Application Architecture Works</a:t>
            </a:r>
          </a:p>
          <a:p>
            <a:pPr marL="457200" indent="-457200">
              <a:buFont typeface="Courier New" panose="02070309020205020404" pitchFamily="49" charset="0"/>
              <a:buChar char="o"/>
            </a:pPr>
            <a:r>
              <a:rPr lang="en-AU" sz="2800" dirty="0"/>
              <a:t>Front-end and back-end web development</a:t>
            </a:r>
          </a:p>
          <a:p>
            <a:pPr marL="457200" indent="-457200">
              <a:buFont typeface="Courier New" panose="02070309020205020404" pitchFamily="49" charset="0"/>
              <a:buChar char="o"/>
            </a:pPr>
            <a:r>
              <a:rPr lang="en-AU" sz="2800" dirty="0"/>
              <a:t>HTML5 and CSS Review</a:t>
            </a:r>
          </a:p>
          <a:p>
            <a:pPr marL="457200" indent="-457200">
              <a:buFont typeface="Courier New" panose="02070309020205020404" pitchFamily="49" charset="0"/>
              <a:buChar char="o"/>
            </a:pPr>
            <a:r>
              <a:rPr lang="en-AU" sz="2800" dirty="0"/>
              <a:t>HTML5 Web Forms</a:t>
            </a:r>
          </a:p>
          <a:p>
            <a:pPr marL="457200" indent="-457200">
              <a:buFont typeface="Courier New" panose="02070309020205020404" pitchFamily="49" charset="0"/>
              <a:buChar char="o"/>
            </a:pPr>
            <a:r>
              <a:rPr lang="en-AU" sz="2800" dirty="0"/>
              <a:t>HTML5 Events</a:t>
            </a:r>
          </a:p>
          <a:p>
            <a:endParaRPr lang="en-AU" dirty="0"/>
          </a:p>
        </p:txBody>
      </p:sp>
      <p:sp>
        <p:nvSpPr>
          <p:cNvPr id="5" name="Slide Number Placeholder 4">
            <a:extLst>
              <a:ext uri="{FF2B5EF4-FFF2-40B4-BE49-F238E27FC236}">
                <a16:creationId xmlns:a16="http://schemas.microsoft.com/office/drawing/2014/main" id="{1B2C5761-B1B4-EB95-4FC9-6F73AD55931D}"/>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2</a:t>
            </a:fld>
            <a:endParaRPr lang="en-AU"/>
          </a:p>
        </p:txBody>
      </p:sp>
    </p:spTree>
    <p:extLst>
      <p:ext uri="{BB962C8B-B14F-4D97-AF65-F5344CB8AC3E}">
        <p14:creationId xmlns:p14="http://schemas.microsoft.com/office/powerpoint/2010/main" val="600708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58809" y="341684"/>
            <a:ext cx="5945188" cy="1035050"/>
          </a:xfrm>
        </p:spPr>
        <p:txBody>
          <a:bodyPr/>
          <a:lstStyle/>
          <a:p>
            <a:r>
              <a:rPr lang="en-AU" dirty="0"/>
              <a:t>House Keeping</a:t>
            </a:r>
          </a:p>
        </p:txBody>
      </p:sp>
      <p:sp>
        <p:nvSpPr>
          <p:cNvPr id="3" name="Content Placeholder 2"/>
          <p:cNvSpPr>
            <a:spLocks noGrp="1"/>
          </p:cNvSpPr>
          <p:nvPr>
            <p:ph type="subTitle" idx="4294967295"/>
          </p:nvPr>
        </p:nvSpPr>
        <p:spPr>
          <a:xfrm>
            <a:off x="840055" y="1376734"/>
            <a:ext cx="9218345" cy="4537178"/>
          </a:xfrm>
        </p:spPr>
        <p:txBody>
          <a:bodyPr>
            <a:normAutofit/>
          </a:bodyPr>
          <a:lstStyle/>
          <a:p>
            <a:pPr marL="457200" indent="-457200">
              <a:buFont typeface="Courier New" panose="02070309020205020404" pitchFamily="49" charset="0"/>
              <a:buChar char="o"/>
            </a:pPr>
            <a:r>
              <a:rPr lang="en-AU" sz="2800" dirty="0"/>
              <a:t>Three main sections</a:t>
            </a:r>
          </a:p>
          <a:p>
            <a:pPr marL="857250" lvl="1" indent="-457200">
              <a:buFont typeface="Courier New" panose="02070309020205020404" pitchFamily="49" charset="0"/>
              <a:buChar char="o"/>
            </a:pPr>
            <a:r>
              <a:rPr lang="en-AU" sz="2400" dirty="0"/>
              <a:t>HTML5 / JavaScript    (Week 1 – Week 2)</a:t>
            </a:r>
          </a:p>
          <a:p>
            <a:pPr marL="857250" lvl="1" indent="-457200">
              <a:buFont typeface="Courier New" panose="02070309020205020404" pitchFamily="49" charset="0"/>
              <a:buChar char="o"/>
            </a:pPr>
            <a:r>
              <a:rPr lang="en-AU" sz="2400" dirty="0"/>
              <a:t>BootStrap5 / HTML5/ jQuery (Week 3 – Week 6)</a:t>
            </a:r>
          </a:p>
          <a:p>
            <a:pPr marL="857250" lvl="1" indent="-457200">
              <a:buFont typeface="Courier New" panose="02070309020205020404" pitchFamily="49" charset="0"/>
              <a:buChar char="o"/>
            </a:pPr>
            <a:r>
              <a:rPr lang="en-AU" sz="2400" dirty="0"/>
              <a:t>PHP and MySQL (Week 7 – Week 12)</a:t>
            </a:r>
          </a:p>
          <a:p>
            <a:pPr marL="457200" indent="-457200">
              <a:buFont typeface="Courier New" panose="02070309020205020404" pitchFamily="49" charset="0"/>
              <a:buChar char="o"/>
            </a:pPr>
            <a:r>
              <a:rPr lang="en-AU" sz="2800" dirty="0"/>
              <a:t>Three assignments</a:t>
            </a:r>
          </a:p>
          <a:p>
            <a:pPr marL="857250" lvl="1" indent="-457200">
              <a:buFont typeface="Courier New" panose="02070309020205020404" pitchFamily="49" charset="0"/>
              <a:buChar char="o"/>
            </a:pPr>
            <a:r>
              <a:rPr lang="en-AU" sz="2400" dirty="0"/>
              <a:t>Online Survey to support social innovation  (due Week 3)</a:t>
            </a:r>
          </a:p>
          <a:p>
            <a:pPr marL="857250" lvl="1" indent="-457200">
              <a:buFont typeface="Courier New" panose="02070309020205020404" pitchFamily="49" charset="0"/>
              <a:buChar char="o"/>
            </a:pPr>
            <a:r>
              <a:rPr lang="en-AU" sz="2400" dirty="0"/>
              <a:t>Mobile friendly online business (due Week 7)</a:t>
            </a:r>
          </a:p>
          <a:p>
            <a:pPr marL="857250" lvl="1" indent="-457200">
              <a:buFont typeface="Courier New" panose="02070309020205020404" pitchFamily="49" charset="0"/>
              <a:buChar char="o"/>
            </a:pPr>
            <a:r>
              <a:rPr lang="en-AU" sz="2400" dirty="0"/>
              <a:t>Database-driven business (due Week 13)</a:t>
            </a:r>
          </a:p>
          <a:p>
            <a:pPr marL="457200" lvl="1" indent="-457200">
              <a:buFont typeface="Courier New" panose="02070309020205020404" pitchFamily="49" charset="0"/>
              <a:buChar char="o"/>
            </a:pPr>
            <a:r>
              <a:rPr lang="en-AU" dirty="0"/>
              <a:t>Pass criteria:  40% Assignment 3 &amp; 50%+ overall</a:t>
            </a:r>
          </a:p>
          <a:p>
            <a:endParaRPr lang="en-AU" dirty="0"/>
          </a:p>
        </p:txBody>
      </p:sp>
      <p:sp>
        <p:nvSpPr>
          <p:cNvPr id="5" name="Slide Number Placeholder 4">
            <a:extLst>
              <a:ext uri="{FF2B5EF4-FFF2-40B4-BE49-F238E27FC236}">
                <a16:creationId xmlns:a16="http://schemas.microsoft.com/office/drawing/2014/main" id="{1B2C5761-B1B4-EB95-4FC9-6F73AD55931D}"/>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3</a:t>
            </a:fld>
            <a:endParaRPr lang="en-AU"/>
          </a:p>
        </p:txBody>
      </p:sp>
    </p:spTree>
    <p:extLst>
      <p:ext uri="{BB962C8B-B14F-4D97-AF65-F5344CB8AC3E}">
        <p14:creationId xmlns:p14="http://schemas.microsoft.com/office/powerpoint/2010/main" val="4181332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58808" y="341684"/>
            <a:ext cx="8743331" cy="1035050"/>
          </a:xfrm>
        </p:spPr>
        <p:txBody>
          <a:bodyPr>
            <a:normAutofit/>
          </a:bodyPr>
          <a:lstStyle/>
          <a:p>
            <a:r>
              <a:rPr lang="en-AU" dirty="0"/>
              <a:t>House Keeping (cont.)</a:t>
            </a:r>
          </a:p>
        </p:txBody>
      </p:sp>
      <p:sp>
        <p:nvSpPr>
          <p:cNvPr id="3" name="Content Placeholder 2"/>
          <p:cNvSpPr>
            <a:spLocks noGrp="1"/>
          </p:cNvSpPr>
          <p:nvPr>
            <p:ph type="subTitle" idx="4294967295"/>
          </p:nvPr>
        </p:nvSpPr>
        <p:spPr>
          <a:xfrm>
            <a:off x="840056" y="1567543"/>
            <a:ext cx="8862084" cy="3990110"/>
          </a:xfrm>
        </p:spPr>
        <p:txBody>
          <a:bodyPr>
            <a:normAutofit/>
          </a:bodyPr>
          <a:lstStyle/>
          <a:p>
            <a:pPr marL="457200" indent="-457200">
              <a:buFont typeface="Courier New" panose="02070309020205020404" pitchFamily="49" charset="0"/>
              <a:buChar char="o"/>
            </a:pPr>
            <a:r>
              <a:rPr lang="en-AU" sz="2800" dirty="0"/>
              <a:t>Delivery mode – workshops</a:t>
            </a:r>
          </a:p>
          <a:p>
            <a:pPr marL="457200" indent="-457200">
              <a:buFont typeface="Courier New" panose="02070309020205020404" pitchFamily="49" charset="0"/>
              <a:buChar char="o"/>
            </a:pPr>
            <a:r>
              <a:rPr lang="en-AU" sz="2800" dirty="0"/>
              <a:t>Shorter lecture slides + more hands-on exercises</a:t>
            </a:r>
          </a:p>
          <a:p>
            <a:pPr marL="457200" indent="-457200">
              <a:buFont typeface="Courier New" panose="02070309020205020404" pitchFamily="49" charset="0"/>
              <a:buChar char="o"/>
            </a:pPr>
            <a:r>
              <a:rPr lang="en-AU" sz="2800" dirty="0"/>
              <a:t>Questions for review </a:t>
            </a:r>
          </a:p>
          <a:p>
            <a:pPr marL="457200" indent="-457200">
              <a:buFont typeface="Courier New" panose="02070309020205020404" pitchFamily="49" charset="0"/>
              <a:buChar char="o"/>
            </a:pPr>
            <a:r>
              <a:rPr lang="en-AU" sz="2800" dirty="0"/>
              <a:t>Project Shell  - a template provided </a:t>
            </a:r>
          </a:p>
          <a:p>
            <a:pPr marL="457200" indent="-457200">
              <a:buFont typeface="Courier New" panose="02070309020205020404" pitchFamily="49" charset="0"/>
              <a:buChar char="o"/>
            </a:pPr>
            <a:r>
              <a:rPr lang="en-AU" sz="2800" dirty="0"/>
              <a:t>Source Files  - solutions for hands-on projects</a:t>
            </a:r>
          </a:p>
          <a:p>
            <a:pPr marL="457200" indent="-457200">
              <a:buFont typeface="Courier New" panose="02070309020205020404" pitchFamily="49" charset="0"/>
              <a:buChar char="o"/>
            </a:pPr>
            <a:r>
              <a:rPr lang="en-AU" sz="2800" dirty="0"/>
              <a:t>Online forum</a:t>
            </a:r>
          </a:p>
          <a:p>
            <a:pPr marL="457200" indent="-457200">
              <a:buFont typeface="Courier New" panose="02070309020205020404" pitchFamily="49" charset="0"/>
              <a:buChar char="o"/>
            </a:pPr>
            <a:r>
              <a:rPr lang="en-AU" sz="2800" dirty="0"/>
              <a:t>Moodle website</a:t>
            </a:r>
          </a:p>
          <a:p>
            <a:pPr marL="457200" indent="-457200">
              <a:buFont typeface="Courier New" panose="02070309020205020404" pitchFamily="49" charset="0"/>
              <a:buChar char="o"/>
            </a:pPr>
            <a:endParaRPr lang="en-AU" sz="2800" dirty="0"/>
          </a:p>
          <a:p>
            <a:endParaRPr lang="en-AU" dirty="0"/>
          </a:p>
        </p:txBody>
      </p:sp>
      <p:sp>
        <p:nvSpPr>
          <p:cNvPr id="5" name="Slide Number Placeholder 4">
            <a:extLst>
              <a:ext uri="{FF2B5EF4-FFF2-40B4-BE49-F238E27FC236}">
                <a16:creationId xmlns:a16="http://schemas.microsoft.com/office/drawing/2014/main" id="{1B2C5761-B1B4-EB95-4FC9-6F73AD55931D}"/>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4</a:t>
            </a:fld>
            <a:endParaRPr lang="en-AU"/>
          </a:p>
        </p:txBody>
      </p:sp>
    </p:spTree>
    <p:extLst>
      <p:ext uri="{BB962C8B-B14F-4D97-AF65-F5344CB8AC3E}">
        <p14:creationId xmlns:p14="http://schemas.microsoft.com/office/powerpoint/2010/main" val="228678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781D-8444-42F6-A513-92593A4BE84D}"/>
              </a:ext>
            </a:extLst>
          </p:cNvPr>
          <p:cNvSpPr>
            <a:spLocks noGrp="1"/>
          </p:cNvSpPr>
          <p:nvPr>
            <p:ph type="ctrTitle" idx="4294967295"/>
          </p:nvPr>
        </p:nvSpPr>
        <p:spPr>
          <a:xfrm>
            <a:off x="693738" y="154915"/>
            <a:ext cx="10363200" cy="1035050"/>
          </a:xfrm>
        </p:spPr>
        <p:txBody>
          <a:bodyPr/>
          <a:lstStyle/>
          <a:p>
            <a:r>
              <a:rPr lang="en-AU" dirty="0"/>
              <a:t>Internet Applications</a:t>
            </a:r>
          </a:p>
        </p:txBody>
      </p:sp>
      <p:sp>
        <p:nvSpPr>
          <p:cNvPr id="3" name="Content Placeholder 2">
            <a:extLst>
              <a:ext uri="{FF2B5EF4-FFF2-40B4-BE49-F238E27FC236}">
                <a16:creationId xmlns:a16="http://schemas.microsoft.com/office/drawing/2014/main" id="{633E9002-28B9-45F9-986B-C85F9396B931}"/>
              </a:ext>
            </a:extLst>
          </p:cNvPr>
          <p:cNvSpPr>
            <a:spLocks noGrp="1"/>
          </p:cNvSpPr>
          <p:nvPr>
            <p:ph type="subTitle" idx="4294967295"/>
          </p:nvPr>
        </p:nvSpPr>
        <p:spPr>
          <a:xfrm>
            <a:off x="457200" y="1184069"/>
            <a:ext cx="10599738" cy="4811713"/>
          </a:xfrm>
        </p:spPr>
        <p:txBody>
          <a:bodyPr>
            <a:normAutofit/>
          </a:bodyPr>
          <a:lstStyle/>
          <a:p>
            <a:pPr marL="342900" indent="-342900">
              <a:buFont typeface="Courier New" panose="02070309020205020404" pitchFamily="49" charset="0"/>
              <a:buChar char="o"/>
            </a:pPr>
            <a:r>
              <a:rPr lang="en-AU" sz="2400" dirty="0"/>
              <a:t>An Internet application is a client/server application that uses standard Internet protocols for connecting the client to the server. </a:t>
            </a:r>
          </a:p>
          <a:p>
            <a:pPr marL="342900" indent="-342900">
              <a:buFont typeface="Courier New" panose="02070309020205020404" pitchFamily="49" charset="0"/>
              <a:buChar char="o"/>
            </a:pPr>
            <a:r>
              <a:rPr lang="en-AU" sz="2400" dirty="0"/>
              <a:t>Examples:</a:t>
            </a:r>
          </a:p>
          <a:p>
            <a:pPr lvl="1" indent="354013" algn="l">
              <a:buFont typeface="Wingdings" panose="05000000000000000000" pitchFamily="2" charset="2"/>
              <a:buChar char="§"/>
            </a:pPr>
            <a:r>
              <a:rPr lang="en-AU" sz="2100" dirty="0"/>
              <a:t>Social media </a:t>
            </a:r>
          </a:p>
          <a:p>
            <a:pPr lvl="1" indent="354013" algn="l">
              <a:buFont typeface="Wingdings" panose="05000000000000000000" pitchFamily="2" charset="2"/>
              <a:buChar char="§"/>
            </a:pPr>
            <a:r>
              <a:rPr lang="en-AU" sz="2100" dirty="0"/>
              <a:t>Sending and receiving email </a:t>
            </a:r>
          </a:p>
          <a:p>
            <a:pPr lvl="1" indent="354013" algn="l">
              <a:buFont typeface="Wingdings" panose="05000000000000000000" pitchFamily="2" charset="2"/>
              <a:buChar char="§"/>
            </a:pPr>
            <a:r>
              <a:rPr lang="en-AU" sz="2100" dirty="0"/>
              <a:t>Mobile apps</a:t>
            </a:r>
          </a:p>
          <a:p>
            <a:pPr lvl="1" indent="354013" algn="l">
              <a:buFont typeface="Wingdings" panose="05000000000000000000" pitchFamily="2" charset="2"/>
              <a:buChar char="§"/>
            </a:pPr>
            <a:r>
              <a:rPr lang="en-AU" sz="2100" dirty="0"/>
              <a:t>Multiplayer online games</a:t>
            </a:r>
          </a:p>
          <a:p>
            <a:pPr lvl="1" indent="354013" algn="l">
              <a:buFont typeface="Wingdings" panose="05000000000000000000" pitchFamily="2" charset="2"/>
              <a:buChar char="§"/>
            </a:pPr>
            <a:r>
              <a:rPr lang="en-AU" sz="2100" dirty="0"/>
              <a:t>Streaming media services</a:t>
            </a:r>
          </a:p>
          <a:p>
            <a:pPr lvl="1" indent="354013" algn="l">
              <a:buFont typeface="Wingdings" panose="05000000000000000000" pitchFamily="2" charset="2"/>
              <a:buChar char="§"/>
            </a:pPr>
            <a:r>
              <a:rPr lang="en-AU" sz="2100" dirty="0"/>
              <a:t>Navigating</a:t>
            </a:r>
          </a:p>
          <a:p>
            <a:pPr lvl="1" indent="354013" algn="l">
              <a:buFont typeface="Wingdings" panose="05000000000000000000" pitchFamily="2" charset="2"/>
              <a:buChar char="§"/>
            </a:pPr>
            <a:r>
              <a:rPr lang="en-AU" sz="2100" dirty="0"/>
              <a:t>Banking</a:t>
            </a:r>
          </a:p>
          <a:p>
            <a:pPr lvl="1" indent="354013" algn="l">
              <a:buFont typeface="Wingdings" panose="05000000000000000000" pitchFamily="2" charset="2"/>
              <a:buChar char="§"/>
            </a:pPr>
            <a:r>
              <a:rPr lang="en-AU" sz="2100" dirty="0"/>
              <a:t>etc.</a:t>
            </a:r>
          </a:p>
          <a:p>
            <a:pPr marL="342900" lvl="1" indent="-342900" algn="l">
              <a:buFont typeface="Courier New" panose="02070309020205020404" pitchFamily="49" charset="0"/>
              <a:buChar char="o"/>
            </a:pPr>
            <a:r>
              <a:rPr lang="en-AU" sz="2100" dirty="0">
                <a:solidFill>
                  <a:srgbClr val="58595B"/>
                </a:solidFill>
              </a:rPr>
              <a:t>Can be web-based (public, on WWW) or Intranet  (within an origination)</a:t>
            </a:r>
          </a:p>
          <a:p>
            <a:pPr marL="0" lvl="1" indent="0">
              <a:buNone/>
            </a:pPr>
            <a:endParaRPr lang="en-AU" sz="2100" dirty="0"/>
          </a:p>
        </p:txBody>
      </p:sp>
      <p:sp>
        <p:nvSpPr>
          <p:cNvPr id="5" name="Slide Number Placeholder 4">
            <a:extLst>
              <a:ext uri="{FF2B5EF4-FFF2-40B4-BE49-F238E27FC236}">
                <a16:creationId xmlns:a16="http://schemas.microsoft.com/office/drawing/2014/main" id="{F191FDDC-F567-D6E1-C15F-405BE8E97EB3}"/>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5</a:t>
            </a:fld>
            <a:endParaRPr lang="en-AU"/>
          </a:p>
        </p:txBody>
      </p:sp>
    </p:spTree>
    <p:extLst>
      <p:ext uri="{BB962C8B-B14F-4D97-AF65-F5344CB8AC3E}">
        <p14:creationId xmlns:p14="http://schemas.microsoft.com/office/powerpoint/2010/main" val="1789806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B48D-4008-415B-8F17-B7416B4CA238}"/>
              </a:ext>
            </a:extLst>
          </p:cNvPr>
          <p:cNvSpPr>
            <a:spLocks noGrp="1"/>
          </p:cNvSpPr>
          <p:nvPr>
            <p:ph type="ctrTitle" idx="4294967295"/>
          </p:nvPr>
        </p:nvSpPr>
        <p:spPr>
          <a:xfrm>
            <a:off x="617517" y="241483"/>
            <a:ext cx="10363200" cy="1033462"/>
          </a:xfrm>
        </p:spPr>
        <p:txBody>
          <a:bodyPr/>
          <a:lstStyle/>
          <a:p>
            <a:r>
              <a:rPr lang="en-AU" dirty="0"/>
              <a:t>Two main paradigms (1)</a:t>
            </a:r>
          </a:p>
        </p:txBody>
      </p:sp>
      <p:sp>
        <p:nvSpPr>
          <p:cNvPr id="3" name="Content Placeholder 2">
            <a:extLst>
              <a:ext uri="{FF2B5EF4-FFF2-40B4-BE49-F238E27FC236}">
                <a16:creationId xmlns:a16="http://schemas.microsoft.com/office/drawing/2014/main" id="{8DCA4CF8-DE2F-4B01-A1BE-446E31C9D23C}"/>
              </a:ext>
            </a:extLst>
          </p:cNvPr>
          <p:cNvSpPr>
            <a:spLocks noGrp="1"/>
          </p:cNvSpPr>
          <p:nvPr>
            <p:ph type="subTitle" idx="4294967295"/>
          </p:nvPr>
        </p:nvSpPr>
        <p:spPr>
          <a:xfrm>
            <a:off x="557712" y="1447977"/>
            <a:ext cx="5422900" cy="476250"/>
          </a:xfrm>
        </p:spPr>
        <p:txBody>
          <a:bodyPr>
            <a:normAutofit lnSpcReduction="10000"/>
          </a:bodyPr>
          <a:lstStyle/>
          <a:p>
            <a:pPr marL="285750" indent="-285750">
              <a:buFont typeface="Courier New" panose="02070309020205020404" pitchFamily="49" charset="0"/>
              <a:buChar char="o"/>
            </a:pPr>
            <a:r>
              <a:rPr lang="en-AU" sz="2800" dirty="0"/>
              <a:t>Client-Server </a:t>
            </a:r>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p:txBody>
      </p:sp>
      <p:sp>
        <p:nvSpPr>
          <p:cNvPr id="9" name="Slide Number Placeholder 8">
            <a:extLst>
              <a:ext uri="{FF2B5EF4-FFF2-40B4-BE49-F238E27FC236}">
                <a16:creationId xmlns:a16="http://schemas.microsoft.com/office/drawing/2014/main" id="{4B7660B0-1419-75E6-7FA5-99C6B914B844}"/>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6</a:t>
            </a:fld>
            <a:endParaRPr lang="en-AU"/>
          </a:p>
        </p:txBody>
      </p:sp>
      <p:pic>
        <p:nvPicPr>
          <p:cNvPr id="1026" name="Picture 2">
            <a:extLst>
              <a:ext uri="{FF2B5EF4-FFF2-40B4-BE49-F238E27FC236}">
                <a16:creationId xmlns:a16="http://schemas.microsoft.com/office/drawing/2014/main" id="{3AE2BEBF-A44B-4E54-B59F-B0BABDB67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8463" y="1906512"/>
            <a:ext cx="4695825" cy="25583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824955D-1A73-4994-B64E-980BF93FAC2A}"/>
              </a:ext>
            </a:extLst>
          </p:cNvPr>
          <p:cNvSpPr txBox="1"/>
          <p:nvPr/>
        </p:nvSpPr>
        <p:spPr>
          <a:xfrm>
            <a:off x="949674" y="3141010"/>
            <a:ext cx="5206738" cy="1754326"/>
          </a:xfrm>
          <a:prstGeom prst="rect">
            <a:avLst/>
          </a:prstGeom>
          <a:noFill/>
        </p:spPr>
        <p:txBody>
          <a:bodyPr wrap="square" rtlCol="0">
            <a:spAutoFit/>
          </a:bodyPr>
          <a:lstStyle/>
          <a:p>
            <a:pPr algn="l"/>
            <a:r>
              <a:rPr lang="en-US" b="1" i="0" dirty="0">
                <a:solidFill>
                  <a:srgbClr val="000000"/>
                </a:solidFill>
                <a:effectLst/>
                <a:latin typeface="Roboto" panose="02000000000000000000" pitchFamily="2" charset="0"/>
              </a:rPr>
              <a:t>Server</a:t>
            </a:r>
            <a:r>
              <a:rPr lang="en-US" b="0" i="0" dirty="0">
                <a:solidFill>
                  <a:srgbClr val="000000"/>
                </a:solidFill>
                <a:effectLst/>
                <a:latin typeface="Roboto" panose="02000000000000000000" pitchFamily="2" charset="0"/>
              </a:rPr>
              <a:t>: the </a:t>
            </a:r>
            <a:r>
              <a:rPr lang="en-US" b="0" i="1" dirty="0">
                <a:solidFill>
                  <a:srgbClr val="000000"/>
                </a:solidFill>
                <a:effectLst/>
                <a:latin typeface="Roboto" panose="02000000000000000000" pitchFamily="2" charset="0"/>
              </a:rPr>
              <a:t>application</a:t>
            </a:r>
            <a:r>
              <a:rPr lang="en-US" b="0" i="0" dirty="0">
                <a:solidFill>
                  <a:srgbClr val="000000"/>
                </a:solidFill>
                <a:effectLst/>
                <a:latin typeface="Roboto" panose="02000000000000000000" pitchFamily="2" charset="0"/>
              </a:rPr>
              <a:t> (not the machine) that passively waits for contact. Generally reside on big machines and can serve many clients simultaneously. Servers often have fixed, permanent IP addresses. They don’t know in advance who the clients are.</a:t>
            </a:r>
          </a:p>
        </p:txBody>
      </p:sp>
      <p:sp>
        <p:nvSpPr>
          <p:cNvPr id="5" name="TextBox 4">
            <a:extLst>
              <a:ext uri="{FF2B5EF4-FFF2-40B4-BE49-F238E27FC236}">
                <a16:creationId xmlns:a16="http://schemas.microsoft.com/office/drawing/2014/main" id="{E53FB6FD-CB05-45E4-80AA-47F53218F730}"/>
              </a:ext>
            </a:extLst>
          </p:cNvPr>
          <p:cNvSpPr txBox="1"/>
          <p:nvPr/>
        </p:nvSpPr>
        <p:spPr>
          <a:xfrm>
            <a:off x="949674" y="2101284"/>
            <a:ext cx="4508445" cy="923330"/>
          </a:xfrm>
          <a:prstGeom prst="rect">
            <a:avLst/>
          </a:prstGeom>
          <a:noFill/>
        </p:spPr>
        <p:txBody>
          <a:bodyPr wrap="square" rtlCol="0">
            <a:spAutoFit/>
          </a:bodyPr>
          <a:lstStyle/>
          <a:p>
            <a:pPr algn="l"/>
            <a:r>
              <a:rPr lang="en-US" b="1" i="0" dirty="0">
                <a:solidFill>
                  <a:srgbClr val="000000"/>
                </a:solidFill>
                <a:effectLst/>
                <a:latin typeface="Roboto" panose="02000000000000000000" pitchFamily="2" charset="0"/>
              </a:rPr>
              <a:t>Client</a:t>
            </a:r>
            <a:r>
              <a:rPr lang="en-US" b="0" i="0" dirty="0">
                <a:solidFill>
                  <a:srgbClr val="000000"/>
                </a:solidFill>
                <a:effectLst/>
                <a:latin typeface="Roboto" panose="02000000000000000000" pitchFamily="2" charset="0"/>
              </a:rPr>
              <a:t>: </a:t>
            </a:r>
            <a:r>
              <a:rPr lang="en-US" b="0" i="1" dirty="0">
                <a:solidFill>
                  <a:srgbClr val="000000"/>
                </a:solidFill>
                <a:effectLst/>
                <a:latin typeface="Roboto" panose="02000000000000000000" pitchFamily="2" charset="0"/>
              </a:rPr>
              <a:t>application</a:t>
            </a:r>
            <a:r>
              <a:rPr lang="en-US" b="0" i="0" dirty="0">
                <a:solidFill>
                  <a:srgbClr val="000000"/>
                </a:solidFill>
                <a:effectLst/>
                <a:latin typeface="Roboto" panose="02000000000000000000" pitchFamily="2" charset="0"/>
              </a:rPr>
              <a:t> (not the machine) that actively initiates contact. Generally runs on end users’ devices.</a:t>
            </a:r>
          </a:p>
        </p:txBody>
      </p:sp>
      <p:sp>
        <p:nvSpPr>
          <p:cNvPr id="6" name="TextBox 5">
            <a:extLst>
              <a:ext uri="{FF2B5EF4-FFF2-40B4-BE49-F238E27FC236}">
                <a16:creationId xmlns:a16="http://schemas.microsoft.com/office/drawing/2014/main" id="{B8E8F7C0-F73A-4E50-8BAF-85D63110A00D}"/>
              </a:ext>
            </a:extLst>
          </p:cNvPr>
          <p:cNvSpPr txBox="1"/>
          <p:nvPr/>
        </p:nvSpPr>
        <p:spPr>
          <a:xfrm>
            <a:off x="939795" y="5114172"/>
            <a:ext cx="7685278" cy="369332"/>
          </a:xfrm>
          <a:prstGeom prst="rect">
            <a:avLst/>
          </a:prstGeom>
          <a:noFill/>
        </p:spPr>
        <p:txBody>
          <a:bodyPr wrap="square" rtlCol="0">
            <a:spAutoFit/>
          </a:bodyPr>
          <a:lstStyle/>
          <a:p>
            <a:r>
              <a:rPr lang="en-AU" dirty="0"/>
              <a:t>A </a:t>
            </a:r>
            <a:r>
              <a:rPr lang="en-AU" b="1" dirty="0"/>
              <a:t>server</a:t>
            </a:r>
            <a:r>
              <a:rPr lang="en-AU" dirty="0"/>
              <a:t> should be: </a:t>
            </a:r>
            <a:r>
              <a:rPr lang="en-AU" altLang="zh-CN" dirty="0"/>
              <a:t>m</a:t>
            </a:r>
            <a:r>
              <a:rPr lang="en-AU" dirty="0"/>
              <a:t>ultithreaded, fork copies of itself &amp; event-driven </a:t>
            </a:r>
          </a:p>
        </p:txBody>
      </p:sp>
      <p:sp>
        <p:nvSpPr>
          <p:cNvPr id="8" name="TextBox 7">
            <a:extLst>
              <a:ext uri="{FF2B5EF4-FFF2-40B4-BE49-F238E27FC236}">
                <a16:creationId xmlns:a16="http://schemas.microsoft.com/office/drawing/2014/main" id="{791BC8F0-EECC-8C9B-FC18-7A5858FBA727}"/>
              </a:ext>
            </a:extLst>
          </p:cNvPr>
          <p:cNvSpPr txBox="1"/>
          <p:nvPr/>
        </p:nvSpPr>
        <p:spPr>
          <a:xfrm>
            <a:off x="939795" y="5520658"/>
            <a:ext cx="6417373" cy="369332"/>
          </a:xfrm>
          <a:prstGeom prst="rect">
            <a:avLst/>
          </a:prstGeom>
          <a:noFill/>
        </p:spPr>
        <p:txBody>
          <a:bodyPr wrap="square" rtlCol="0">
            <a:spAutoFit/>
          </a:bodyPr>
          <a:lstStyle/>
          <a:p>
            <a:r>
              <a:rPr lang="en-AU" dirty="0">
                <a:solidFill>
                  <a:srgbClr val="FF0000"/>
                </a:solidFill>
              </a:rPr>
              <a:t>Client-Server examples</a:t>
            </a:r>
            <a:r>
              <a:rPr lang="en-AU" dirty="0"/>
              <a:t>: Most web applications, heaps</a:t>
            </a:r>
          </a:p>
        </p:txBody>
      </p:sp>
    </p:spTree>
    <p:extLst>
      <p:ext uri="{BB962C8B-B14F-4D97-AF65-F5344CB8AC3E}">
        <p14:creationId xmlns:p14="http://schemas.microsoft.com/office/powerpoint/2010/main" val="157036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4B48D-4008-415B-8F17-B7416B4CA238}"/>
              </a:ext>
            </a:extLst>
          </p:cNvPr>
          <p:cNvSpPr>
            <a:spLocks noGrp="1"/>
          </p:cNvSpPr>
          <p:nvPr>
            <p:ph type="ctrTitle" idx="4294967295"/>
          </p:nvPr>
        </p:nvSpPr>
        <p:spPr>
          <a:xfrm>
            <a:off x="830921" y="163513"/>
            <a:ext cx="7354888" cy="1035050"/>
          </a:xfrm>
        </p:spPr>
        <p:txBody>
          <a:bodyPr/>
          <a:lstStyle/>
          <a:p>
            <a:r>
              <a:rPr lang="en-AU" dirty="0"/>
              <a:t>Two main paradigms (2)</a:t>
            </a:r>
          </a:p>
        </p:txBody>
      </p:sp>
      <p:sp>
        <p:nvSpPr>
          <p:cNvPr id="3" name="Content Placeholder 2">
            <a:extLst>
              <a:ext uri="{FF2B5EF4-FFF2-40B4-BE49-F238E27FC236}">
                <a16:creationId xmlns:a16="http://schemas.microsoft.com/office/drawing/2014/main" id="{8DCA4CF8-DE2F-4B01-A1BE-446E31C9D23C}"/>
              </a:ext>
            </a:extLst>
          </p:cNvPr>
          <p:cNvSpPr>
            <a:spLocks noGrp="1"/>
          </p:cNvSpPr>
          <p:nvPr>
            <p:ph type="subTitle" idx="4294967295"/>
          </p:nvPr>
        </p:nvSpPr>
        <p:spPr>
          <a:xfrm>
            <a:off x="567781" y="1198563"/>
            <a:ext cx="6799263" cy="476250"/>
          </a:xfrm>
        </p:spPr>
        <p:txBody>
          <a:bodyPr>
            <a:normAutofit lnSpcReduction="10000"/>
          </a:bodyPr>
          <a:lstStyle/>
          <a:p>
            <a:pPr marL="285750" indent="-285750">
              <a:buFont typeface="Courier New" panose="02070309020205020404" pitchFamily="49" charset="0"/>
              <a:buChar char="o"/>
            </a:pPr>
            <a:r>
              <a:rPr lang="en-AU" sz="2800" dirty="0"/>
              <a:t>Peer to Peer (P2P)</a:t>
            </a: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p:txBody>
      </p:sp>
      <p:sp>
        <p:nvSpPr>
          <p:cNvPr id="8" name="Slide Number Placeholder 7">
            <a:extLst>
              <a:ext uri="{FF2B5EF4-FFF2-40B4-BE49-F238E27FC236}">
                <a16:creationId xmlns:a16="http://schemas.microsoft.com/office/drawing/2014/main" id="{F5F225AF-6B74-C456-501C-5434EE0D1C09}"/>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7</a:t>
            </a:fld>
            <a:endParaRPr lang="en-AU"/>
          </a:p>
        </p:txBody>
      </p:sp>
      <p:sp>
        <p:nvSpPr>
          <p:cNvPr id="5" name="TextBox 4">
            <a:extLst>
              <a:ext uri="{FF2B5EF4-FFF2-40B4-BE49-F238E27FC236}">
                <a16:creationId xmlns:a16="http://schemas.microsoft.com/office/drawing/2014/main" id="{E53FB6FD-CB05-45E4-80AA-47F53218F730}"/>
              </a:ext>
            </a:extLst>
          </p:cNvPr>
          <p:cNvSpPr txBox="1"/>
          <p:nvPr/>
        </p:nvSpPr>
        <p:spPr>
          <a:xfrm>
            <a:off x="949671" y="1747916"/>
            <a:ext cx="4676406" cy="369332"/>
          </a:xfrm>
          <a:prstGeom prst="rect">
            <a:avLst/>
          </a:prstGeom>
          <a:noFill/>
        </p:spPr>
        <p:txBody>
          <a:bodyPr wrap="square" rtlCol="0">
            <a:spAutoFit/>
          </a:bodyPr>
          <a:lstStyle/>
          <a:p>
            <a:pPr algn="l"/>
            <a:r>
              <a:rPr lang="en-US" b="1" i="0" dirty="0">
                <a:solidFill>
                  <a:srgbClr val="000000"/>
                </a:solidFill>
                <a:effectLst/>
                <a:latin typeface="Roboto" panose="02000000000000000000" pitchFamily="2" charset="0"/>
              </a:rPr>
              <a:t>Client</a:t>
            </a:r>
            <a:r>
              <a:rPr lang="en-US" dirty="0">
                <a:solidFill>
                  <a:srgbClr val="000000"/>
                </a:solidFill>
                <a:latin typeface="Roboto" panose="02000000000000000000" pitchFamily="2" charset="0"/>
              </a:rPr>
              <a:t> </a:t>
            </a:r>
            <a:r>
              <a:rPr lang="en-US" b="1" dirty="0">
                <a:solidFill>
                  <a:srgbClr val="000000"/>
                </a:solidFill>
                <a:latin typeface="Roboto" panose="02000000000000000000" pitchFamily="2" charset="0"/>
              </a:rPr>
              <a:t> = Server </a:t>
            </a:r>
            <a:endParaRPr lang="en-US" b="1" i="0" dirty="0">
              <a:solidFill>
                <a:srgbClr val="000000"/>
              </a:solidFill>
              <a:effectLst/>
              <a:latin typeface="Roboto" panose="02000000000000000000" pitchFamily="2" charset="0"/>
            </a:endParaRPr>
          </a:p>
        </p:txBody>
      </p:sp>
      <p:sp>
        <p:nvSpPr>
          <p:cNvPr id="6" name="TextBox 5">
            <a:extLst>
              <a:ext uri="{FF2B5EF4-FFF2-40B4-BE49-F238E27FC236}">
                <a16:creationId xmlns:a16="http://schemas.microsoft.com/office/drawing/2014/main" id="{B8E8F7C0-F73A-4E50-8BAF-85D63110A00D}"/>
              </a:ext>
            </a:extLst>
          </p:cNvPr>
          <p:cNvSpPr txBox="1"/>
          <p:nvPr/>
        </p:nvSpPr>
        <p:spPr>
          <a:xfrm>
            <a:off x="1299678" y="2235510"/>
            <a:ext cx="6417373" cy="3139321"/>
          </a:xfrm>
          <a:prstGeom prst="rect">
            <a:avLst/>
          </a:prstGeom>
          <a:noFill/>
        </p:spPr>
        <p:txBody>
          <a:bodyPr wrap="square" rtlCol="0">
            <a:spAutoFit/>
          </a:bodyPr>
          <a:lstStyle/>
          <a:p>
            <a:pPr algn="l" fontAlgn="base"/>
            <a:r>
              <a:rPr lang="en-US" b="1" i="0" dirty="0">
                <a:solidFill>
                  <a:srgbClr val="273239"/>
                </a:solidFill>
                <a:effectLst/>
                <a:latin typeface="urw-din"/>
              </a:rPr>
              <a:t>Advantages:</a:t>
            </a:r>
            <a:endParaRPr lang="en-US" b="0" i="0" dirty="0">
              <a:solidFill>
                <a:srgbClr val="273239"/>
              </a:solidFill>
              <a:effectLst/>
              <a:latin typeface="urw-din"/>
            </a:endParaRPr>
          </a:p>
          <a:p>
            <a:pPr marL="285750" indent="-285750" algn="l" fontAlgn="base">
              <a:buFont typeface="Arial" panose="020B0604020202020204" pitchFamily="34" charset="0"/>
              <a:buChar char="•"/>
            </a:pPr>
            <a:r>
              <a:rPr lang="en-US" b="0" i="0" dirty="0">
                <a:solidFill>
                  <a:srgbClr val="273239"/>
                </a:solidFill>
                <a:effectLst/>
                <a:latin typeface="urw-din"/>
              </a:rPr>
              <a:t>Network is easy to maintain because each node is independent of each other.</a:t>
            </a:r>
          </a:p>
          <a:p>
            <a:pPr marL="285750" indent="-285750" algn="l" fontAlgn="base">
              <a:buFont typeface="Arial" panose="020B0604020202020204" pitchFamily="34" charset="0"/>
              <a:buChar char="•"/>
            </a:pPr>
            <a:r>
              <a:rPr lang="en-US" b="0" i="0" dirty="0">
                <a:solidFill>
                  <a:srgbClr val="273239"/>
                </a:solidFill>
                <a:effectLst/>
                <a:latin typeface="urw-din"/>
              </a:rPr>
              <a:t>Since each node acts as a server, therefore the cost of the central server is saved.</a:t>
            </a:r>
          </a:p>
          <a:p>
            <a:pPr marL="285750" indent="-285750" algn="l" fontAlgn="base">
              <a:buFont typeface="Arial" panose="020B0604020202020204" pitchFamily="34" charset="0"/>
              <a:buChar char="•"/>
            </a:pPr>
            <a:r>
              <a:rPr lang="en-US" b="0" i="0" dirty="0">
                <a:solidFill>
                  <a:srgbClr val="273239"/>
                </a:solidFill>
                <a:effectLst/>
                <a:latin typeface="urw-din"/>
              </a:rPr>
              <a:t>Adding, deleting and repairing nodes in this network is easy.</a:t>
            </a:r>
          </a:p>
          <a:p>
            <a:pPr algn="l" fontAlgn="base"/>
            <a:r>
              <a:rPr lang="en-US" b="1" i="0" dirty="0">
                <a:solidFill>
                  <a:srgbClr val="273239"/>
                </a:solidFill>
                <a:effectLst/>
                <a:latin typeface="urw-din"/>
              </a:rPr>
              <a:t>Disadvantages of P2P Network :</a:t>
            </a:r>
            <a:endParaRPr lang="en-US" b="0" i="0" dirty="0">
              <a:solidFill>
                <a:srgbClr val="273239"/>
              </a:solidFill>
              <a:effectLst/>
              <a:latin typeface="urw-din"/>
            </a:endParaRPr>
          </a:p>
          <a:p>
            <a:pPr marL="285750" indent="-285750" algn="l" fontAlgn="base">
              <a:buFont typeface="Arial" panose="020B0604020202020204" pitchFamily="34" charset="0"/>
              <a:buChar char="•"/>
            </a:pPr>
            <a:r>
              <a:rPr lang="en-US" b="0" i="0" dirty="0">
                <a:solidFill>
                  <a:srgbClr val="273239"/>
                </a:solidFill>
                <a:effectLst/>
                <a:latin typeface="urw-din"/>
              </a:rPr>
              <a:t>Because of no central server, data is always vulnerable to get lost because of no backup.</a:t>
            </a:r>
          </a:p>
          <a:p>
            <a:pPr marL="285750" indent="-285750" algn="l" fontAlgn="base">
              <a:buFont typeface="Arial" panose="020B0604020202020204" pitchFamily="34" charset="0"/>
              <a:buChar char="•"/>
            </a:pPr>
            <a:r>
              <a:rPr lang="en-US" b="0" i="0" dirty="0">
                <a:solidFill>
                  <a:srgbClr val="273239"/>
                </a:solidFill>
                <a:effectLst/>
                <a:latin typeface="urw-din"/>
              </a:rPr>
              <a:t>It becomes difficult to secure the complete network because each node is independent.</a:t>
            </a:r>
          </a:p>
        </p:txBody>
      </p:sp>
      <p:pic>
        <p:nvPicPr>
          <p:cNvPr id="2050" name="Picture 2" descr="Lightbox">
            <a:extLst>
              <a:ext uri="{FF2B5EF4-FFF2-40B4-BE49-F238E27FC236}">
                <a16:creationId xmlns:a16="http://schemas.microsoft.com/office/drawing/2014/main" id="{BFFC1FC2-3EA6-4FC1-82A0-149EF4DB9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1001" y="1883045"/>
            <a:ext cx="4125088" cy="34917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FB1117-23AB-C3C1-2D65-B62419D9496A}"/>
              </a:ext>
            </a:extLst>
          </p:cNvPr>
          <p:cNvSpPr txBox="1"/>
          <p:nvPr/>
        </p:nvSpPr>
        <p:spPr>
          <a:xfrm>
            <a:off x="1299677" y="5496258"/>
            <a:ext cx="6417373" cy="369332"/>
          </a:xfrm>
          <a:prstGeom prst="rect">
            <a:avLst/>
          </a:prstGeom>
          <a:noFill/>
        </p:spPr>
        <p:txBody>
          <a:bodyPr wrap="square" rtlCol="0">
            <a:spAutoFit/>
          </a:bodyPr>
          <a:lstStyle/>
          <a:p>
            <a:r>
              <a:rPr lang="en-AU" dirty="0">
                <a:solidFill>
                  <a:srgbClr val="FF0000"/>
                </a:solidFill>
              </a:rPr>
              <a:t>Some P2P examples</a:t>
            </a:r>
            <a:r>
              <a:rPr lang="en-AU" dirty="0"/>
              <a:t>: Bluetooth, Skype, Napster</a:t>
            </a:r>
          </a:p>
        </p:txBody>
      </p:sp>
    </p:spTree>
    <p:extLst>
      <p:ext uri="{BB962C8B-B14F-4D97-AF65-F5344CB8AC3E}">
        <p14:creationId xmlns:p14="http://schemas.microsoft.com/office/powerpoint/2010/main" val="1774811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0428-3F72-4760-AC18-46ADA89F45C4}"/>
              </a:ext>
            </a:extLst>
          </p:cNvPr>
          <p:cNvSpPr>
            <a:spLocks noGrp="1"/>
          </p:cNvSpPr>
          <p:nvPr>
            <p:ph type="ctrTitle" idx="4294967295"/>
          </p:nvPr>
        </p:nvSpPr>
        <p:spPr>
          <a:xfrm>
            <a:off x="558140" y="397669"/>
            <a:ext cx="9463088" cy="1035050"/>
          </a:xfrm>
        </p:spPr>
        <p:txBody>
          <a:bodyPr/>
          <a:lstStyle/>
          <a:p>
            <a:r>
              <a:rPr lang="en-AU" dirty="0"/>
              <a:t>Web Application Architecture</a:t>
            </a:r>
          </a:p>
        </p:txBody>
      </p:sp>
      <p:sp>
        <p:nvSpPr>
          <p:cNvPr id="3" name="Content Placeholder 2">
            <a:extLst>
              <a:ext uri="{FF2B5EF4-FFF2-40B4-BE49-F238E27FC236}">
                <a16:creationId xmlns:a16="http://schemas.microsoft.com/office/drawing/2014/main" id="{109750F4-5928-4457-85DE-B683D8584FA0}"/>
              </a:ext>
            </a:extLst>
          </p:cNvPr>
          <p:cNvSpPr>
            <a:spLocks noGrp="1"/>
          </p:cNvSpPr>
          <p:nvPr>
            <p:ph type="subTitle" idx="4294967295"/>
          </p:nvPr>
        </p:nvSpPr>
        <p:spPr>
          <a:xfrm>
            <a:off x="415636" y="1641475"/>
            <a:ext cx="10880725" cy="4297363"/>
          </a:xfrm>
          <a:ln w="3175">
            <a:noFill/>
          </a:ln>
        </p:spPr>
        <p:txBody>
          <a:bodyPr>
            <a:normAutofit/>
          </a:bodyPr>
          <a:lstStyle/>
          <a:p>
            <a:pPr marL="342900" indent="-342900">
              <a:buFont typeface="Courier New" panose="02070309020205020404" pitchFamily="49" charset="0"/>
              <a:buChar char="o"/>
            </a:pPr>
            <a:r>
              <a:rPr lang="en-US" sz="2400" i="0" dirty="0">
                <a:effectLst/>
                <a:latin typeface="Graphik"/>
              </a:rPr>
              <a:t>A Web Application is a computer application working over the Internet; it is </a:t>
            </a:r>
            <a:r>
              <a:rPr lang="en-US" sz="2400" dirty="0">
                <a:latin typeface="Graphik"/>
              </a:rPr>
              <a:t>delivered on the WWW and runs in a web browser.</a:t>
            </a:r>
            <a:endParaRPr lang="en-US" sz="2400" i="0" dirty="0">
              <a:effectLst/>
              <a:latin typeface="Graphik"/>
            </a:endParaRPr>
          </a:p>
          <a:p>
            <a:pPr marL="342900" indent="-342900">
              <a:buFont typeface="Courier New" panose="02070309020205020404" pitchFamily="49" charset="0"/>
              <a:buChar char="o"/>
            </a:pPr>
            <a:r>
              <a:rPr lang="en-US" sz="2400" b="0" i="0" dirty="0">
                <a:effectLst/>
                <a:latin typeface="Graphik"/>
              </a:rPr>
              <a:t>Web application architecture describes the </a:t>
            </a:r>
            <a:r>
              <a:rPr lang="en-US" sz="2400" b="1" i="0" dirty="0">
                <a:effectLst/>
                <a:latin typeface="Graphik"/>
              </a:rPr>
              <a:t>interactions</a:t>
            </a:r>
            <a:r>
              <a:rPr lang="en-US" sz="2400" b="0" i="0" dirty="0">
                <a:effectLst/>
                <a:latin typeface="Graphik"/>
              </a:rPr>
              <a:t> between  </a:t>
            </a:r>
            <a:r>
              <a:rPr lang="en-US" sz="2400" b="0" i="0" dirty="0">
                <a:solidFill>
                  <a:schemeClr val="accent5"/>
                </a:solidFill>
                <a:effectLst/>
                <a:latin typeface="Graphik"/>
              </a:rPr>
              <a:t>applications</a:t>
            </a:r>
            <a:r>
              <a:rPr lang="en-US" sz="2400" b="0" i="0" dirty="0">
                <a:effectLst/>
                <a:latin typeface="Graphik"/>
              </a:rPr>
              <a:t>, </a:t>
            </a:r>
            <a:r>
              <a:rPr lang="en-US" sz="2400" b="0" i="0" dirty="0">
                <a:solidFill>
                  <a:schemeClr val="accent6">
                    <a:lumMod val="75000"/>
                  </a:schemeClr>
                </a:solidFill>
                <a:effectLst/>
                <a:latin typeface="Graphik"/>
              </a:rPr>
              <a:t>components</a:t>
            </a:r>
            <a:r>
              <a:rPr lang="en-US" sz="2400" b="0" i="0" dirty="0">
                <a:effectLst/>
                <a:latin typeface="Graphik"/>
              </a:rPr>
              <a:t>, </a:t>
            </a:r>
            <a:r>
              <a:rPr lang="en-US" sz="2400" b="0" i="0" dirty="0">
                <a:solidFill>
                  <a:srgbClr val="00B050"/>
                </a:solidFill>
                <a:effectLst/>
                <a:latin typeface="Graphik"/>
              </a:rPr>
              <a:t>databases</a:t>
            </a:r>
            <a:r>
              <a:rPr lang="en-US" sz="2400" b="0" i="0" dirty="0">
                <a:effectLst/>
                <a:latin typeface="Graphik"/>
              </a:rPr>
              <a:t>, </a:t>
            </a:r>
            <a:r>
              <a:rPr lang="en-US" sz="2400" b="0" i="0" dirty="0">
                <a:solidFill>
                  <a:srgbClr val="7030A0"/>
                </a:solidFill>
                <a:effectLst/>
                <a:latin typeface="Graphik"/>
              </a:rPr>
              <a:t>middleware systems</a:t>
            </a:r>
            <a:r>
              <a:rPr lang="en-US" sz="2400" b="0" i="0" dirty="0">
                <a:effectLst/>
                <a:latin typeface="Graphik"/>
              </a:rPr>
              <a:t>, </a:t>
            </a:r>
            <a:r>
              <a:rPr lang="en-US" sz="2400" b="0" i="0" dirty="0">
                <a:solidFill>
                  <a:srgbClr val="C00000"/>
                </a:solidFill>
                <a:effectLst/>
                <a:latin typeface="Graphik"/>
              </a:rPr>
              <a:t>user interfaces</a:t>
            </a:r>
            <a:r>
              <a:rPr lang="en-US" sz="2400" b="0" i="0" dirty="0">
                <a:effectLst/>
                <a:latin typeface="Graphik"/>
              </a:rPr>
              <a:t>, and </a:t>
            </a:r>
            <a:r>
              <a:rPr lang="en-US" sz="2400" b="0" i="0" dirty="0">
                <a:solidFill>
                  <a:srgbClr val="00B0F0"/>
                </a:solidFill>
                <a:effectLst/>
                <a:latin typeface="Graphik"/>
              </a:rPr>
              <a:t>servers</a:t>
            </a:r>
            <a:r>
              <a:rPr lang="en-US" sz="2400" b="0" i="0" dirty="0">
                <a:effectLst/>
                <a:latin typeface="Graphik"/>
              </a:rPr>
              <a:t> in an application. </a:t>
            </a:r>
          </a:p>
          <a:p>
            <a:pPr marL="342900" indent="-342900">
              <a:buFont typeface="Courier New" panose="02070309020205020404" pitchFamily="49" charset="0"/>
              <a:buChar char="o"/>
            </a:pPr>
            <a:r>
              <a:rPr lang="en-US" sz="2400" b="0" i="0" dirty="0">
                <a:effectLst/>
                <a:latin typeface="Graphik"/>
              </a:rPr>
              <a:t>It can also be described as the </a:t>
            </a:r>
            <a:r>
              <a:rPr lang="en-US" sz="2400" b="1" i="0" dirty="0">
                <a:effectLst/>
                <a:latin typeface="Graphik"/>
              </a:rPr>
              <a:t>layout</a:t>
            </a:r>
            <a:r>
              <a:rPr lang="en-US" sz="2400" b="0" i="0" dirty="0">
                <a:effectLst/>
                <a:latin typeface="Graphik"/>
              </a:rPr>
              <a:t> that </a:t>
            </a:r>
            <a:r>
              <a:rPr lang="en-US" sz="2400" b="1" i="0" dirty="0">
                <a:effectLst/>
                <a:latin typeface="Graphik"/>
              </a:rPr>
              <a:t>logically defines the connection </a:t>
            </a:r>
            <a:r>
              <a:rPr lang="en-US" sz="2400" b="0" i="0" dirty="0">
                <a:effectLst/>
                <a:latin typeface="Graphik"/>
              </a:rPr>
              <a:t>between the server and client-side for a better web experience.  </a:t>
            </a:r>
          </a:p>
          <a:p>
            <a:pPr marL="342900" indent="-342900">
              <a:buFont typeface="Courier New" panose="02070309020205020404" pitchFamily="49" charset="0"/>
              <a:buChar char="o"/>
            </a:pPr>
            <a:r>
              <a:rPr lang="en-US" sz="2400" dirty="0">
                <a:latin typeface="Graphik"/>
              </a:rPr>
              <a:t>It is important because it affects efficiency, scalability, reliability,                      security, applicability and robustness of internet communications</a:t>
            </a:r>
            <a:endParaRPr lang="en-US" sz="2400" b="0" i="0" dirty="0">
              <a:effectLst/>
              <a:latin typeface="Graphik"/>
            </a:endParaRPr>
          </a:p>
          <a:p>
            <a:endParaRPr lang="en-US" sz="2000" dirty="0">
              <a:latin typeface="Graphik"/>
            </a:endParaRPr>
          </a:p>
          <a:p>
            <a:endParaRPr lang="en-AU" sz="2000" dirty="0"/>
          </a:p>
        </p:txBody>
      </p:sp>
      <p:sp>
        <p:nvSpPr>
          <p:cNvPr id="5" name="Slide Number Placeholder 4">
            <a:extLst>
              <a:ext uri="{FF2B5EF4-FFF2-40B4-BE49-F238E27FC236}">
                <a16:creationId xmlns:a16="http://schemas.microsoft.com/office/drawing/2014/main" id="{46EAD5DA-B121-F0FE-3703-F6802E184FA3}"/>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8</a:t>
            </a:fld>
            <a:endParaRPr lang="en-AU"/>
          </a:p>
        </p:txBody>
      </p:sp>
    </p:spTree>
    <p:extLst>
      <p:ext uri="{BB962C8B-B14F-4D97-AF65-F5344CB8AC3E}">
        <p14:creationId xmlns:p14="http://schemas.microsoft.com/office/powerpoint/2010/main" val="2457925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302F9-8482-3FF7-5DA1-B07E8E127A1D}"/>
              </a:ext>
            </a:extLst>
          </p:cNvPr>
          <p:cNvSpPr>
            <a:spLocks noGrp="1"/>
          </p:cNvSpPr>
          <p:nvPr>
            <p:ph type="ctrTitle" idx="4294967295"/>
          </p:nvPr>
        </p:nvSpPr>
        <p:spPr>
          <a:xfrm>
            <a:off x="457200" y="255588"/>
            <a:ext cx="10363200" cy="1035050"/>
          </a:xfrm>
        </p:spPr>
        <p:txBody>
          <a:bodyPr>
            <a:normAutofit/>
          </a:bodyPr>
          <a:lstStyle/>
          <a:p>
            <a:r>
              <a:rPr lang="en-AU" sz="4400" dirty="0"/>
              <a:t>Service Oriented Architecture (</a:t>
            </a:r>
            <a:r>
              <a:rPr lang="en-AU" dirty="0"/>
              <a:t>SOA)</a:t>
            </a:r>
          </a:p>
        </p:txBody>
      </p:sp>
      <p:sp>
        <p:nvSpPr>
          <p:cNvPr id="6" name="Content Placeholder 2">
            <a:extLst>
              <a:ext uri="{FF2B5EF4-FFF2-40B4-BE49-F238E27FC236}">
                <a16:creationId xmlns:a16="http://schemas.microsoft.com/office/drawing/2014/main" id="{3149ABB0-0A87-E441-7005-FC5D4CD319E1}"/>
              </a:ext>
            </a:extLst>
          </p:cNvPr>
          <p:cNvSpPr>
            <a:spLocks noGrp="1"/>
          </p:cNvSpPr>
          <p:nvPr>
            <p:ph type="subTitle" idx="4294967295"/>
          </p:nvPr>
        </p:nvSpPr>
        <p:spPr>
          <a:xfrm>
            <a:off x="581891" y="1298741"/>
            <a:ext cx="10599738" cy="4732337"/>
          </a:xfrm>
          <a:ln w="3175">
            <a:noFill/>
          </a:ln>
        </p:spPr>
        <p:txBody>
          <a:bodyPr>
            <a:normAutofit/>
          </a:bodyPr>
          <a:lstStyle/>
          <a:p>
            <a:pPr marL="342900" indent="-342900">
              <a:buFont typeface="Courier New" panose="02070309020205020404" pitchFamily="49" charset="0"/>
              <a:buChar char="o"/>
            </a:pPr>
            <a:r>
              <a:rPr lang="en-AU" sz="2400" dirty="0"/>
              <a:t>To support service orientation, an enterprise-wide approach</a:t>
            </a:r>
          </a:p>
          <a:p>
            <a:pPr marL="342900" indent="-342900">
              <a:buFont typeface="Courier New" panose="02070309020205020404" pitchFamily="49" charset="0"/>
              <a:buChar char="o"/>
            </a:pPr>
            <a:r>
              <a:rPr lang="en-AU" sz="2400" dirty="0"/>
              <a:t>A service has 4 properties: </a:t>
            </a:r>
          </a:p>
          <a:p>
            <a:pPr marL="800100" lvl="1" indent="-342900" algn="l">
              <a:buFont typeface="Arial" panose="020B0604020202020204" pitchFamily="34" charset="0"/>
              <a:buChar char="•"/>
            </a:pPr>
            <a:r>
              <a:rPr lang="en-AU" sz="1900" dirty="0">
                <a:solidFill>
                  <a:schemeClr val="tx1">
                    <a:lumMod val="50000"/>
                    <a:lumOff val="50000"/>
                  </a:schemeClr>
                </a:solidFill>
              </a:rPr>
              <a:t>Logically represents a repeatable business activity with a specified outcome</a:t>
            </a:r>
          </a:p>
          <a:p>
            <a:pPr marL="800100" lvl="1" indent="-342900" algn="l">
              <a:buFont typeface="Arial" panose="020B0604020202020204" pitchFamily="34" charset="0"/>
              <a:buChar char="•"/>
            </a:pPr>
            <a:r>
              <a:rPr lang="en-AU" sz="1900" dirty="0">
                <a:solidFill>
                  <a:schemeClr val="tx1">
                    <a:lumMod val="50000"/>
                    <a:lumOff val="50000"/>
                  </a:schemeClr>
                </a:solidFill>
              </a:rPr>
              <a:t>Self-contained</a:t>
            </a:r>
          </a:p>
          <a:p>
            <a:pPr marL="800100" lvl="1" indent="-342900" algn="l">
              <a:buFont typeface="Arial" panose="020B0604020202020204" pitchFamily="34" charset="0"/>
              <a:buChar char="•"/>
            </a:pPr>
            <a:r>
              <a:rPr lang="en-AU" sz="1900" dirty="0">
                <a:solidFill>
                  <a:schemeClr val="tx1">
                    <a:lumMod val="50000"/>
                    <a:lumOff val="50000"/>
                  </a:schemeClr>
                </a:solidFill>
              </a:rPr>
              <a:t>It is a black box for its consumers, meaning the consumer doesn’t have to be aware of the service’s inner workings</a:t>
            </a:r>
          </a:p>
          <a:p>
            <a:pPr marL="800100" lvl="1" indent="-342900" algn="l">
              <a:buFont typeface="Arial" panose="020B0604020202020204" pitchFamily="34" charset="0"/>
              <a:buChar char="•"/>
            </a:pPr>
            <a:r>
              <a:rPr lang="en-AU" sz="1900" dirty="0">
                <a:solidFill>
                  <a:schemeClr val="tx1">
                    <a:lumMod val="50000"/>
                    <a:lumOff val="50000"/>
                  </a:schemeClr>
                </a:solidFill>
              </a:rPr>
              <a:t>May be composed of other services</a:t>
            </a:r>
            <a:endParaRPr lang="en-AU" sz="1600" dirty="0">
              <a:solidFill>
                <a:schemeClr val="tx1">
                  <a:lumMod val="50000"/>
                  <a:lumOff val="50000"/>
                </a:schemeClr>
              </a:solidFill>
            </a:endParaRPr>
          </a:p>
          <a:p>
            <a:pPr marL="342900" indent="-342900">
              <a:buFont typeface="Courier New" panose="02070309020205020404" pitchFamily="49" charset="0"/>
              <a:buChar char="o"/>
            </a:pPr>
            <a:r>
              <a:rPr lang="en-AU" sz="2400" dirty="0"/>
              <a:t>Examples: Dropbox, Google workspace, Google docs..</a:t>
            </a:r>
          </a:p>
          <a:p>
            <a:pPr marL="342900" indent="-342900">
              <a:buFont typeface="Courier New" panose="02070309020205020404" pitchFamily="49" charset="0"/>
              <a:buChar char="o"/>
            </a:pPr>
            <a:r>
              <a:rPr lang="en-AU" sz="2400" dirty="0"/>
              <a:t>Benefits</a:t>
            </a:r>
          </a:p>
          <a:p>
            <a:pPr marL="800100" lvl="1" indent="-342900" algn="l">
              <a:buFont typeface="Arial" panose="020B0604020202020204" pitchFamily="34" charset="0"/>
              <a:buChar char="•"/>
            </a:pPr>
            <a:r>
              <a:rPr lang="en-AU" sz="1900" dirty="0">
                <a:solidFill>
                  <a:schemeClr val="tx1">
                    <a:lumMod val="50000"/>
                    <a:lumOff val="50000"/>
                  </a:schemeClr>
                </a:solidFill>
              </a:rPr>
              <a:t>Code reuse</a:t>
            </a:r>
          </a:p>
          <a:p>
            <a:pPr marL="800100" lvl="1" indent="-342900" algn="l">
              <a:buFont typeface="Arial" panose="020B0604020202020204" pitchFamily="34" charset="0"/>
              <a:buChar char="•"/>
            </a:pPr>
            <a:r>
              <a:rPr lang="en-AU" sz="1900" dirty="0">
                <a:solidFill>
                  <a:schemeClr val="tx1">
                    <a:lumMod val="50000"/>
                    <a:lumOff val="50000"/>
                  </a:schemeClr>
                </a:solidFill>
              </a:rPr>
              <a:t>Promote interaction</a:t>
            </a:r>
          </a:p>
          <a:p>
            <a:pPr marL="800100" lvl="1" indent="-342900" algn="l">
              <a:buFont typeface="Arial" panose="020B0604020202020204" pitchFamily="34" charset="0"/>
              <a:buChar char="•"/>
            </a:pPr>
            <a:r>
              <a:rPr lang="en-AU" sz="1900" dirty="0">
                <a:solidFill>
                  <a:schemeClr val="tx1">
                    <a:lumMod val="50000"/>
                    <a:lumOff val="50000"/>
                  </a:schemeClr>
                </a:solidFill>
              </a:rPr>
              <a:t>Scalability </a:t>
            </a:r>
          </a:p>
        </p:txBody>
      </p:sp>
      <p:sp>
        <p:nvSpPr>
          <p:cNvPr id="4" name="Slide Number Placeholder 3">
            <a:extLst>
              <a:ext uri="{FF2B5EF4-FFF2-40B4-BE49-F238E27FC236}">
                <a16:creationId xmlns:a16="http://schemas.microsoft.com/office/drawing/2014/main" id="{DA68493F-EC81-D6DE-9522-1534308192DD}"/>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9</a:t>
            </a:fld>
            <a:endParaRPr lang="en-AU"/>
          </a:p>
        </p:txBody>
      </p:sp>
    </p:spTree>
    <p:extLst>
      <p:ext uri="{BB962C8B-B14F-4D97-AF65-F5344CB8AC3E}">
        <p14:creationId xmlns:p14="http://schemas.microsoft.com/office/powerpoint/2010/main" val="119237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53066-2607-EB4D-322D-EE2395492646}"/>
              </a:ext>
            </a:extLst>
          </p:cNvPr>
          <p:cNvSpPr>
            <a:spLocks noGrp="1"/>
          </p:cNvSpPr>
          <p:nvPr>
            <p:ph type="ctrTitle" idx="4294967295"/>
          </p:nvPr>
        </p:nvSpPr>
        <p:spPr>
          <a:xfrm>
            <a:off x="522514" y="153194"/>
            <a:ext cx="10698163" cy="1035050"/>
          </a:xfrm>
        </p:spPr>
        <p:txBody>
          <a:bodyPr>
            <a:normAutofit/>
          </a:bodyPr>
          <a:lstStyle/>
          <a:p>
            <a:r>
              <a:rPr lang="en-AU" dirty="0"/>
              <a:t>Microservices </a:t>
            </a:r>
            <a:r>
              <a:rPr lang="en-AU" sz="4400" dirty="0"/>
              <a:t>Architecture</a:t>
            </a:r>
            <a:endParaRPr lang="en-AU" dirty="0"/>
          </a:p>
        </p:txBody>
      </p:sp>
      <p:sp>
        <p:nvSpPr>
          <p:cNvPr id="3" name="Subtitle 2">
            <a:extLst>
              <a:ext uri="{FF2B5EF4-FFF2-40B4-BE49-F238E27FC236}">
                <a16:creationId xmlns:a16="http://schemas.microsoft.com/office/drawing/2014/main" id="{8443A2AA-2E96-EFAD-509E-5A625DDA9F8B}"/>
              </a:ext>
            </a:extLst>
          </p:cNvPr>
          <p:cNvSpPr>
            <a:spLocks noGrp="1"/>
          </p:cNvSpPr>
          <p:nvPr>
            <p:ph type="subTitle" idx="4294967295"/>
          </p:nvPr>
        </p:nvSpPr>
        <p:spPr>
          <a:xfrm>
            <a:off x="522514" y="1440626"/>
            <a:ext cx="10477500" cy="4446588"/>
          </a:xfrm>
          <a:ln w="3175">
            <a:noFill/>
          </a:ln>
        </p:spPr>
        <p:txBody>
          <a:bodyPr>
            <a:normAutofit/>
          </a:bodyPr>
          <a:lstStyle/>
          <a:p>
            <a:pPr marL="457200" indent="-457200" algn="l">
              <a:buFont typeface="Courier New" panose="02070309020205020404" pitchFamily="49" charset="0"/>
              <a:buChar char="o"/>
            </a:pPr>
            <a:r>
              <a:rPr lang="en-US" sz="2800" b="0" i="0" dirty="0">
                <a:solidFill>
                  <a:schemeClr val="tx1">
                    <a:lumMod val="65000"/>
                    <a:lumOff val="35000"/>
                  </a:schemeClr>
                </a:solidFill>
                <a:effectLst/>
                <a:latin typeface="Helvetica Neue"/>
              </a:rPr>
              <a:t>Is an architectural style that structures an application as a collection of services that are</a:t>
            </a:r>
          </a:p>
          <a:p>
            <a:pPr marL="742950" lvl="1" indent="-285750" algn="l">
              <a:buFont typeface="Arial" panose="020B0604020202020204" pitchFamily="34" charset="0"/>
              <a:buChar char="•"/>
            </a:pPr>
            <a:r>
              <a:rPr lang="en-US" sz="2000" b="0" i="0" dirty="0">
                <a:solidFill>
                  <a:schemeClr val="bg1">
                    <a:lumMod val="50000"/>
                  </a:schemeClr>
                </a:solidFill>
                <a:effectLst/>
                <a:latin typeface="Helvetica Neue"/>
              </a:rPr>
              <a:t>Highly maintainable and testable</a:t>
            </a:r>
          </a:p>
          <a:p>
            <a:pPr marL="742950" lvl="1" indent="-285750" algn="l">
              <a:buFont typeface="Arial" panose="020B0604020202020204" pitchFamily="34" charset="0"/>
              <a:buChar char="•"/>
            </a:pPr>
            <a:r>
              <a:rPr lang="en-US" sz="2000" b="0" i="0" dirty="0">
                <a:solidFill>
                  <a:schemeClr val="bg1">
                    <a:lumMod val="50000"/>
                  </a:schemeClr>
                </a:solidFill>
                <a:effectLst/>
                <a:latin typeface="Helvetica Neue"/>
              </a:rPr>
              <a:t>Loosely coupled</a:t>
            </a:r>
          </a:p>
          <a:p>
            <a:pPr marL="742950" lvl="1" indent="-285750" algn="l">
              <a:buFont typeface="Arial" panose="020B0604020202020204" pitchFamily="34" charset="0"/>
              <a:buChar char="•"/>
            </a:pPr>
            <a:r>
              <a:rPr lang="en-US" sz="2000" b="0" i="0" dirty="0">
                <a:solidFill>
                  <a:schemeClr val="bg1">
                    <a:lumMod val="50000"/>
                  </a:schemeClr>
                </a:solidFill>
                <a:effectLst/>
                <a:latin typeface="Helvetica Neue"/>
              </a:rPr>
              <a:t>Independently deployable</a:t>
            </a:r>
          </a:p>
          <a:p>
            <a:pPr marL="742950" lvl="1" indent="-285750" algn="l">
              <a:buFont typeface="Arial" panose="020B0604020202020204" pitchFamily="34" charset="0"/>
              <a:buChar char="•"/>
            </a:pPr>
            <a:r>
              <a:rPr lang="en-US" sz="2000" b="0" i="0" dirty="0">
                <a:solidFill>
                  <a:schemeClr val="bg1">
                    <a:lumMod val="50000"/>
                  </a:schemeClr>
                </a:solidFill>
                <a:effectLst/>
                <a:latin typeface="Helvetica Neue"/>
              </a:rPr>
              <a:t>Organized around business capabilities</a:t>
            </a:r>
          </a:p>
          <a:p>
            <a:pPr marL="742950" lvl="1" indent="-285750" algn="l">
              <a:buFont typeface="Arial" panose="020B0604020202020204" pitchFamily="34" charset="0"/>
              <a:buChar char="•"/>
            </a:pPr>
            <a:r>
              <a:rPr lang="en-US" sz="2000" b="0" i="0" dirty="0">
                <a:solidFill>
                  <a:schemeClr val="bg1">
                    <a:lumMod val="50000"/>
                  </a:schemeClr>
                </a:solidFill>
                <a:effectLst/>
                <a:latin typeface="Helvetica Neue"/>
              </a:rPr>
              <a:t>Owned by a small team</a:t>
            </a:r>
          </a:p>
          <a:p>
            <a:pPr marL="457200" indent="-457200">
              <a:buFont typeface="Courier New" panose="02070309020205020404" pitchFamily="49" charset="0"/>
              <a:buChar char="o"/>
            </a:pPr>
            <a:r>
              <a:rPr lang="en-AU" sz="2800" dirty="0">
                <a:solidFill>
                  <a:schemeClr val="tx1">
                    <a:lumMod val="65000"/>
                    <a:lumOff val="35000"/>
                  </a:schemeClr>
                </a:solidFill>
                <a:latin typeface="Helvetica Neue"/>
              </a:rPr>
              <a:t>Small independent services that communicate over            well –defined APIs. </a:t>
            </a:r>
          </a:p>
          <a:p>
            <a:pPr marL="457200" indent="-457200">
              <a:buFont typeface="Courier New" panose="02070309020205020404" pitchFamily="49" charset="0"/>
              <a:buChar char="o"/>
            </a:pPr>
            <a:r>
              <a:rPr lang="en-AU" sz="2800" dirty="0">
                <a:solidFill>
                  <a:schemeClr val="tx1">
                    <a:lumMod val="65000"/>
                    <a:lumOff val="35000"/>
                  </a:schemeClr>
                </a:solidFill>
              </a:rPr>
              <a:t>Examples: PayPal, Uber, </a:t>
            </a:r>
            <a:endParaRPr lang="en-AU" sz="2800" dirty="0">
              <a:solidFill>
                <a:schemeClr val="tx1">
                  <a:lumMod val="65000"/>
                  <a:lumOff val="35000"/>
                </a:schemeClr>
              </a:solidFill>
              <a:latin typeface="Helvetica Neue"/>
            </a:endParaRPr>
          </a:p>
        </p:txBody>
      </p:sp>
      <p:sp>
        <p:nvSpPr>
          <p:cNvPr id="5" name="Slide Number Placeholder 4">
            <a:extLst>
              <a:ext uri="{FF2B5EF4-FFF2-40B4-BE49-F238E27FC236}">
                <a16:creationId xmlns:a16="http://schemas.microsoft.com/office/drawing/2014/main" id="{DCE4E4DB-48FA-3CB8-B93A-AD8C82ABC303}"/>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10</a:t>
            </a:fld>
            <a:endParaRPr lang="en-AU"/>
          </a:p>
        </p:txBody>
      </p:sp>
    </p:spTree>
    <p:extLst>
      <p:ext uri="{BB962C8B-B14F-4D97-AF65-F5344CB8AC3E}">
        <p14:creationId xmlns:p14="http://schemas.microsoft.com/office/powerpoint/2010/main" val="413769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2786D-E64C-7227-2D4E-A0137A326579}"/>
              </a:ext>
            </a:extLst>
          </p:cNvPr>
          <p:cNvSpPr>
            <a:spLocks noGrp="1"/>
          </p:cNvSpPr>
          <p:nvPr>
            <p:ph type="ctrTitle" idx="4294967295"/>
          </p:nvPr>
        </p:nvSpPr>
        <p:spPr>
          <a:xfrm>
            <a:off x="514350" y="623047"/>
            <a:ext cx="9966325" cy="860425"/>
          </a:xfrm>
        </p:spPr>
        <p:txBody>
          <a:bodyPr>
            <a:normAutofit/>
          </a:bodyPr>
          <a:lstStyle/>
          <a:p>
            <a:r>
              <a:rPr lang="en-AU" dirty="0"/>
              <a:t>SOA and Microservices</a:t>
            </a:r>
          </a:p>
        </p:txBody>
      </p:sp>
      <p:sp>
        <p:nvSpPr>
          <p:cNvPr id="6" name="Slide Number Placeholder 5">
            <a:extLst>
              <a:ext uri="{FF2B5EF4-FFF2-40B4-BE49-F238E27FC236}">
                <a16:creationId xmlns:a16="http://schemas.microsoft.com/office/drawing/2014/main" id="{5C417C6F-7346-0AA2-9C3C-86CB52FFAEEF}"/>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11</a:t>
            </a:fld>
            <a:endParaRPr lang="en-AU"/>
          </a:p>
        </p:txBody>
      </p:sp>
      <p:sp>
        <p:nvSpPr>
          <p:cNvPr id="4" name="Subtitle 2">
            <a:extLst>
              <a:ext uri="{FF2B5EF4-FFF2-40B4-BE49-F238E27FC236}">
                <a16:creationId xmlns:a16="http://schemas.microsoft.com/office/drawing/2014/main" id="{D94833C2-A085-52F7-AD00-C7FFAFC7723B}"/>
              </a:ext>
            </a:extLst>
          </p:cNvPr>
          <p:cNvSpPr txBox="1">
            <a:spLocks/>
          </p:cNvSpPr>
          <p:nvPr/>
        </p:nvSpPr>
        <p:spPr>
          <a:xfrm>
            <a:off x="514350" y="1830240"/>
            <a:ext cx="10172700" cy="3737610"/>
          </a:xfrm>
          <a:prstGeom prst="rect">
            <a:avLst/>
          </a:prstGeom>
          <a:ln w="3175">
            <a:noFill/>
          </a:ln>
        </p:spPr>
        <p:txBody>
          <a:bodyPr vert="horz" lIns="91440" tIns="45720" rIns="91440" bIns="45720" rtlCol="0">
            <a:normAutofit fontScale="32500" lnSpcReduction="20000"/>
          </a:bodyPr>
          <a:lstStyle>
            <a:lvl1pPr marL="0" indent="0" algn="l" defTabSz="457200" rtl="0" eaLnBrk="1" latinLnBrk="0" hangingPunct="1">
              <a:spcBef>
                <a:spcPct val="20000"/>
              </a:spcBef>
              <a:buFont typeface="Arial"/>
              <a:buNone/>
              <a:defRPr sz="1800" kern="1200">
                <a:solidFill>
                  <a:srgbClr val="58595B"/>
                </a:solidFill>
                <a:latin typeface="Arial"/>
                <a:ea typeface="+mn-ea"/>
                <a:cs typeface="Arial"/>
              </a:defRPr>
            </a:lvl1pPr>
            <a:lvl2pPr marL="457200" indent="0" algn="ctr" defTabSz="457200" rtl="0" eaLnBrk="1" latinLnBrk="0" hangingPunct="1">
              <a:spcBef>
                <a:spcPct val="20000"/>
              </a:spcBef>
              <a:buFont typeface="Arial"/>
              <a:buNone/>
              <a:defRPr sz="2800" kern="1200">
                <a:solidFill>
                  <a:schemeClr val="tx1">
                    <a:tint val="75000"/>
                  </a:schemeClr>
                </a:solidFill>
                <a:latin typeface="Arial"/>
                <a:ea typeface="+mn-ea"/>
                <a:cs typeface="Arial"/>
              </a:defRPr>
            </a:lvl2pPr>
            <a:lvl3pPr marL="914400" indent="0" algn="ctr" defTabSz="457200" rtl="0" eaLnBrk="1" latinLnBrk="0" hangingPunct="1">
              <a:spcBef>
                <a:spcPct val="20000"/>
              </a:spcBef>
              <a:buFont typeface="Arial"/>
              <a:buNone/>
              <a:defRPr sz="24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446088" indent="-446088">
              <a:buFont typeface="Courier New" panose="02070309020205020404" pitchFamily="49" charset="0"/>
              <a:buChar char="o"/>
            </a:pPr>
            <a:r>
              <a:rPr lang="en-AU" sz="7000" dirty="0">
                <a:solidFill>
                  <a:schemeClr val="tx1">
                    <a:lumMod val="65000"/>
                    <a:lumOff val="35000"/>
                  </a:schemeClr>
                </a:solidFill>
                <a:latin typeface="Helvetica Neue"/>
              </a:rPr>
              <a:t>Commonalities</a:t>
            </a:r>
          </a:p>
          <a:p>
            <a:pPr marL="720725" lvl="2" indent="-274638" algn="l">
              <a:buFont typeface="Arial" panose="020B0604020202020204" pitchFamily="34" charset="0"/>
              <a:buChar char="•"/>
            </a:pPr>
            <a:r>
              <a:rPr lang="en-AU" sz="6600" dirty="0">
                <a:solidFill>
                  <a:schemeClr val="tx1">
                    <a:lumMod val="65000"/>
                    <a:lumOff val="35000"/>
                  </a:schemeClr>
                </a:solidFill>
                <a:latin typeface="Helvetica Neue"/>
              </a:rPr>
              <a:t>Both involve cloud or hybrid cloud </a:t>
            </a:r>
          </a:p>
          <a:p>
            <a:pPr marL="720725" lvl="2" indent="-274638" algn="l">
              <a:buFont typeface="Arial" panose="020B0604020202020204" pitchFamily="34" charset="0"/>
              <a:buChar char="•"/>
            </a:pPr>
            <a:r>
              <a:rPr lang="en-AU" sz="6600" dirty="0">
                <a:solidFill>
                  <a:schemeClr val="tx1">
                    <a:lumMod val="65000"/>
                    <a:lumOff val="35000"/>
                  </a:schemeClr>
                </a:solidFill>
                <a:latin typeface="Helvetica Neue"/>
              </a:rPr>
              <a:t>Both can scale to meet the speed and operational demands of big data</a:t>
            </a:r>
          </a:p>
          <a:p>
            <a:pPr marL="720725" lvl="1" indent="-274638"/>
            <a:endParaRPr lang="en-AU" sz="7000" dirty="0">
              <a:solidFill>
                <a:schemeClr val="tx1">
                  <a:lumMod val="65000"/>
                  <a:lumOff val="35000"/>
                </a:schemeClr>
              </a:solidFill>
              <a:latin typeface="Helvetica Neue"/>
            </a:endParaRPr>
          </a:p>
          <a:p>
            <a:pPr marL="446088" indent="-446088">
              <a:buFont typeface="Courier New" panose="02070309020205020404" pitchFamily="49" charset="0"/>
              <a:buChar char="o"/>
            </a:pPr>
            <a:r>
              <a:rPr lang="en-AU" sz="7100" dirty="0">
                <a:solidFill>
                  <a:schemeClr val="tx1">
                    <a:lumMod val="65000"/>
                    <a:lumOff val="35000"/>
                  </a:schemeClr>
                </a:solidFill>
                <a:latin typeface="Helvetica Neue"/>
              </a:rPr>
              <a:t>Differences:</a:t>
            </a:r>
          </a:p>
          <a:p>
            <a:pPr marL="742950" lvl="1" indent="-285750" algn="l">
              <a:buFont typeface="Arial" panose="020B0604020202020204" pitchFamily="34" charset="0"/>
              <a:buChar char="•"/>
            </a:pPr>
            <a:r>
              <a:rPr lang="en-AU" sz="7100" dirty="0">
                <a:solidFill>
                  <a:schemeClr val="tx1">
                    <a:lumMod val="65000"/>
                    <a:lumOff val="35000"/>
                  </a:schemeClr>
                </a:solidFill>
                <a:latin typeface="Helvetica Neue"/>
              </a:rPr>
              <a:t>SOA has an enterprise scope,  provide infrastructure services, application services, functional services… </a:t>
            </a:r>
          </a:p>
          <a:p>
            <a:pPr marL="742950" lvl="1" indent="-285750" algn="l">
              <a:buFont typeface="Arial" panose="020B0604020202020204" pitchFamily="34" charset="0"/>
              <a:buChar char="•"/>
            </a:pPr>
            <a:r>
              <a:rPr lang="en-AU" sz="7100" dirty="0">
                <a:solidFill>
                  <a:schemeClr val="tx1">
                    <a:lumMod val="65000"/>
                    <a:lumOff val="35000"/>
                  </a:schemeClr>
                </a:solidFill>
                <a:latin typeface="Helvetica Neue"/>
              </a:rPr>
              <a:t>Microservices has an application scope. </a:t>
            </a:r>
          </a:p>
          <a:p>
            <a:pPr marL="742950" lvl="1" indent="-285750" algn="l">
              <a:buFont typeface="Arial" panose="020B0604020202020204" pitchFamily="34" charset="0"/>
              <a:buChar char="•"/>
            </a:pPr>
            <a:r>
              <a:rPr lang="en-AU" sz="7100" dirty="0">
                <a:solidFill>
                  <a:schemeClr val="tx1">
                    <a:lumMod val="65000"/>
                    <a:lumOff val="35000"/>
                  </a:schemeClr>
                </a:solidFill>
                <a:latin typeface="Helvetica Neue"/>
              </a:rPr>
              <a:t>SOA communicate by XML data</a:t>
            </a:r>
          </a:p>
          <a:p>
            <a:pPr marL="742950" lvl="1" indent="-285750" algn="l">
              <a:buFont typeface="Arial" panose="020B0604020202020204" pitchFamily="34" charset="0"/>
              <a:buChar char="•"/>
            </a:pPr>
            <a:r>
              <a:rPr lang="en-AU" sz="7100" dirty="0">
                <a:solidFill>
                  <a:schemeClr val="tx1">
                    <a:lumMod val="65000"/>
                    <a:lumOff val="35000"/>
                  </a:schemeClr>
                </a:solidFill>
                <a:latin typeface="Helvetica Neue"/>
              </a:rPr>
              <a:t>Microservices communicate via API  </a:t>
            </a:r>
          </a:p>
          <a:p>
            <a:pPr marL="742950" lvl="1" indent="-285750" algn="l">
              <a:buFont typeface="Arial" panose="020B0604020202020204" pitchFamily="34" charset="0"/>
              <a:buChar char="•"/>
            </a:pPr>
            <a:endParaRPr lang="en-AU" sz="7100" dirty="0">
              <a:solidFill>
                <a:srgbClr val="333333"/>
              </a:solidFill>
              <a:latin typeface="Helvetica Neue"/>
            </a:endParaRPr>
          </a:p>
          <a:p>
            <a:pPr marL="742950" lvl="1" indent="-285750" algn="l">
              <a:buFont typeface="Arial" panose="020B0604020202020204" pitchFamily="34" charset="0"/>
              <a:buChar char="•"/>
            </a:pPr>
            <a:endParaRPr lang="en-AU" sz="3600" dirty="0">
              <a:solidFill>
                <a:srgbClr val="333333"/>
              </a:solidFill>
              <a:latin typeface="Helvetica Neue"/>
            </a:endParaRPr>
          </a:p>
          <a:p>
            <a:pPr marL="742950" lvl="1" indent="-285750" algn="l">
              <a:buFont typeface="Arial" panose="020B0604020202020204" pitchFamily="34" charset="0"/>
              <a:buChar char="•"/>
            </a:pPr>
            <a:endParaRPr lang="en-AU" sz="3600" dirty="0">
              <a:solidFill>
                <a:srgbClr val="333333"/>
              </a:solidFill>
              <a:latin typeface="Helvetica Neue"/>
            </a:endParaRPr>
          </a:p>
          <a:p>
            <a:endParaRPr lang="en-AU" dirty="0"/>
          </a:p>
        </p:txBody>
      </p:sp>
      <p:sp>
        <p:nvSpPr>
          <p:cNvPr id="5" name="Title 1">
            <a:extLst>
              <a:ext uri="{FF2B5EF4-FFF2-40B4-BE49-F238E27FC236}">
                <a16:creationId xmlns:a16="http://schemas.microsoft.com/office/drawing/2014/main" id="{16F1BE44-7145-7C08-756D-F583EEF0B324}"/>
              </a:ext>
            </a:extLst>
          </p:cNvPr>
          <p:cNvSpPr txBox="1">
            <a:spLocks/>
          </p:cNvSpPr>
          <p:nvPr/>
        </p:nvSpPr>
        <p:spPr>
          <a:xfrm>
            <a:off x="720090" y="161014"/>
            <a:ext cx="9966960" cy="1034927"/>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rgbClr val="58595B"/>
                </a:solidFill>
                <a:latin typeface="Arial"/>
                <a:ea typeface="+mj-ea"/>
                <a:cs typeface="Arial"/>
              </a:defRPr>
            </a:lvl1pPr>
          </a:lstStyle>
          <a:p>
            <a:endParaRPr lang="en-AU" dirty="0"/>
          </a:p>
        </p:txBody>
      </p:sp>
    </p:spTree>
    <p:extLst>
      <p:ext uri="{BB962C8B-B14F-4D97-AF65-F5344CB8AC3E}">
        <p14:creationId xmlns:p14="http://schemas.microsoft.com/office/powerpoint/2010/main" val="4279808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302F9-8482-3FF7-5DA1-B07E8E127A1D}"/>
              </a:ext>
            </a:extLst>
          </p:cNvPr>
          <p:cNvSpPr>
            <a:spLocks noGrp="1"/>
          </p:cNvSpPr>
          <p:nvPr>
            <p:ph type="ctrTitle" idx="4294967295"/>
          </p:nvPr>
        </p:nvSpPr>
        <p:spPr>
          <a:xfrm>
            <a:off x="457200" y="150811"/>
            <a:ext cx="10363200" cy="1035050"/>
          </a:xfrm>
        </p:spPr>
        <p:txBody>
          <a:bodyPr>
            <a:normAutofit/>
          </a:bodyPr>
          <a:lstStyle/>
          <a:p>
            <a:r>
              <a:rPr lang="en-AU" dirty="0"/>
              <a:t>2 or 3-Tier Web Application Architecture</a:t>
            </a:r>
          </a:p>
        </p:txBody>
      </p:sp>
      <p:sp>
        <p:nvSpPr>
          <p:cNvPr id="6" name="Slide Number Placeholder 5">
            <a:extLst>
              <a:ext uri="{FF2B5EF4-FFF2-40B4-BE49-F238E27FC236}">
                <a16:creationId xmlns:a16="http://schemas.microsoft.com/office/drawing/2014/main" id="{B097F801-9D78-5DE6-3B55-45754AC1A2CF}"/>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12</a:t>
            </a:fld>
            <a:endParaRPr lang="en-AU"/>
          </a:p>
        </p:txBody>
      </p:sp>
      <p:pic>
        <p:nvPicPr>
          <p:cNvPr id="5" name="Picture 4" descr="Graphical user interface, application&#10;&#10;Description automatically generated">
            <a:extLst>
              <a:ext uri="{FF2B5EF4-FFF2-40B4-BE49-F238E27FC236}">
                <a16:creationId xmlns:a16="http://schemas.microsoft.com/office/drawing/2014/main" id="{7CC9F87B-46BD-CA5F-576A-2B0D32BDB9D4}"/>
              </a:ext>
            </a:extLst>
          </p:cNvPr>
          <p:cNvPicPr>
            <a:picLocks noChangeAspect="1"/>
          </p:cNvPicPr>
          <p:nvPr/>
        </p:nvPicPr>
        <p:blipFill>
          <a:blip r:embed="rId2"/>
          <a:stretch>
            <a:fillRect/>
          </a:stretch>
        </p:blipFill>
        <p:spPr>
          <a:xfrm>
            <a:off x="765810" y="1331393"/>
            <a:ext cx="7193279" cy="4296924"/>
          </a:xfrm>
          <a:prstGeom prst="rect">
            <a:avLst/>
          </a:prstGeom>
          <a:ln w="3175">
            <a:solidFill>
              <a:schemeClr val="tx1"/>
            </a:solidFill>
          </a:ln>
        </p:spPr>
      </p:pic>
      <p:sp>
        <p:nvSpPr>
          <p:cNvPr id="7" name="TextBox 6">
            <a:extLst>
              <a:ext uri="{FF2B5EF4-FFF2-40B4-BE49-F238E27FC236}">
                <a16:creationId xmlns:a16="http://schemas.microsoft.com/office/drawing/2014/main" id="{C8E894AC-4FED-EAAC-17F3-A800568899D9}"/>
              </a:ext>
            </a:extLst>
          </p:cNvPr>
          <p:cNvSpPr txBox="1"/>
          <p:nvPr/>
        </p:nvSpPr>
        <p:spPr>
          <a:xfrm>
            <a:off x="1725930" y="5841486"/>
            <a:ext cx="7063740" cy="369332"/>
          </a:xfrm>
          <a:prstGeom prst="rect">
            <a:avLst/>
          </a:prstGeom>
          <a:noFill/>
        </p:spPr>
        <p:txBody>
          <a:bodyPr wrap="square" rtlCol="0">
            <a:spAutoFit/>
          </a:bodyPr>
          <a:lstStyle/>
          <a:p>
            <a:r>
              <a:rPr lang="en-AU" dirty="0"/>
              <a:t>Source: </a:t>
            </a:r>
            <a:r>
              <a:rPr lang="en-AU" dirty="0">
                <a:hlinkClick r:id="rId3"/>
              </a:rPr>
              <a:t>https://litslink.com/blog/web-application-architecture</a:t>
            </a:r>
            <a:r>
              <a:rPr lang="en-AU" dirty="0"/>
              <a:t> </a:t>
            </a:r>
          </a:p>
        </p:txBody>
      </p:sp>
      <p:sp>
        <p:nvSpPr>
          <p:cNvPr id="8" name="TextBox 7">
            <a:extLst>
              <a:ext uri="{FF2B5EF4-FFF2-40B4-BE49-F238E27FC236}">
                <a16:creationId xmlns:a16="http://schemas.microsoft.com/office/drawing/2014/main" id="{76582238-E6DE-39A5-FCF2-88B1912711AB}"/>
              </a:ext>
            </a:extLst>
          </p:cNvPr>
          <p:cNvSpPr txBox="1"/>
          <p:nvPr/>
        </p:nvSpPr>
        <p:spPr>
          <a:xfrm>
            <a:off x="8157210" y="1920061"/>
            <a:ext cx="3268980" cy="1200329"/>
          </a:xfrm>
          <a:prstGeom prst="rect">
            <a:avLst/>
          </a:prstGeom>
          <a:noFill/>
        </p:spPr>
        <p:txBody>
          <a:bodyPr wrap="square" rtlCol="0">
            <a:spAutoFit/>
          </a:bodyPr>
          <a:lstStyle/>
          <a:p>
            <a:r>
              <a:rPr lang="en-AU" dirty="0"/>
              <a:t>A typical 3-tier web application</a:t>
            </a:r>
          </a:p>
          <a:p>
            <a:pPr marL="342900" indent="-342900">
              <a:buAutoNum type="arabicPeriod"/>
            </a:pPr>
            <a:r>
              <a:rPr lang="en-AU" dirty="0"/>
              <a:t>Presentation tier (frontend)</a:t>
            </a:r>
          </a:p>
          <a:p>
            <a:pPr marL="342900" indent="-342900">
              <a:buAutoNum type="arabicPeriod"/>
            </a:pPr>
            <a:r>
              <a:rPr lang="en-AU" dirty="0"/>
              <a:t>Application tier (backend)</a:t>
            </a:r>
          </a:p>
          <a:p>
            <a:pPr marL="342900" indent="-342900">
              <a:buAutoNum type="arabicPeriod"/>
            </a:pPr>
            <a:r>
              <a:rPr lang="en-AU" dirty="0"/>
              <a:t>Database tier (backend)</a:t>
            </a:r>
          </a:p>
        </p:txBody>
      </p:sp>
      <p:sp>
        <p:nvSpPr>
          <p:cNvPr id="3" name="TextBox 2">
            <a:extLst>
              <a:ext uri="{FF2B5EF4-FFF2-40B4-BE49-F238E27FC236}">
                <a16:creationId xmlns:a16="http://schemas.microsoft.com/office/drawing/2014/main" id="{E376DEF3-A06D-EC4F-BADE-DF6B1B456638}"/>
              </a:ext>
            </a:extLst>
          </p:cNvPr>
          <p:cNvSpPr txBox="1"/>
          <p:nvPr/>
        </p:nvSpPr>
        <p:spPr>
          <a:xfrm>
            <a:off x="8288655" y="3859049"/>
            <a:ext cx="3006090" cy="369332"/>
          </a:xfrm>
          <a:prstGeom prst="rect">
            <a:avLst/>
          </a:prstGeom>
          <a:noFill/>
          <a:ln>
            <a:solidFill>
              <a:schemeClr val="tx1"/>
            </a:solidFill>
          </a:ln>
        </p:spPr>
        <p:txBody>
          <a:bodyPr wrap="square" rtlCol="0">
            <a:spAutoFit/>
          </a:bodyPr>
          <a:lstStyle/>
          <a:p>
            <a:r>
              <a:rPr lang="en-AU" dirty="0">
                <a:solidFill>
                  <a:srgbClr val="00B050"/>
                </a:solidFill>
              </a:rPr>
              <a:t>COIT12207 focused</a:t>
            </a:r>
          </a:p>
        </p:txBody>
      </p:sp>
    </p:spTree>
    <p:extLst>
      <p:ext uri="{BB962C8B-B14F-4D97-AF65-F5344CB8AC3E}">
        <p14:creationId xmlns:p14="http://schemas.microsoft.com/office/powerpoint/2010/main" val="309413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9BBA9-B099-4D9B-81BB-8413C1B6B29C}"/>
              </a:ext>
            </a:extLst>
          </p:cNvPr>
          <p:cNvSpPr>
            <a:spLocks noGrp="1"/>
          </p:cNvSpPr>
          <p:nvPr>
            <p:ph type="ctrTitle" idx="4294967295"/>
          </p:nvPr>
        </p:nvSpPr>
        <p:spPr>
          <a:xfrm>
            <a:off x="558140" y="106424"/>
            <a:ext cx="10363200" cy="1035050"/>
          </a:xfrm>
        </p:spPr>
        <p:txBody>
          <a:bodyPr/>
          <a:lstStyle/>
          <a:p>
            <a:r>
              <a:rPr lang="en-AU" dirty="0"/>
              <a:t>How a Web Application work </a:t>
            </a:r>
          </a:p>
        </p:txBody>
      </p:sp>
      <p:sp>
        <p:nvSpPr>
          <p:cNvPr id="3" name="Subtitle 2">
            <a:extLst>
              <a:ext uri="{FF2B5EF4-FFF2-40B4-BE49-F238E27FC236}">
                <a16:creationId xmlns:a16="http://schemas.microsoft.com/office/drawing/2014/main" id="{7549475F-9169-4225-9A61-577D521AD175}"/>
              </a:ext>
            </a:extLst>
          </p:cNvPr>
          <p:cNvSpPr>
            <a:spLocks noGrp="1"/>
          </p:cNvSpPr>
          <p:nvPr>
            <p:ph type="subTitle" idx="4294967295"/>
          </p:nvPr>
        </p:nvSpPr>
        <p:spPr>
          <a:xfrm>
            <a:off x="534833" y="1268907"/>
            <a:ext cx="10021888" cy="4205288"/>
          </a:xfrm>
          <a:ln w="3175">
            <a:noFill/>
          </a:ln>
        </p:spPr>
        <p:txBody>
          <a:bodyPr>
            <a:normAutofit fontScale="92500" lnSpcReduction="20000"/>
          </a:bodyPr>
          <a:lstStyle/>
          <a:p>
            <a:pPr marL="0" indent="0">
              <a:buNone/>
            </a:pPr>
            <a:r>
              <a:rPr lang="en-AU" sz="3000" dirty="0"/>
              <a:t>Two different code (sub-programs) running side-by-side:</a:t>
            </a:r>
          </a:p>
          <a:p>
            <a:endParaRPr lang="en-AU" sz="2400" dirty="0"/>
          </a:p>
          <a:p>
            <a:pPr marL="285750" indent="-285750">
              <a:buFont typeface="Courier New" panose="02070309020205020404" pitchFamily="49" charset="0"/>
              <a:buChar char="o"/>
            </a:pPr>
            <a:r>
              <a:rPr lang="en-AU" dirty="0"/>
              <a:t>Front-end (Client–side) Code:  </a:t>
            </a:r>
          </a:p>
          <a:p>
            <a:pPr marL="742950" lvl="1" indent="-285750" algn="l">
              <a:buFont typeface="Arial" panose="020B0604020202020204" pitchFamily="34" charset="0"/>
              <a:buChar char="•"/>
            </a:pPr>
            <a:r>
              <a:rPr lang="en-AU" sz="2000" dirty="0"/>
              <a:t>The code that is in the browser and responds to some user input</a:t>
            </a:r>
          </a:p>
          <a:p>
            <a:pPr marL="742950" lvl="1" indent="-285750" algn="l">
              <a:buFont typeface="Arial" panose="020B0604020202020204" pitchFamily="34" charset="0"/>
              <a:buChar char="•"/>
            </a:pPr>
            <a:r>
              <a:rPr lang="en-AU" sz="2000" dirty="0"/>
              <a:t>A combination of </a:t>
            </a:r>
            <a:r>
              <a:rPr lang="en-AU" sz="2000" dirty="0">
                <a:solidFill>
                  <a:srgbClr val="00B050"/>
                </a:solidFill>
              </a:rPr>
              <a:t>CSS, HTML and JavaScript</a:t>
            </a:r>
          </a:p>
          <a:p>
            <a:pPr marL="742950" lvl="1" indent="-285750" algn="l">
              <a:buFont typeface="Arial" panose="020B0604020202020204" pitchFamily="34" charset="0"/>
              <a:buChar char="•"/>
            </a:pPr>
            <a:r>
              <a:rPr lang="en-AU" sz="2000" dirty="0"/>
              <a:t>Code is visible by user</a:t>
            </a:r>
          </a:p>
          <a:p>
            <a:pPr marL="285750" indent="-285750">
              <a:buFont typeface="Arial" panose="020B0604020202020204" pitchFamily="34" charset="0"/>
              <a:buChar char="•"/>
            </a:pPr>
            <a:endParaRPr lang="en-AU" dirty="0"/>
          </a:p>
          <a:p>
            <a:pPr marL="285750" indent="-285750">
              <a:buFont typeface="Courier New" panose="02070309020205020404" pitchFamily="49" charset="0"/>
              <a:buChar char="o"/>
            </a:pPr>
            <a:r>
              <a:rPr lang="en-AU" dirty="0"/>
              <a:t>Back-end (Server–side) Code: </a:t>
            </a:r>
          </a:p>
          <a:p>
            <a:pPr marL="742950" lvl="1" indent="-285750" algn="l">
              <a:buFont typeface="Arial" panose="020B0604020202020204" pitchFamily="34" charset="0"/>
              <a:buChar char="•"/>
            </a:pPr>
            <a:r>
              <a:rPr lang="en-AU" sz="2000" dirty="0"/>
              <a:t>The code that is on the server and responds to the HTTP request</a:t>
            </a:r>
          </a:p>
          <a:p>
            <a:pPr marL="742950" lvl="1" indent="-285750" algn="l">
              <a:buFont typeface="Arial" panose="020B0604020202020204" pitchFamily="34" charset="0"/>
              <a:buChar char="•"/>
            </a:pPr>
            <a:r>
              <a:rPr lang="en-AU" sz="2000" dirty="0"/>
              <a:t>Communicate only via HTTP request</a:t>
            </a:r>
          </a:p>
          <a:p>
            <a:pPr marL="742950" lvl="1" indent="-285750" algn="l">
              <a:buFont typeface="Arial" panose="020B0604020202020204" pitchFamily="34" charset="0"/>
              <a:buChar char="•"/>
            </a:pPr>
            <a:r>
              <a:rPr lang="en-AU" sz="2000" dirty="0"/>
              <a:t>Code is not visible</a:t>
            </a:r>
          </a:p>
          <a:p>
            <a:pPr marL="742950" lvl="1" indent="-285750" algn="l">
              <a:buFont typeface="Arial" panose="020B0604020202020204" pitchFamily="34" charset="0"/>
              <a:buChar char="•"/>
            </a:pPr>
            <a:r>
              <a:rPr lang="en-AU" sz="2000" dirty="0">
                <a:solidFill>
                  <a:srgbClr val="00B050"/>
                </a:solidFill>
              </a:rPr>
              <a:t>PHP,</a:t>
            </a:r>
            <a:r>
              <a:rPr lang="en-AU" sz="2000" dirty="0"/>
              <a:t> JSF, ASP, Python, </a:t>
            </a:r>
            <a:r>
              <a:rPr lang="en-AU" sz="2000" dirty="0">
                <a:solidFill>
                  <a:srgbClr val="00B050"/>
                </a:solidFill>
              </a:rPr>
              <a:t>MySQL</a:t>
            </a:r>
          </a:p>
          <a:p>
            <a:endParaRPr lang="en-AU" dirty="0"/>
          </a:p>
          <a:p>
            <a:endParaRPr lang="en-AU" dirty="0"/>
          </a:p>
        </p:txBody>
      </p:sp>
      <p:sp>
        <p:nvSpPr>
          <p:cNvPr id="6" name="Slide Number Placeholder 5">
            <a:extLst>
              <a:ext uri="{FF2B5EF4-FFF2-40B4-BE49-F238E27FC236}">
                <a16:creationId xmlns:a16="http://schemas.microsoft.com/office/drawing/2014/main" id="{80602DC2-E0F5-3135-8B7C-920BC4EFE08A}"/>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13</a:t>
            </a:fld>
            <a:endParaRPr lang="en-AU"/>
          </a:p>
        </p:txBody>
      </p:sp>
      <p:sp>
        <p:nvSpPr>
          <p:cNvPr id="4" name="TextBox 3">
            <a:extLst>
              <a:ext uri="{FF2B5EF4-FFF2-40B4-BE49-F238E27FC236}">
                <a16:creationId xmlns:a16="http://schemas.microsoft.com/office/drawing/2014/main" id="{5D36494D-E17F-8FDB-0EF2-579B7D6F64F1}"/>
              </a:ext>
            </a:extLst>
          </p:cNvPr>
          <p:cNvSpPr txBox="1"/>
          <p:nvPr/>
        </p:nvSpPr>
        <p:spPr>
          <a:xfrm>
            <a:off x="1584886" y="5730606"/>
            <a:ext cx="7921782" cy="369332"/>
          </a:xfrm>
          <a:prstGeom prst="rect">
            <a:avLst/>
          </a:prstGeom>
          <a:noFill/>
          <a:ln w="3175">
            <a:solidFill>
              <a:schemeClr val="tx1"/>
            </a:solidFill>
          </a:ln>
        </p:spPr>
        <p:txBody>
          <a:bodyPr wrap="square" rtlCol="0">
            <a:spAutoFit/>
          </a:bodyPr>
          <a:lstStyle/>
          <a:p>
            <a:r>
              <a:rPr lang="en-AU" dirty="0">
                <a:solidFill>
                  <a:srgbClr val="00B050"/>
                </a:solidFill>
              </a:rPr>
              <a:t>This unit covers:  CSS, HTML5, JavaScript, PHP,  MySQL and related topics</a:t>
            </a:r>
          </a:p>
        </p:txBody>
      </p:sp>
    </p:spTree>
    <p:extLst>
      <p:ext uri="{BB962C8B-B14F-4D97-AF65-F5344CB8AC3E}">
        <p14:creationId xmlns:p14="http://schemas.microsoft.com/office/powerpoint/2010/main" val="3234770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C9642-A32C-9464-FB5B-8174BAFCD3BB}"/>
              </a:ext>
            </a:extLst>
          </p:cNvPr>
          <p:cNvSpPr>
            <a:spLocks noGrp="1"/>
          </p:cNvSpPr>
          <p:nvPr>
            <p:ph type="ctrTitle" idx="4294967295"/>
          </p:nvPr>
        </p:nvSpPr>
        <p:spPr>
          <a:xfrm>
            <a:off x="308758" y="178406"/>
            <a:ext cx="10363200" cy="1035050"/>
          </a:xfrm>
        </p:spPr>
        <p:txBody>
          <a:bodyPr/>
          <a:lstStyle/>
          <a:p>
            <a:r>
              <a:rPr lang="en-AU" dirty="0"/>
              <a:t>CSS and HTML5 revision</a:t>
            </a:r>
          </a:p>
        </p:txBody>
      </p:sp>
      <p:sp>
        <p:nvSpPr>
          <p:cNvPr id="3" name="Subtitle 2">
            <a:extLst>
              <a:ext uri="{FF2B5EF4-FFF2-40B4-BE49-F238E27FC236}">
                <a16:creationId xmlns:a16="http://schemas.microsoft.com/office/drawing/2014/main" id="{EB59D88F-A726-AE6F-DA60-E8AB10F37ADE}"/>
              </a:ext>
            </a:extLst>
          </p:cNvPr>
          <p:cNvSpPr>
            <a:spLocks noGrp="1"/>
          </p:cNvSpPr>
          <p:nvPr>
            <p:ph type="subTitle" idx="4294967295"/>
          </p:nvPr>
        </p:nvSpPr>
        <p:spPr>
          <a:xfrm>
            <a:off x="446076" y="1386639"/>
            <a:ext cx="10088563" cy="3957257"/>
          </a:xfrm>
          <a:ln w="3175">
            <a:solidFill>
              <a:schemeClr val="tx1"/>
            </a:solidFill>
          </a:ln>
        </p:spPr>
        <p:txBody>
          <a:bodyPr>
            <a:normAutofit fontScale="85000" lnSpcReduction="20000"/>
          </a:bodyPr>
          <a:lstStyle/>
          <a:p>
            <a:pPr marL="285750" indent="-285750">
              <a:buFont typeface="Courier New" panose="02070309020205020404" pitchFamily="49" charset="0"/>
              <a:buChar char="o"/>
            </a:pPr>
            <a:r>
              <a:rPr lang="en-AU" sz="2600" dirty="0"/>
              <a:t>CSS is used to style an HTML document</a:t>
            </a:r>
          </a:p>
          <a:p>
            <a:pPr marL="285750" indent="-285750">
              <a:buFont typeface="Courier New" panose="02070309020205020404" pitchFamily="49" charset="0"/>
              <a:buChar char="o"/>
            </a:pPr>
            <a:r>
              <a:rPr lang="en-AU" sz="2600" dirty="0"/>
              <a:t>CSS describe how HTML element should be displayed (font, size, </a:t>
            </a:r>
            <a:r>
              <a:rPr lang="en-AU" sz="2600" dirty="0" err="1"/>
              <a:t>color</a:t>
            </a:r>
            <a:r>
              <a:rPr lang="en-AU" sz="2600" dirty="0"/>
              <a:t>, etc.)</a:t>
            </a:r>
          </a:p>
          <a:p>
            <a:pPr marL="285750" indent="-285750">
              <a:buFont typeface="Courier New" panose="02070309020205020404" pitchFamily="49" charset="0"/>
              <a:buChar char="o"/>
            </a:pPr>
            <a:r>
              <a:rPr lang="en-AU" sz="2600" dirty="0"/>
              <a:t>CSS can be used in 3 ways</a:t>
            </a:r>
          </a:p>
          <a:p>
            <a:pPr marL="0" indent="0">
              <a:buNone/>
            </a:pPr>
            <a:r>
              <a:rPr lang="en-AU" sz="2600" dirty="0"/>
              <a:t> </a:t>
            </a:r>
          </a:p>
          <a:p>
            <a:pPr marL="742950" lvl="1" indent="-285750" algn="l">
              <a:buFont typeface="Courier New" panose="02070309020205020404" pitchFamily="49" charset="0"/>
              <a:buChar char="o"/>
            </a:pPr>
            <a:r>
              <a:rPr lang="en-AU" sz="2000" dirty="0"/>
              <a:t>Inline – by using </a:t>
            </a:r>
            <a:r>
              <a:rPr lang="en-AU" sz="2000" dirty="0">
                <a:solidFill>
                  <a:schemeClr val="accent2"/>
                </a:solidFill>
              </a:rPr>
              <a:t>style</a:t>
            </a:r>
            <a:r>
              <a:rPr lang="en-AU" sz="2000" dirty="0"/>
              <a:t> attribute inside HTML elements</a:t>
            </a:r>
          </a:p>
          <a:p>
            <a:pPr marL="742950" lvl="1" indent="-285750" algn="l">
              <a:buFont typeface="Courier New" panose="02070309020205020404" pitchFamily="49" charset="0"/>
              <a:buChar char="o"/>
            </a:pPr>
            <a:r>
              <a:rPr lang="en-AU" sz="2000" dirty="0"/>
              <a:t>Internal – by using </a:t>
            </a:r>
            <a:r>
              <a:rPr lang="en-AU" sz="2000" dirty="0">
                <a:solidFill>
                  <a:schemeClr val="accent2"/>
                </a:solidFill>
              </a:rPr>
              <a:t>&lt;style&gt; </a:t>
            </a:r>
            <a:r>
              <a:rPr lang="en-AU" sz="2000" dirty="0"/>
              <a:t>element in the </a:t>
            </a:r>
            <a:r>
              <a:rPr lang="en-AU" sz="2000" dirty="0">
                <a:solidFill>
                  <a:schemeClr val="accent2"/>
                </a:solidFill>
              </a:rPr>
              <a:t>&lt;head&gt; </a:t>
            </a:r>
            <a:r>
              <a:rPr lang="en-AU" sz="2000" dirty="0"/>
              <a:t>section</a:t>
            </a:r>
          </a:p>
          <a:p>
            <a:pPr marL="742950" lvl="1" indent="-285750" algn="l">
              <a:buFont typeface="Courier New" panose="02070309020205020404" pitchFamily="49" charset="0"/>
              <a:buChar char="o"/>
            </a:pPr>
            <a:r>
              <a:rPr lang="en-AU" sz="2000" dirty="0"/>
              <a:t>External – by using a </a:t>
            </a:r>
            <a:r>
              <a:rPr lang="en-AU" sz="2000" dirty="0">
                <a:solidFill>
                  <a:schemeClr val="accent2"/>
                </a:solidFill>
              </a:rPr>
              <a:t>&lt;link&gt; </a:t>
            </a:r>
            <a:r>
              <a:rPr lang="en-AU" sz="2000" dirty="0"/>
              <a:t>element to link to an external CSS file</a:t>
            </a:r>
          </a:p>
          <a:p>
            <a:pPr marL="742950" lvl="1" indent="-285750" algn="l">
              <a:buFont typeface="Courier New" panose="02070309020205020404" pitchFamily="49" charset="0"/>
              <a:buChar char="o"/>
            </a:pPr>
            <a:endParaRPr lang="en-AU" sz="2000" dirty="0"/>
          </a:p>
          <a:p>
            <a:pPr marL="285750" indent="-285750">
              <a:buFont typeface="Courier New" panose="02070309020205020404" pitchFamily="49" charset="0"/>
              <a:buChar char="o"/>
            </a:pPr>
            <a:r>
              <a:rPr lang="en-AU" sz="2600" dirty="0"/>
              <a:t>HTML is the standard markup language for web pages; It describes the structure of a web page; It consists of a series of elements; It’s elements tell the browser how to display the content</a:t>
            </a:r>
          </a:p>
          <a:p>
            <a:pPr marL="285750" indent="-285750">
              <a:buFont typeface="Courier New" panose="02070309020205020404" pitchFamily="49" charset="0"/>
              <a:buChar char="o"/>
            </a:pPr>
            <a:r>
              <a:rPr lang="en-AU" sz="2600" dirty="0"/>
              <a:t>HTML5 is the latest and most enhanced version of HTML.  </a:t>
            </a:r>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pPr marL="285750" indent="-285750">
              <a:buFont typeface="Courier New" panose="02070309020205020404" pitchFamily="49" charset="0"/>
              <a:buChar char="o"/>
            </a:pPr>
            <a:endParaRPr lang="en-AU" dirty="0"/>
          </a:p>
          <a:p>
            <a:endParaRPr lang="en-AU" dirty="0"/>
          </a:p>
        </p:txBody>
      </p:sp>
      <p:sp>
        <p:nvSpPr>
          <p:cNvPr id="6" name="Slide Number Placeholder 5">
            <a:extLst>
              <a:ext uri="{FF2B5EF4-FFF2-40B4-BE49-F238E27FC236}">
                <a16:creationId xmlns:a16="http://schemas.microsoft.com/office/drawing/2014/main" id="{83F4EEB9-9941-33FB-F63C-311351535A8C}"/>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14</a:t>
            </a:fld>
            <a:endParaRPr lang="en-AU"/>
          </a:p>
        </p:txBody>
      </p:sp>
      <p:sp>
        <p:nvSpPr>
          <p:cNvPr id="4" name="TextBox 3">
            <a:extLst>
              <a:ext uri="{FF2B5EF4-FFF2-40B4-BE49-F238E27FC236}">
                <a16:creationId xmlns:a16="http://schemas.microsoft.com/office/drawing/2014/main" id="{450BC8A4-2227-5EC0-8DDB-5907C810C15D}"/>
              </a:ext>
            </a:extLst>
          </p:cNvPr>
          <p:cNvSpPr txBox="1"/>
          <p:nvPr/>
        </p:nvSpPr>
        <p:spPr>
          <a:xfrm>
            <a:off x="1323949" y="5616953"/>
            <a:ext cx="8829453" cy="369332"/>
          </a:xfrm>
          <a:prstGeom prst="rect">
            <a:avLst/>
          </a:prstGeom>
          <a:noFill/>
          <a:ln w="3175">
            <a:solidFill>
              <a:schemeClr val="tx1"/>
            </a:solidFill>
          </a:ln>
        </p:spPr>
        <p:txBody>
          <a:bodyPr wrap="square" rtlCol="0">
            <a:spAutoFit/>
          </a:bodyPr>
          <a:lstStyle/>
          <a:p>
            <a:r>
              <a:rPr lang="en-AU" dirty="0">
                <a:solidFill>
                  <a:srgbClr val="00B050"/>
                </a:solidFill>
              </a:rPr>
              <a:t>You have learned CSS topic and some basic HTML topics in prerequisite unit.</a:t>
            </a:r>
            <a:endParaRPr lang="en-AU" dirty="0"/>
          </a:p>
        </p:txBody>
      </p:sp>
    </p:spTree>
    <p:extLst>
      <p:ext uri="{BB962C8B-B14F-4D97-AF65-F5344CB8AC3E}">
        <p14:creationId xmlns:p14="http://schemas.microsoft.com/office/powerpoint/2010/main" val="337329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74B4-1720-1CED-FE8C-4EAD47F84E07}"/>
              </a:ext>
            </a:extLst>
          </p:cNvPr>
          <p:cNvSpPr>
            <a:spLocks noGrp="1"/>
          </p:cNvSpPr>
          <p:nvPr>
            <p:ph type="ctrTitle" idx="4294967295"/>
          </p:nvPr>
        </p:nvSpPr>
        <p:spPr>
          <a:xfrm>
            <a:off x="941267" y="384174"/>
            <a:ext cx="10363200" cy="1035050"/>
          </a:xfrm>
        </p:spPr>
        <p:txBody>
          <a:bodyPr/>
          <a:lstStyle/>
          <a:p>
            <a:r>
              <a:rPr lang="en-AU" dirty="0"/>
              <a:t>HTML5 – STRUCTURE</a:t>
            </a:r>
          </a:p>
        </p:txBody>
      </p:sp>
      <p:sp>
        <p:nvSpPr>
          <p:cNvPr id="6" name="Slide Number Placeholder 5">
            <a:extLst>
              <a:ext uri="{FF2B5EF4-FFF2-40B4-BE49-F238E27FC236}">
                <a16:creationId xmlns:a16="http://schemas.microsoft.com/office/drawing/2014/main" id="{BEC688E6-97F0-7427-8F62-88735435FE17}"/>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15</a:t>
            </a:fld>
            <a:endParaRPr lang="en-AU"/>
          </a:p>
        </p:txBody>
      </p:sp>
      <p:pic>
        <p:nvPicPr>
          <p:cNvPr id="4" name="Picture 3">
            <a:extLst>
              <a:ext uri="{FF2B5EF4-FFF2-40B4-BE49-F238E27FC236}">
                <a16:creationId xmlns:a16="http://schemas.microsoft.com/office/drawing/2014/main" id="{D2BA4A2D-D008-E763-13CC-BEB0ED576534}"/>
              </a:ext>
            </a:extLst>
          </p:cNvPr>
          <p:cNvPicPr>
            <a:picLocks noChangeAspect="1"/>
          </p:cNvPicPr>
          <p:nvPr/>
        </p:nvPicPr>
        <p:blipFill>
          <a:blip r:embed="rId2"/>
          <a:stretch>
            <a:fillRect/>
          </a:stretch>
        </p:blipFill>
        <p:spPr>
          <a:xfrm>
            <a:off x="887533" y="1419224"/>
            <a:ext cx="8008423" cy="4512946"/>
          </a:xfrm>
          <a:prstGeom prst="rect">
            <a:avLst/>
          </a:prstGeom>
        </p:spPr>
      </p:pic>
      <p:sp>
        <p:nvSpPr>
          <p:cNvPr id="5" name="TextBox 4">
            <a:extLst>
              <a:ext uri="{FF2B5EF4-FFF2-40B4-BE49-F238E27FC236}">
                <a16:creationId xmlns:a16="http://schemas.microsoft.com/office/drawing/2014/main" id="{56365E6B-0878-F015-C35C-4EEAF71E9E68}"/>
              </a:ext>
            </a:extLst>
          </p:cNvPr>
          <p:cNvSpPr txBox="1"/>
          <p:nvPr/>
        </p:nvSpPr>
        <p:spPr>
          <a:xfrm>
            <a:off x="8983980" y="1716404"/>
            <a:ext cx="2788920" cy="2677656"/>
          </a:xfrm>
          <a:prstGeom prst="rect">
            <a:avLst/>
          </a:prstGeom>
          <a:noFill/>
          <a:ln>
            <a:solidFill>
              <a:schemeClr val="tx1"/>
            </a:solidFill>
          </a:ln>
        </p:spPr>
        <p:txBody>
          <a:bodyPr wrap="square" rtlCol="0">
            <a:spAutoFit/>
          </a:bodyPr>
          <a:lstStyle/>
          <a:p>
            <a:r>
              <a:rPr lang="en-AU" sz="2400" dirty="0"/>
              <a:t>&lt;!DOCTYPE html&gt;</a:t>
            </a:r>
          </a:p>
          <a:p>
            <a:endParaRPr lang="en-AU" sz="2400" dirty="0"/>
          </a:p>
          <a:p>
            <a:r>
              <a:rPr lang="en-AU" sz="2400" dirty="0"/>
              <a:t>&lt;meta&gt;</a:t>
            </a:r>
          </a:p>
          <a:p>
            <a:r>
              <a:rPr lang="en-AU" sz="1200" dirty="0"/>
              <a:t>     -  browser compatibility, responsive	</a:t>
            </a:r>
          </a:p>
          <a:p>
            <a:r>
              <a:rPr lang="en-AU" sz="2400" dirty="0"/>
              <a:t>&lt;link&gt;</a:t>
            </a:r>
          </a:p>
          <a:p>
            <a:endParaRPr lang="en-AU" sz="2400" dirty="0"/>
          </a:p>
          <a:p>
            <a:r>
              <a:rPr lang="en-AU" sz="2400" dirty="0"/>
              <a:t>&lt;script&gt;</a:t>
            </a:r>
          </a:p>
        </p:txBody>
      </p:sp>
    </p:spTree>
    <p:extLst>
      <p:ext uri="{BB962C8B-B14F-4D97-AF65-F5344CB8AC3E}">
        <p14:creationId xmlns:p14="http://schemas.microsoft.com/office/powerpoint/2010/main" val="3053179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D9B0C1-5561-87A0-A30F-31F6962801C3}"/>
              </a:ext>
            </a:extLst>
          </p:cNvPr>
          <p:cNvSpPr txBox="1">
            <a:spLocks/>
          </p:cNvSpPr>
          <p:nvPr/>
        </p:nvSpPr>
        <p:spPr>
          <a:xfrm>
            <a:off x="941267" y="384174"/>
            <a:ext cx="10363200" cy="103505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rgbClr val="58595B"/>
                </a:solidFill>
                <a:latin typeface="Arial"/>
                <a:ea typeface="+mj-ea"/>
                <a:cs typeface="Arial"/>
              </a:defRPr>
            </a:lvl1pPr>
          </a:lstStyle>
          <a:p>
            <a:r>
              <a:rPr lang="en-AU" dirty="0"/>
              <a:t>HTML5 – ELEMENTS   (i.e. tags)</a:t>
            </a:r>
          </a:p>
        </p:txBody>
      </p:sp>
      <p:sp>
        <p:nvSpPr>
          <p:cNvPr id="6" name="TextBox 5">
            <a:extLst>
              <a:ext uri="{FF2B5EF4-FFF2-40B4-BE49-F238E27FC236}">
                <a16:creationId xmlns:a16="http://schemas.microsoft.com/office/drawing/2014/main" id="{EDE5CE0D-DC5C-454A-FE0C-CB696FDBB5ED}"/>
              </a:ext>
            </a:extLst>
          </p:cNvPr>
          <p:cNvSpPr txBox="1"/>
          <p:nvPr/>
        </p:nvSpPr>
        <p:spPr>
          <a:xfrm>
            <a:off x="1375606" y="5486400"/>
            <a:ext cx="8305603" cy="646331"/>
          </a:xfrm>
          <a:prstGeom prst="rect">
            <a:avLst/>
          </a:prstGeom>
          <a:noFill/>
        </p:spPr>
        <p:txBody>
          <a:bodyPr wrap="square" rtlCol="0">
            <a:spAutoFit/>
          </a:bodyPr>
          <a:lstStyle/>
          <a:p>
            <a:r>
              <a:rPr lang="en-AU" dirty="0">
                <a:solidFill>
                  <a:srgbClr val="C00000"/>
                </a:solidFill>
              </a:rPr>
              <a:t>HTML5 Tags: </a:t>
            </a:r>
            <a:r>
              <a:rPr lang="en-AU" dirty="0">
                <a:solidFill>
                  <a:srgbClr val="0000FF"/>
                </a:solidFill>
                <a:hlinkClick r:id="rId2">
                  <a:extLst>
                    <a:ext uri="{A12FA001-AC4F-418D-AE19-62706E023703}">
                      <ahyp:hlinkClr xmlns:ahyp="http://schemas.microsoft.com/office/drawing/2018/hyperlinkcolor" val="tx"/>
                    </a:ext>
                  </a:extLst>
                </a:hlinkClick>
              </a:rPr>
              <a:t>https://www.tutorialspoint.com/html5/html5_tags.htm#</a:t>
            </a:r>
            <a:endParaRPr lang="en-AU" dirty="0"/>
          </a:p>
          <a:p>
            <a:endParaRPr lang="en-AU" dirty="0"/>
          </a:p>
        </p:txBody>
      </p:sp>
      <p:pic>
        <p:nvPicPr>
          <p:cNvPr id="12" name="Picture 11">
            <a:extLst>
              <a:ext uri="{FF2B5EF4-FFF2-40B4-BE49-F238E27FC236}">
                <a16:creationId xmlns:a16="http://schemas.microsoft.com/office/drawing/2014/main" id="{E462E1AC-D105-FBEB-F76D-B53496ECE807}"/>
              </a:ext>
            </a:extLst>
          </p:cNvPr>
          <p:cNvPicPr>
            <a:picLocks noChangeAspect="1"/>
          </p:cNvPicPr>
          <p:nvPr/>
        </p:nvPicPr>
        <p:blipFill>
          <a:blip r:embed="rId3"/>
          <a:stretch>
            <a:fillRect/>
          </a:stretch>
        </p:blipFill>
        <p:spPr>
          <a:xfrm>
            <a:off x="941267" y="1725930"/>
            <a:ext cx="6477000" cy="3063240"/>
          </a:xfrm>
          <a:prstGeom prst="rect">
            <a:avLst/>
          </a:prstGeom>
        </p:spPr>
      </p:pic>
      <p:sp>
        <p:nvSpPr>
          <p:cNvPr id="13" name="TextBox 12">
            <a:extLst>
              <a:ext uri="{FF2B5EF4-FFF2-40B4-BE49-F238E27FC236}">
                <a16:creationId xmlns:a16="http://schemas.microsoft.com/office/drawing/2014/main" id="{0C3895D3-B01D-E884-98F0-D7E2F013C342}"/>
              </a:ext>
            </a:extLst>
          </p:cNvPr>
          <p:cNvSpPr txBox="1"/>
          <p:nvPr/>
        </p:nvSpPr>
        <p:spPr>
          <a:xfrm>
            <a:off x="7570273" y="2228850"/>
            <a:ext cx="3509010" cy="1754326"/>
          </a:xfrm>
          <a:prstGeom prst="rect">
            <a:avLst/>
          </a:prstGeom>
          <a:noFill/>
          <a:ln>
            <a:solidFill>
              <a:schemeClr val="tx1"/>
            </a:solidFill>
          </a:ln>
        </p:spPr>
        <p:txBody>
          <a:bodyPr wrap="square" rtlCol="0">
            <a:spAutoFit/>
          </a:bodyPr>
          <a:lstStyle/>
          <a:p>
            <a:r>
              <a:rPr lang="en-AU" dirty="0"/>
              <a:t>HTML tag names: </a:t>
            </a:r>
            <a:r>
              <a:rPr lang="en-AU" dirty="0">
                <a:highlight>
                  <a:srgbClr val="FFFF00"/>
                </a:highlight>
              </a:rPr>
              <a:t>insensitive</a:t>
            </a:r>
          </a:p>
          <a:p>
            <a:endParaRPr lang="en-AU" dirty="0">
              <a:highlight>
                <a:srgbClr val="FFFF00"/>
              </a:highlight>
            </a:endParaRPr>
          </a:p>
          <a:p>
            <a:r>
              <a:rPr lang="en-AU" dirty="0"/>
              <a:t>Most tags are paired: &lt;p&gt;…&lt;/p&gt;</a:t>
            </a:r>
          </a:p>
          <a:p>
            <a:endParaRPr lang="en-AU" dirty="0"/>
          </a:p>
          <a:p>
            <a:r>
              <a:rPr lang="en-AU" dirty="0"/>
              <a:t>Some tags only have start tags:</a:t>
            </a:r>
          </a:p>
          <a:p>
            <a:r>
              <a:rPr lang="en-AU" dirty="0"/>
              <a:t>   e.g.  &lt;</a:t>
            </a:r>
            <a:r>
              <a:rPr lang="en-AU" dirty="0" err="1"/>
              <a:t>img</a:t>
            </a:r>
            <a:r>
              <a:rPr lang="en-AU" dirty="0"/>
              <a:t>&gt;, &lt;hr&gt;, &lt;</a:t>
            </a:r>
            <a:r>
              <a:rPr lang="en-AU" dirty="0" err="1"/>
              <a:t>br</a:t>
            </a:r>
            <a:r>
              <a:rPr lang="en-AU" dirty="0"/>
              <a:t>&gt;  </a:t>
            </a:r>
          </a:p>
        </p:txBody>
      </p:sp>
      <p:sp>
        <p:nvSpPr>
          <p:cNvPr id="3" name="Slide Number Placeholder 2">
            <a:extLst>
              <a:ext uri="{FF2B5EF4-FFF2-40B4-BE49-F238E27FC236}">
                <a16:creationId xmlns:a16="http://schemas.microsoft.com/office/drawing/2014/main" id="{72A7386A-4DF3-6D63-DE22-B70F5AB38CC8}"/>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16</a:t>
            </a:fld>
            <a:endParaRPr lang="en-AU"/>
          </a:p>
        </p:txBody>
      </p:sp>
    </p:spTree>
    <p:extLst>
      <p:ext uri="{BB962C8B-B14F-4D97-AF65-F5344CB8AC3E}">
        <p14:creationId xmlns:p14="http://schemas.microsoft.com/office/powerpoint/2010/main" val="1716876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DDFBA-5F26-B5F3-46A6-1F8689B4F8CF}"/>
              </a:ext>
            </a:extLst>
          </p:cNvPr>
          <p:cNvSpPr>
            <a:spLocks noGrp="1"/>
          </p:cNvSpPr>
          <p:nvPr>
            <p:ph type="ctrTitle" idx="4294967295"/>
          </p:nvPr>
        </p:nvSpPr>
        <p:spPr>
          <a:xfrm>
            <a:off x="593766" y="382925"/>
            <a:ext cx="8758238" cy="1035050"/>
          </a:xfrm>
        </p:spPr>
        <p:txBody>
          <a:bodyPr/>
          <a:lstStyle/>
          <a:p>
            <a:r>
              <a:rPr lang="en-AU" dirty="0"/>
              <a:t>HTML5 - ATTRIBUTES</a:t>
            </a:r>
          </a:p>
        </p:txBody>
      </p:sp>
      <p:sp>
        <p:nvSpPr>
          <p:cNvPr id="4" name="Slide Number Placeholder 3">
            <a:extLst>
              <a:ext uri="{FF2B5EF4-FFF2-40B4-BE49-F238E27FC236}">
                <a16:creationId xmlns:a16="http://schemas.microsoft.com/office/drawing/2014/main" id="{728F32E4-6AB4-747B-537B-A76CC19A9E20}"/>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17</a:t>
            </a:fld>
            <a:endParaRPr lang="en-AU"/>
          </a:p>
        </p:txBody>
      </p:sp>
      <p:sp>
        <p:nvSpPr>
          <p:cNvPr id="5" name="TextBox 4">
            <a:extLst>
              <a:ext uri="{FF2B5EF4-FFF2-40B4-BE49-F238E27FC236}">
                <a16:creationId xmlns:a16="http://schemas.microsoft.com/office/drawing/2014/main" id="{A07F752C-C622-75A9-EBFB-C353CBE6618A}"/>
              </a:ext>
            </a:extLst>
          </p:cNvPr>
          <p:cNvSpPr txBox="1"/>
          <p:nvPr/>
        </p:nvSpPr>
        <p:spPr>
          <a:xfrm>
            <a:off x="740129" y="1920240"/>
            <a:ext cx="3786151" cy="3416320"/>
          </a:xfrm>
          <a:prstGeom prst="rect">
            <a:avLst/>
          </a:prstGeom>
          <a:noFill/>
          <a:ln>
            <a:solidFill>
              <a:schemeClr val="tx1"/>
            </a:solidFill>
          </a:ln>
        </p:spPr>
        <p:txBody>
          <a:bodyPr wrap="square">
            <a:spAutoFit/>
          </a:bodyPr>
          <a:lstStyle/>
          <a:p>
            <a:pPr algn="l"/>
            <a:r>
              <a:rPr lang="en-US" b="0" i="0" dirty="0">
                <a:solidFill>
                  <a:srgbClr val="000000"/>
                </a:solidFill>
                <a:effectLst/>
                <a:latin typeface="Verdana" panose="020B0604030504040204" pitchFamily="34" charset="0"/>
              </a:rPr>
              <a:t>All HTML elements can have </a:t>
            </a:r>
            <a:r>
              <a:rPr lang="en-US" b="1" i="0" dirty="0">
                <a:solidFill>
                  <a:srgbClr val="000000"/>
                </a:solidFill>
                <a:effectLst/>
                <a:latin typeface="Verdana" panose="020B0604030504040204" pitchFamily="34" charset="0"/>
              </a:rPr>
              <a:t>attributes</a:t>
            </a:r>
          </a:p>
          <a:p>
            <a:pPr algn="l"/>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Attributes provide </a:t>
            </a:r>
            <a:r>
              <a:rPr lang="en-US" b="1" i="0" dirty="0">
                <a:solidFill>
                  <a:srgbClr val="000000"/>
                </a:solidFill>
                <a:effectLst/>
                <a:latin typeface="Verdana" panose="020B0604030504040204" pitchFamily="34" charset="0"/>
              </a:rPr>
              <a:t>additional information</a:t>
            </a:r>
            <a:r>
              <a:rPr lang="en-US" b="0" i="0" dirty="0">
                <a:solidFill>
                  <a:srgbClr val="000000"/>
                </a:solidFill>
                <a:effectLst/>
                <a:latin typeface="Verdana" panose="020B0604030504040204" pitchFamily="34" charset="0"/>
              </a:rPr>
              <a:t> about elements</a:t>
            </a:r>
          </a:p>
          <a:p>
            <a:pPr algn="l"/>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Attributes are always specified in </a:t>
            </a:r>
            <a:r>
              <a:rPr lang="en-US" b="1" i="0" dirty="0">
                <a:solidFill>
                  <a:srgbClr val="000000"/>
                </a:solidFill>
                <a:effectLst/>
                <a:latin typeface="Verdana" panose="020B0604030504040204" pitchFamily="34" charset="0"/>
              </a:rPr>
              <a:t>the start tag</a:t>
            </a:r>
          </a:p>
          <a:p>
            <a:pPr algn="l"/>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Attributes usually come in name/value pairs like: </a:t>
            </a:r>
            <a:r>
              <a:rPr lang="en-US" b="1" i="0" dirty="0">
                <a:solidFill>
                  <a:srgbClr val="000000"/>
                </a:solidFill>
                <a:effectLst/>
                <a:latin typeface="Verdana" panose="020B0604030504040204" pitchFamily="34" charset="0"/>
              </a:rPr>
              <a:t>name="value"</a:t>
            </a:r>
            <a:endParaRPr lang="en-US" b="0" i="0" dirty="0">
              <a:solidFill>
                <a:srgbClr val="000000"/>
              </a:solidFill>
              <a:effectLst/>
              <a:latin typeface="Verdana" panose="020B0604030504040204" pitchFamily="34" charset="0"/>
            </a:endParaRPr>
          </a:p>
        </p:txBody>
      </p:sp>
      <p:pic>
        <p:nvPicPr>
          <p:cNvPr id="14" name="Picture 13">
            <a:extLst>
              <a:ext uri="{FF2B5EF4-FFF2-40B4-BE49-F238E27FC236}">
                <a16:creationId xmlns:a16="http://schemas.microsoft.com/office/drawing/2014/main" id="{179CAE0D-E8A7-DF80-0C51-A94E5F1B64C0}"/>
              </a:ext>
            </a:extLst>
          </p:cNvPr>
          <p:cNvPicPr>
            <a:picLocks noChangeAspect="1"/>
          </p:cNvPicPr>
          <p:nvPr/>
        </p:nvPicPr>
        <p:blipFill>
          <a:blip r:embed="rId2"/>
          <a:stretch>
            <a:fillRect/>
          </a:stretch>
        </p:blipFill>
        <p:spPr>
          <a:xfrm>
            <a:off x="4719601" y="1857767"/>
            <a:ext cx="6436079" cy="3541266"/>
          </a:xfrm>
          <a:prstGeom prst="rect">
            <a:avLst/>
          </a:prstGeom>
        </p:spPr>
      </p:pic>
      <p:sp>
        <p:nvSpPr>
          <p:cNvPr id="15" name="TextBox 14">
            <a:extLst>
              <a:ext uri="{FF2B5EF4-FFF2-40B4-BE49-F238E27FC236}">
                <a16:creationId xmlns:a16="http://schemas.microsoft.com/office/drawing/2014/main" id="{3F5CEB86-06EE-9045-63CB-6869CA9DFFEB}"/>
              </a:ext>
            </a:extLst>
          </p:cNvPr>
          <p:cNvSpPr txBox="1"/>
          <p:nvPr/>
        </p:nvSpPr>
        <p:spPr>
          <a:xfrm>
            <a:off x="1438275" y="5732636"/>
            <a:ext cx="9315450" cy="646331"/>
          </a:xfrm>
          <a:prstGeom prst="rect">
            <a:avLst/>
          </a:prstGeom>
          <a:noFill/>
        </p:spPr>
        <p:txBody>
          <a:bodyPr wrap="square" rtlCol="0">
            <a:spAutoFit/>
          </a:bodyPr>
          <a:lstStyle/>
          <a:p>
            <a:r>
              <a:rPr lang="en-AU" dirty="0">
                <a:solidFill>
                  <a:srgbClr val="C00000"/>
                </a:solidFill>
              </a:rPr>
              <a:t>HTML attribute list:  </a:t>
            </a:r>
            <a:r>
              <a:rPr lang="en-AU" dirty="0">
                <a:hlinkClick r:id="rId3"/>
              </a:rPr>
              <a:t>https://www.tutorialspoint.com/html5/html5_attributes.htm</a:t>
            </a:r>
            <a:endParaRPr lang="en-AU" dirty="0"/>
          </a:p>
          <a:p>
            <a:endParaRPr lang="en-AU" dirty="0"/>
          </a:p>
        </p:txBody>
      </p:sp>
    </p:spTree>
    <p:extLst>
      <p:ext uri="{BB962C8B-B14F-4D97-AF65-F5344CB8AC3E}">
        <p14:creationId xmlns:p14="http://schemas.microsoft.com/office/powerpoint/2010/main" val="2697756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EA47-60B5-89B1-2C04-C89B1C98B8B5}"/>
              </a:ext>
            </a:extLst>
          </p:cNvPr>
          <p:cNvSpPr txBox="1">
            <a:spLocks/>
          </p:cNvSpPr>
          <p:nvPr/>
        </p:nvSpPr>
        <p:spPr>
          <a:xfrm>
            <a:off x="849630" y="411799"/>
            <a:ext cx="9665970" cy="720917"/>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rgbClr val="58595B"/>
                </a:solidFill>
                <a:latin typeface="Arial"/>
                <a:ea typeface="+mj-ea"/>
                <a:cs typeface="Arial"/>
              </a:defRPr>
            </a:lvl1pPr>
          </a:lstStyle>
          <a:p>
            <a:pPr>
              <a:spcAft>
                <a:spcPts val="600"/>
              </a:spcAft>
            </a:pPr>
            <a:r>
              <a:rPr lang="en-AU" sz="3000" dirty="0"/>
              <a:t>WEB FORMS  (HTML4)</a:t>
            </a:r>
          </a:p>
        </p:txBody>
      </p:sp>
      <p:pic>
        <p:nvPicPr>
          <p:cNvPr id="4" name="Picture 3">
            <a:extLst>
              <a:ext uri="{FF2B5EF4-FFF2-40B4-BE49-F238E27FC236}">
                <a16:creationId xmlns:a16="http://schemas.microsoft.com/office/drawing/2014/main" id="{AC29907D-E01B-BD73-1D72-3B369F365636}"/>
              </a:ext>
            </a:extLst>
          </p:cNvPr>
          <p:cNvPicPr>
            <a:picLocks noChangeAspect="1"/>
          </p:cNvPicPr>
          <p:nvPr/>
        </p:nvPicPr>
        <p:blipFill>
          <a:blip r:embed="rId2"/>
          <a:stretch>
            <a:fillRect/>
          </a:stretch>
        </p:blipFill>
        <p:spPr>
          <a:xfrm>
            <a:off x="1419646" y="1265528"/>
            <a:ext cx="8175617" cy="4620395"/>
          </a:xfrm>
          <a:prstGeom prst="rect">
            <a:avLst/>
          </a:prstGeom>
          <a:noFill/>
        </p:spPr>
      </p:pic>
      <p:sp>
        <p:nvSpPr>
          <p:cNvPr id="11" name="Slide Number Placeholder 3">
            <a:extLst>
              <a:ext uri="{FF2B5EF4-FFF2-40B4-BE49-F238E27FC236}">
                <a16:creationId xmlns:a16="http://schemas.microsoft.com/office/drawing/2014/main" id="{B0911DB7-2C56-1739-7662-6A98D45DB1AE}"/>
              </a:ext>
            </a:extLst>
          </p:cNvPr>
          <p:cNvSpPr>
            <a:spLocks noGrp="1"/>
          </p:cNvSpPr>
          <p:nvPr>
            <p:ph type="sldNum" sz="quarter" idx="4294967295"/>
          </p:nvPr>
        </p:nvSpPr>
        <p:spPr>
          <a:xfrm>
            <a:off x="9347200" y="6356350"/>
            <a:ext cx="2844800" cy="365125"/>
          </a:xfrm>
        </p:spPr>
        <p:txBody>
          <a:bodyPr/>
          <a:lstStyle/>
          <a:p>
            <a:pPr>
              <a:spcAft>
                <a:spcPts val="600"/>
              </a:spcAft>
            </a:pPr>
            <a:fld id="{D57F1E4F-1CFF-5643-939E-217C01CDF565}" type="slidenum">
              <a:rPr lang="en-US" smtClean="0"/>
              <a:pPr>
                <a:spcAft>
                  <a:spcPts val="600"/>
                </a:spcAft>
              </a:pPr>
              <a:t>18</a:t>
            </a:fld>
            <a:endParaRPr lang="en-US"/>
          </a:p>
        </p:txBody>
      </p:sp>
    </p:spTree>
    <p:extLst>
      <p:ext uri="{BB962C8B-B14F-4D97-AF65-F5344CB8AC3E}">
        <p14:creationId xmlns:p14="http://schemas.microsoft.com/office/powerpoint/2010/main" val="4168610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EA47-60B5-89B1-2C04-C89B1C98B8B5}"/>
              </a:ext>
            </a:extLst>
          </p:cNvPr>
          <p:cNvSpPr txBox="1">
            <a:spLocks/>
          </p:cNvSpPr>
          <p:nvPr/>
        </p:nvSpPr>
        <p:spPr>
          <a:xfrm>
            <a:off x="426720" y="195562"/>
            <a:ext cx="9665970" cy="720917"/>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rgbClr val="58595B"/>
                </a:solidFill>
                <a:latin typeface="Arial"/>
                <a:ea typeface="+mj-ea"/>
                <a:cs typeface="Arial"/>
              </a:defRPr>
            </a:lvl1pPr>
          </a:lstStyle>
          <a:p>
            <a:pPr>
              <a:spcAft>
                <a:spcPts val="600"/>
              </a:spcAft>
            </a:pPr>
            <a:r>
              <a:rPr lang="en-AU" sz="3000" dirty="0"/>
              <a:t>WEB FORMS  (HTML5)</a:t>
            </a:r>
          </a:p>
        </p:txBody>
      </p:sp>
      <p:sp>
        <p:nvSpPr>
          <p:cNvPr id="11" name="Slide Number Placeholder 3">
            <a:extLst>
              <a:ext uri="{FF2B5EF4-FFF2-40B4-BE49-F238E27FC236}">
                <a16:creationId xmlns:a16="http://schemas.microsoft.com/office/drawing/2014/main" id="{B0911DB7-2C56-1739-7662-6A98D45DB1AE}"/>
              </a:ext>
            </a:extLst>
          </p:cNvPr>
          <p:cNvSpPr>
            <a:spLocks noGrp="1"/>
          </p:cNvSpPr>
          <p:nvPr>
            <p:ph type="sldNum" sz="quarter" idx="4294967295"/>
          </p:nvPr>
        </p:nvSpPr>
        <p:spPr>
          <a:xfrm>
            <a:off x="9347200" y="263525"/>
            <a:ext cx="2844800" cy="365125"/>
          </a:xfrm>
        </p:spPr>
        <p:txBody>
          <a:bodyPr/>
          <a:lstStyle/>
          <a:p>
            <a:pPr>
              <a:spcAft>
                <a:spcPts val="600"/>
              </a:spcAft>
            </a:pPr>
            <a:fld id="{D57F1E4F-1CFF-5643-939E-217C01CDF565}" type="slidenum">
              <a:rPr lang="en-US" smtClean="0"/>
              <a:pPr>
                <a:spcAft>
                  <a:spcPts val="600"/>
                </a:spcAft>
              </a:pPr>
              <a:t>19</a:t>
            </a:fld>
            <a:endParaRPr lang="en-US" dirty="0"/>
          </a:p>
        </p:txBody>
      </p:sp>
      <p:pic>
        <p:nvPicPr>
          <p:cNvPr id="5" name="Picture 4">
            <a:extLst>
              <a:ext uri="{FF2B5EF4-FFF2-40B4-BE49-F238E27FC236}">
                <a16:creationId xmlns:a16="http://schemas.microsoft.com/office/drawing/2014/main" id="{4635FD3C-6FA2-292A-F1BB-170B2E4C35E2}"/>
              </a:ext>
            </a:extLst>
          </p:cNvPr>
          <p:cNvPicPr>
            <a:picLocks noChangeAspect="1"/>
          </p:cNvPicPr>
          <p:nvPr/>
        </p:nvPicPr>
        <p:blipFill>
          <a:blip r:embed="rId2"/>
          <a:stretch>
            <a:fillRect/>
          </a:stretch>
        </p:blipFill>
        <p:spPr>
          <a:xfrm>
            <a:off x="1378585" y="1043480"/>
            <a:ext cx="7936865" cy="5185870"/>
          </a:xfrm>
          <a:prstGeom prst="rect">
            <a:avLst/>
          </a:prstGeom>
        </p:spPr>
      </p:pic>
    </p:spTree>
    <p:extLst>
      <p:ext uri="{BB962C8B-B14F-4D97-AF65-F5344CB8AC3E}">
        <p14:creationId xmlns:p14="http://schemas.microsoft.com/office/powerpoint/2010/main" val="2829063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EA47-60B5-89B1-2C04-C89B1C98B8B5}"/>
              </a:ext>
            </a:extLst>
          </p:cNvPr>
          <p:cNvSpPr txBox="1">
            <a:spLocks/>
          </p:cNvSpPr>
          <p:nvPr/>
        </p:nvSpPr>
        <p:spPr>
          <a:xfrm>
            <a:off x="534389" y="479033"/>
            <a:ext cx="10363200" cy="103505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rgbClr val="58595B"/>
                </a:solidFill>
                <a:latin typeface="Arial"/>
                <a:ea typeface="+mj-ea"/>
                <a:cs typeface="Arial"/>
              </a:defRPr>
            </a:lvl1pPr>
          </a:lstStyle>
          <a:p>
            <a:r>
              <a:rPr lang="en-AU" dirty="0"/>
              <a:t>HTML5 – EVENTS</a:t>
            </a:r>
          </a:p>
        </p:txBody>
      </p:sp>
      <p:sp>
        <p:nvSpPr>
          <p:cNvPr id="3" name="TextBox 2">
            <a:extLst>
              <a:ext uri="{FF2B5EF4-FFF2-40B4-BE49-F238E27FC236}">
                <a16:creationId xmlns:a16="http://schemas.microsoft.com/office/drawing/2014/main" id="{4639AC07-ADD9-6531-02E9-96DBAF814DB5}"/>
              </a:ext>
            </a:extLst>
          </p:cNvPr>
          <p:cNvSpPr txBox="1"/>
          <p:nvPr/>
        </p:nvSpPr>
        <p:spPr>
          <a:xfrm>
            <a:off x="534387" y="1619656"/>
            <a:ext cx="9295412" cy="1631216"/>
          </a:xfrm>
          <a:prstGeom prst="rect">
            <a:avLst/>
          </a:prstGeom>
          <a:noFill/>
        </p:spPr>
        <p:txBody>
          <a:bodyPr wrap="square" rtlCol="0">
            <a:spAutoFit/>
          </a:bodyPr>
          <a:lstStyle/>
          <a:p>
            <a:pPr marL="342900" indent="-342900" algn="l">
              <a:buFont typeface="Courier New" panose="02070309020205020404" pitchFamily="49" charset="0"/>
              <a:buChar char="o"/>
            </a:pPr>
            <a:r>
              <a:rPr lang="en-US" sz="2000" b="0" i="0" u="none" strike="noStrike" baseline="0" dirty="0">
                <a:latin typeface="Verdana" panose="020B0604030504040204" pitchFamily="34" charset="0"/>
              </a:rPr>
              <a:t>When users visit your website, they perform various activities such as clicking on text and images and links, hover over defined elements, etc. These are examples of what JavaScript </a:t>
            </a:r>
            <a:r>
              <a:rPr lang="en-AU" sz="2000" b="0" i="0" u="none" strike="noStrike" baseline="0" dirty="0">
                <a:latin typeface="Verdana" panose="020B0604030504040204" pitchFamily="34" charset="0"/>
              </a:rPr>
              <a:t>calls </a:t>
            </a:r>
            <a:r>
              <a:rPr lang="en-AU" sz="2000" b="1" i="0" u="none" strike="noStrike" baseline="0" dirty="0">
                <a:latin typeface="Verdana,Bold"/>
              </a:rPr>
              <a:t>events</a:t>
            </a:r>
            <a:r>
              <a:rPr lang="en-AU" sz="2000" b="0" i="0" u="none" strike="noStrike" baseline="0" dirty="0">
                <a:latin typeface="Verdana" panose="020B0604030504040204" pitchFamily="34" charset="0"/>
              </a:rPr>
              <a:t>.</a:t>
            </a:r>
          </a:p>
          <a:p>
            <a:pPr marL="342900" indent="-342900" algn="l">
              <a:buFont typeface="Courier New" panose="02070309020205020404" pitchFamily="49" charset="0"/>
              <a:buChar char="o"/>
            </a:pPr>
            <a:r>
              <a:rPr lang="en-AU" sz="2000" b="0" i="0" u="none" strike="noStrike" baseline="0" dirty="0">
                <a:latin typeface="Verdana" panose="020B0604030504040204" pitchFamily="34" charset="0"/>
              </a:rPr>
              <a:t>Event handlers can be implemented in JavaScript</a:t>
            </a:r>
          </a:p>
          <a:p>
            <a:pPr marL="342900" indent="-342900" algn="l">
              <a:buFont typeface="Courier New" panose="02070309020205020404" pitchFamily="49" charset="0"/>
              <a:buChar char="o"/>
            </a:pPr>
            <a:r>
              <a:rPr lang="en-AU" sz="2000" dirty="0">
                <a:latin typeface="Verdana" panose="020B0604030504040204" pitchFamily="34" charset="0"/>
              </a:rPr>
              <a:t>JavaScript is to program the behaviour of web pages.</a:t>
            </a:r>
            <a:endParaRPr lang="en-AU" sz="2000" dirty="0"/>
          </a:p>
        </p:txBody>
      </p:sp>
      <p:sp>
        <p:nvSpPr>
          <p:cNvPr id="5" name="TextBox 4">
            <a:extLst>
              <a:ext uri="{FF2B5EF4-FFF2-40B4-BE49-F238E27FC236}">
                <a16:creationId xmlns:a16="http://schemas.microsoft.com/office/drawing/2014/main" id="{F231C05B-D846-30EB-9054-0E7751EC12EA}"/>
              </a:ext>
            </a:extLst>
          </p:cNvPr>
          <p:cNvSpPr txBox="1"/>
          <p:nvPr/>
        </p:nvSpPr>
        <p:spPr>
          <a:xfrm>
            <a:off x="671546" y="3589591"/>
            <a:ext cx="7349490" cy="1754326"/>
          </a:xfrm>
          <a:prstGeom prst="rect">
            <a:avLst/>
          </a:prstGeom>
          <a:noFill/>
        </p:spPr>
        <p:txBody>
          <a:bodyPr wrap="square" rtlCol="0">
            <a:spAutoFit/>
          </a:bodyPr>
          <a:lstStyle/>
          <a:p>
            <a:r>
              <a:rPr lang="en-AU" b="1" dirty="0"/>
              <a:t>Commonly used web events:</a:t>
            </a:r>
          </a:p>
          <a:p>
            <a:endParaRPr lang="en-AU" dirty="0"/>
          </a:p>
          <a:p>
            <a:pPr marL="285750" indent="-285750">
              <a:buFont typeface="Courier New" panose="02070309020205020404" pitchFamily="49" charset="0"/>
              <a:buChar char="o"/>
            </a:pPr>
            <a:r>
              <a:rPr lang="en-AU" dirty="0" err="1"/>
              <a:t>onsubmit</a:t>
            </a:r>
            <a:r>
              <a:rPr lang="en-AU" dirty="0"/>
              <a:t> - </a:t>
            </a:r>
            <a:r>
              <a:rPr lang="en-US" sz="1800" b="0" i="0" u="none" strike="noStrike" baseline="0" dirty="0">
                <a:latin typeface="Verdana" panose="020B0604030504040204" pitchFamily="34" charset="0"/>
              </a:rPr>
              <a:t>Triggers when a form is submitted</a:t>
            </a:r>
          </a:p>
          <a:p>
            <a:pPr marL="285750" indent="-285750">
              <a:buFont typeface="Courier New" panose="02070309020205020404" pitchFamily="49" charset="0"/>
              <a:buChar char="o"/>
            </a:pPr>
            <a:r>
              <a:rPr lang="en-AU" dirty="0"/>
              <a:t>onclick -  </a:t>
            </a:r>
            <a:r>
              <a:rPr lang="en-US" sz="1800" b="0" i="0" u="none" strike="noStrike" baseline="0" dirty="0">
                <a:latin typeface="Verdana" panose="020B0604030504040204" pitchFamily="34" charset="0"/>
              </a:rPr>
              <a:t>Triggers on a mouse click</a:t>
            </a:r>
          </a:p>
          <a:p>
            <a:pPr marL="285750" indent="-285750">
              <a:buFont typeface="Courier New" panose="02070309020205020404" pitchFamily="49" charset="0"/>
              <a:buChar char="o"/>
            </a:pPr>
            <a:r>
              <a:rPr lang="en-AU" dirty="0" err="1"/>
              <a:t>onmouseover</a:t>
            </a:r>
            <a:r>
              <a:rPr lang="en-AU" dirty="0"/>
              <a:t> - </a:t>
            </a:r>
            <a:r>
              <a:rPr lang="en-US" sz="1800" b="0" i="0" u="none" strike="noStrike" baseline="0" dirty="0">
                <a:latin typeface="Verdana" panose="020B0604030504040204" pitchFamily="34" charset="0"/>
              </a:rPr>
              <a:t>Triggers when the mouse pointer moves</a:t>
            </a:r>
            <a:endParaRPr lang="en-AU" dirty="0"/>
          </a:p>
          <a:p>
            <a:pPr marL="285750" indent="-285750">
              <a:buFont typeface="Arial" panose="020B0604020202020204" pitchFamily="34" charset="0"/>
              <a:buChar char="•"/>
            </a:pPr>
            <a:endParaRPr lang="en-AU" dirty="0"/>
          </a:p>
        </p:txBody>
      </p:sp>
      <p:sp>
        <p:nvSpPr>
          <p:cNvPr id="6" name="Slide Number Placeholder 5">
            <a:extLst>
              <a:ext uri="{FF2B5EF4-FFF2-40B4-BE49-F238E27FC236}">
                <a16:creationId xmlns:a16="http://schemas.microsoft.com/office/drawing/2014/main" id="{787FEDBF-2C4F-4C45-2E65-0D94F368AD68}"/>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20</a:t>
            </a:fld>
            <a:endParaRPr lang="en-AU"/>
          </a:p>
        </p:txBody>
      </p:sp>
    </p:spTree>
    <p:extLst>
      <p:ext uri="{BB962C8B-B14F-4D97-AF65-F5344CB8AC3E}">
        <p14:creationId xmlns:p14="http://schemas.microsoft.com/office/powerpoint/2010/main" val="3964799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1373C-6E13-13A4-A34D-00FFCDE592CF}"/>
              </a:ext>
            </a:extLst>
          </p:cNvPr>
          <p:cNvSpPr txBox="1">
            <a:spLocks/>
          </p:cNvSpPr>
          <p:nvPr/>
        </p:nvSpPr>
        <p:spPr>
          <a:xfrm>
            <a:off x="534388" y="387593"/>
            <a:ext cx="10724161" cy="103505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rgbClr val="58595B"/>
                </a:solidFill>
                <a:latin typeface="Arial"/>
                <a:ea typeface="+mj-ea"/>
                <a:cs typeface="Arial"/>
              </a:defRPr>
            </a:lvl1pPr>
          </a:lstStyle>
          <a:p>
            <a:r>
              <a:rPr lang="en-AU" dirty="0"/>
              <a:t>HTML5 – Form Validation</a:t>
            </a:r>
          </a:p>
        </p:txBody>
      </p:sp>
      <p:sp>
        <p:nvSpPr>
          <p:cNvPr id="3" name="TextBox 2">
            <a:extLst>
              <a:ext uri="{FF2B5EF4-FFF2-40B4-BE49-F238E27FC236}">
                <a16:creationId xmlns:a16="http://schemas.microsoft.com/office/drawing/2014/main" id="{13558FD2-3104-B52F-F875-649B83A8BCB2}"/>
              </a:ext>
            </a:extLst>
          </p:cNvPr>
          <p:cNvSpPr txBox="1"/>
          <p:nvPr/>
        </p:nvSpPr>
        <p:spPr>
          <a:xfrm>
            <a:off x="736564" y="1427966"/>
            <a:ext cx="9684032" cy="3551485"/>
          </a:xfrm>
          <a:prstGeom prst="rect">
            <a:avLst/>
          </a:prstGeom>
          <a:noFill/>
        </p:spPr>
        <p:txBody>
          <a:bodyPr wrap="square" rtlCol="0">
            <a:spAutoFit/>
          </a:bodyPr>
          <a:lstStyle/>
          <a:p>
            <a:pPr marL="342900" lvl="0" indent="-342900" fontAlgn="base">
              <a:lnSpc>
                <a:spcPct val="107000"/>
              </a:lnSpc>
              <a:spcAft>
                <a:spcPts val="800"/>
              </a:spcAft>
              <a:buSzPts val="1000"/>
              <a:buFont typeface="Courier New" panose="02070309020205020404" pitchFamily="49" charset="0"/>
              <a:buChar char="o"/>
              <a:tabLst>
                <a:tab pos="457200" algn="l"/>
              </a:tabLst>
            </a:pPr>
            <a:r>
              <a:rPr lang="en-AU" sz="2000" dirty="0">
                <a:latin typeface="Verdana" panose="020B0604030504040204" pitchFamily="34" charset="0"/>
              </a:rPr>
              <a:t>Required -  mandatory input</a:t>
            </a:r>
          </a:p>
          <a:p>
            <a:pPr marL="342900" lvl="0" indent="-342900" fontAlgn="base">
              <a:lnSpc>
                <a:spcPct val="107000"/>
              </a:lnSpc>
              <a:spcAft>
                <a:spcPts val="800"/>
              </a:spcAft>
              <a:buSzPts val="1000"/>
              <a:buFont typeface="Courier New" panose="02070309020205020404" pitchFamily="49" charset="0"/>
              <a:buChar char="o"/>
              <a:tabLst>
                <a:tab pos="457200" algn="l"/>
              </a:tabLst>
            </a:pPr>
            <a:r>
              <a:rPr lang="en-AU" sz="2000" dirty="0" err="1">
                <a:latin typeface="Verdana" panose="020B0604030504040204" pitchFamily="34" charset="0"/>
              </a:rPr>
              <a:t>Maxlength</a:t>
            </a:r>
            <a:r>
              <a:rPr lang="en-AU" sz="2000" dirty="0">
                <a:latin typeface="Verdana" panose="020B0604030504040204" pitchFamily="34" charset="0"/>
              </a:rPr>
              <a:t> – specify the maximum number of characters</a:t>
            </a:r>
          </a:p>
          <a:p>
            <a:pPr marL="342900" lvl="0" indent="-342900" fontAlgn="base">
              <a:lnSpc>
                <a:spcPct val="107000"/>
              </a:lnSpc>
              <a:spcAft>
                <a:spcPts val="800"/>
              </a:spcAft>
              <a:buSzPts val="1000"/>
              <a:buFont typeface="Courier New" panose="02070309020205020404" pitchFamily="49" charset="0"/>
              <a:buChar char="o"/>
              <a:tabLst>
                <a:tab pos="457200" algn="l"/>
              </a:tabLst>
            </a:pPr>
            <a:r>
              <a:rPr lang="en-AU" sz="2000" dirty="0" err="1">
                <a:latin typeface="Verdana" panose="020B0604030504040204" pitchFamily="34" charset="0"/>
              </a:rPr>
              <a:t>Minlength</a:t>
            </a:r>
            <a:r>
              <a:rPr lang="en-AU" sz="2000" dirty="0">
                <a:latin typeface="Verdana" panose="020B0604030504040204" pitchFamily="34" charset="0"/>
              </a:rPr>
              <a:t> – specify the minimum number of characters</a:t>
            </a:r>
          </a:p>
          <a:p>
            <a:pPr marL="342900" lvl="0" indent="-342900" fontAlgn="base">
              <a:lnSpc>
                <a:spcPct val="107000"/>
              </a:lnSpc>
              <a:spcAft>
                <a:spcPts val="800"/>
              </a:spcAft>
              <a:buSzPts val="1000"/>
              <a:buFont typeface="Courier New" panose="02070309020205020404" pitchFamily="49" charset="0"/>
              <a:buChar char="o"/>
              <a:tabLst>
                <a:tab pos="457200" algn="l"/>
              </a:tabLst>
            </a:pPr>
            <a:r>
              <a:rPr lang="en-AU" sz="2000" dirty="0">
                <a:latin typeface="Verdana" panose="020B0604030504040204" pitchFamily="34" charset="0"/>
              </a:rPr>
              <a:t>Min and Max – specify the minimum and maximum allowed values (e.g. range, date, week, age)</a:t>
            </a:r>
          </a:p>
          <a:p>
            <a:pPr marL="342900" lvl="0" indent="-342900" fontAlgn="base">
              <a:lnSpc>
                <a:spcPct val="107000"/>
              </a:lnSpc>
              <a:spcAft>
                <a:spcPts val="800"/>
              </a:spcAft>
              <a:buSzPts val="1000"/>
              <a:buFont typeface="Courier New" panose="02070309020205020404" pitchFamily="49" charset="0"/>
              <a:buChar char="o"/>
              <a:tabLst>
                <a:tab pos="457200" algn="l"/>
              </a:tabLst>
            </a:pPr>
            <a:r>
              <a:rPr lang="en-AU" sz="2000" dirty="0">
                <a:latin typeface="Verdana" panose="020B0604030504040204" pitchFamily="34" charset="0"/>
              </a:rPr>
              <a:t>Multiple – allow user to enter multiple values (only for ‘email’ and ‘file’ input type)</a:t>
            </a:r>
          </a:p>
          <a:p>
            <a:pPr marL="342900" lvl="0" indent="-342900" fontAlgn="base">
              <a:lnSpc>
                <a:spcPct val="107000"/>
              </a:lnSpc>
              <a:spcAft>
                <a:spcPts val="800"/>
              </a:spcAft>
              <a:buSzPts val="1000"/>
              <a:buFont typeface="Courier New" panose="02070309020205020404" pitchFamily="49" charset="0"/>
              <a:buChar char="o"/>
              <a:tabLst>
                <a:tab pos="457200" algn="l"/>
              </a:tabLst>
            </a:pPr>
            <a:r>
              <a:rPr lang="en-AU" sz="2000" dirty="0">
                <a:latin typeface="Verdana" panose="020B0604030504040204" pitchFamily="34" charset="0"/>
              </a:rPr>
              <a:t>Pattern – define a particular pattern for an input field. Useful for date, URL, phone, email and password types.</a:t>
            </a:r>
            <a:endParaRPr lang="en-AU" sz="20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4" name="TextBox 3">
            <a:extLst>
              <a:ext uri="{FF2B5EF4-FFF2-40B4-BE49-F238E27FC236}">
                <a16:creationId xmlns:a16="http://schemas.microsoft.com/office/drawing/2014/main" id="{F3080A7F-5EB1-335A-91E7-D6BDBA4BBE3B}"/>
              </a:ext>
            </a:extLst>
          </p:cNvPr>
          <p:cNvSpPr txBox="1"/>
          <p:nvPr/>
        </p:nvSpPr>
        <p:spPr>
          <a:xfrm>
            <a:off x="1235179" y="5225687"/>
            <a:ext cx="9048257" cy="646331"/>
          </a:xfrm>
          <a:prstGeom prst="rect">
            <a:avLst/>
          </a:prstGeom>
          <a:solidFill>
            <a:schemeClr val="bg1"/>
          </a:solidFill>
          <a:ln w="3175">
            <a:solidFill>
              <a:schemeClr val="tx1"/>
            </a:solidFill>
          </a:ln>
        </p:spPr>
        <p:txBody>
          <a:bodyPr wrap="square" rtlCol="0">
            <a:spAutoFit/>
          </a:bodyPr>
          <a:lstStyle/>
          <a:p>
            <a:r>
              <a:rPr lang="en-AU" dirty="0">
                <a:solidFill>
                  <a:srgbClr val="00B050"/>
                </a:solidFill>
              </a:rPr>
              <a:t>Input form validation can be done by HTML attributes (abovementioned)  and JavaScript (next week) </a:t>
            </a:r>
          </a:p>
        </p:txBody>
      </p:sp>
      <p:sp>
        <p:nvSpPr>
          <p:cNvPr id="6" name="Slide Number Placeholder 5">
            <a:extLst>
              <a:ext uri="{FF2B5EF4-FFF2-40B4-BE49-F238E27FC236}">
                <a16:creationId xmlns:a16="http://schemas.microsoft.com/office/drawing/2014/main" id="{ED20CF00-FFAA-54BE-BD8C-C266B4A99E1B}"/>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21</a:t>
            </a:fld>
            <a:endParaRPr lang="en-AU"/>
          </a:p>
        </p:txBody>
      </p:sp>
    </p:spTree>
    <p:extLst>
      <p:ext uri="{BB962C8B-B14F-4D97-AF65-F5344CB8AC3E}">
        <p14:creationId xmlns:p14="http://schemas.microsoft.com/office/powerpoint/2010/main" val="1170149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724394" y="627857"/>
            <a:ext cx="9975274" cy="1035050"/>
          </a:xfrm>
        </p:spPr>
        <p:txBody>
          <a:bodyPr/>
          <a:lstStyle/>
          <a:p>
            <a:r>
              <a:rPr lang="en-AU" dirty="0"/>
              <a:t>Hands-on Projects</a:t>
            </a:r>
          </a:p>
        </p:txBody>
      </p:sp>
      <p:sp>
        <p:nvSpPr>
          <p:cNvPr id="3" name="Content Placeholder 2"/>
          <p:cNvSpPr>
            <a:spLocks noGrp="1"/>
          </p:cNvSpPr>
          <p:nvPr>
            <p:ph type="subTitle" idx="4294967295"/>
          </p:nvPr>
        </p:nvSpPr>
        <p:spPr>
          <a:xfrm>
            <a:off x="724394" y="1923804"/>
            <a:ext cx="9488385" cy="3111334"/>
          </a:xfrm>
        </p:spPr>
        <p:txBody>
          <a:bodyPr>
            <a:normAutofit/>
          </a:bodyPr>
          <a:lstStyle/>
          <a:p>
            <a:pPr marL="0" lvl="1" algn="l"/>
            <a:r>
              <a:rPr lang="en-AU" sz="1800" b="1" dirty="0"/>
              <a:t>Hands-on Project 1</a:t>
            </a:r>
          </a:p>
          <a:p>
            <a:pPr marL="857250" lvl="3"/>
            <a:r>
              <a:rPr lang="en-AU" sz="2400" dirty="0">
                <a:effectLst/>
                <a:latin typeface="Calibri" panose="020F0502020204030204" pitchFamily="34" charset="0"/>
                <a:ea typeface="SimSun" panose="02010600030101010101" pitchFamily="2" charset="-122"/>
                <a:cs typeface="Times New Roman" panose="02020603050405020304" pitchFamily="18" charset="0"/>
              </a:rPr>
              <a:t>Create an online survey form using HTML5 and CSS</a:t>
            </a:r>
            <a:endParaRPr lang="en-AU" sz="1800" b="1" dirty="0"/>
          </a:p>
          <a:p>
            <a:pPr marL="0" lvl="1" algn="l"/>
            <a:r>
              <a:rPr lang="en-AU" sz="1800" b="1" dirty="0"/>
              <a:t>Hands-on Project 2</a:t>
            </a:r>
          </a:p>
          <a:p>
            <a:pPr marL="857250" lvl="3"/>
            <a:r>
              <a:rPr lang="en-AU" sz="2400" dirty="0">
                <a:latin typeface="Calibri" panose="020F0502020204030204" pitchFamily="34" charset="0"/>
                <a:ea typeface="SimSun" panose="02010600030101010101" pitchFamily="2" charset="-122"/>
                <a:cs typeface="Times New Roman" panose="02020603050405020304" pitchFamily="18" charset="0"/>
              </a:rPr>
              <a:t>Input form validation using HTML5</a:t>
            </a:r>
          </a:p>
          <a:p>
            <a:pPr marL="0" lvl="1"/>
            <a:r>
              <a:rPr lang="en-AU" sz="1800" b="1" dirty="0"/>
              <a:t>Hands-on Project 3</a:t>
            </a:r>
          </a:p>
          <a:p>
            <a:pPr marL="857250" lvl="3"/>
            <a:r>
              <a:rPr lang="en-AU" sz="2400" dirty="0">
                <a:latin typeface="Calibri" panose="020F0502020204030204" pitchFamily="34" charset="0"/>
                <a:ea typeface="SimSun" panose="02010600030101010101" pitchFamily="2" charset="-122"/>
                <a:cs typeface="Times New Roman" panose="02020603050405020304" pitchFamily="18" charset="0"/>
              </a:rPr>
              <a:t>Social Innovation topic investigation and identification</a:t>
            </a:r>
          </a:p>
          <a:p>
            <a:pPr marL="400050" lvl="2" indent="0">
              <a:buNone/>
            </a:pPr>
            <a:endParaRPr lang="en-AU" sz="1600" dirty="0"/>
          </a:p>
        </p:txBody>
      </p:sp>
      <p:sp>
        <p:nvSpPr>
          <p:cNvPr id="5" name="Slide Number Placeholder 4">
            <a:extLst>
              <a:ext uri="{FF2B5EF4-FFF2-40B4-BE49-F238E27FC236}">
                <a16:creationId xmlns:a16="http://schemas.microsoft.com/office/drawing/2014/main" id="{A4273346-F27E-266B-C993-FCA3841FDF28}"/>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22</a:t>
            </a:fld>
            <a:endParaRPr lang="en-AU"/>
          </a:p>
        </p:txBody>
      </p:sp>
    </p:spTree>
    <p:extLst>
      <p:ext uri="{BB962C8B-B14F-4D97-AF65-F5344CB8AC3E}">
        <p14:creationId xmlns:p14="http://schemas.microsoft.com/office/powerpoint/2010/main" val="465230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10C09-07F2-44CC-888F-BCE416CA19DF}"/>
              </a:ext>
            </a:extLst>
          </p:cNvPr>
          <p:cNvSpPr>
            <a:spLocks noGrp="1"/>
          </p:cNvSpPr>
          <p:nvPr>
            <p:ph type="ctrTitle" idx="4294967295"/>
          </p:nvPr>
        </p:nvSpPr>
        <p:spPr>
          <a:xfrm>
            <a:off x="724395" y="558007"/>
            <a:ext cx="10363200" cy="1035050"/>
          </a:xfrm>
        </p:spPr>
        <p:txBody>
          <a:bodyPr/>
          <a:lstStyle/>
          <a:p>
            <a:r>
              <a:rPr lang="en-AU" dirty="0"/>
              <a:t>References</a:t>
            </a:r>
          </a:p>
        </p:txBody>
      </p:sp>
      <p:sp>
        <p:nvSpPr>
          <p:cNvPr id="3" name="Subtitle 2">
            <a:extLst>
              <a:ext uri="{FF2B5EF4-FFF2-40B4-BE49-F238E27FC236}">
                <a16:creationId xmlns:a16="http://schemas.microsoft.com/office/drawing/2014/main" id="{0F2CD50D-DEAD-4AE4-B18D-9BB892D6B200}"/>
              </a:ext>
            </a:extLst>
          </p:cNvPr>
          <p:cNvSpPr>
            <a:spLocks noGrp="1"/>
          </p:cNvSpPr>
          <p:nvPr>
            <p:ph type="subTitle" idx="4294967295"/>
          </p:nvPr>
        </p:nvSpPr>
        <p:spPr>
          <a:xfrm>
            <a:off x="724396" y="1969263"/>
            <a:ext cx="9524010" cy="2635250"/>
          </a:xfrm>
        </p:spPr>
        <p:txBody>
          <a:bodyPr>
            <a:normAutofit/>
          </a:bodyPr>
          <a:lstStyle/>
          <a:p>
            <a:pPr marL="285750" indent="-285750">
              <a:buFont typeface="Arial" panose="020B0604020202020204" pitchFamily="34" charset="0"/>
              <a:buChar char="•"/>
            </a:pPr>
            <a:r>
              <a:rPr lang="en-AU" sz="2300" dirty="0">
                <a:hlinkClick r:id="rId2"/>
              </a:rPr>
              <a:t>https://hackr.io/blog/web-application-architecture-definition-models-types-and-more</a:t>
            </a:r>
            <a:endParaRPr lang="en-AU" sz="2300" dirty="0"/>
          </a:p>
          <a:p>
            <a:pPr marL="285750" indent="-285750">
              <a:buFont typeface="Arial" panose="020B0604020202020204" pitchFamily="34" charset="0"/>
              <a:buChar char="•"/>
            </a:pPr>
            <a:r>
              <a:rPr lang="en-AU" sz="2300" dirty="0">
                <a:hlinkClick r:id="rId3"/>
              </a:rPr>
              <a:t>https://www.peerbits.com/blog/web-application-architecture.html</a:t>
            </a:r>
            <a:endParaRPr lang="en-AU" sz="2300" dirty="0"/>
          </a:p>
          <a:p>
            <a:pPr marL="285750" indent="-285750">
              <a:buFont typeface="Arial" panose="020B0604020202020204" pitchFamily="34" charset="0"/>
              <a:buChar char="•"/>
            </a:pPr>
            <a:r>
              <a:rPr lang="en-AU" sz="2300" dirty="0">
                <a:hlinkClick r:id="rId4"/>
              </a:rPr>
              <a:t>https://en.wikipedia.org/wiki/Service-oriented_architecture#Event-driven_architectures</a:t>
            </a:r>
            <a:endParaRPr lang="en-AU" sz="2300" dirty="0"/>
          </a:p>
          <a:p>
            <a:pPr marL="285750" indent="-285750">
              <a:buFont typeface="Arial" panose="020B0604020202020204" pitchFamily="34" charset="0"/>
              <a:buChar char="•"/>
            </a:pPr>
            <a:r>
              <a:rPr lang="en-AU" sz="2300" dirty="0">
                <a:hlinkClick r:id="rId5"/>
              </a:rPr>
              <a:t>https://www.tutorialspoint.com/html5/html5_tutorial.pdf</a:t>
            </a:r>
            <a:endParaRPr lang="en-AU" sz="2300" dirty="0"/>
          </a:p>
          <a:p>
            <a:pPr marL="0" indent="0">
              <a:buNone/>
            </a:pPr>
            <a:endParaRPr lang="en-AU" dirty="0"/>
          </a:p>
          <a:p>
            <a:endParaRPr lang="en-AU" dirty="0"/>
          </a:p>
        </p:txBody>
      </p:sp>
      <p:sp>
        <p:nvSpPr>
          <p:cNvPr id="5" name="Slide Number Placeholder 4">
            <a:extLst>
              <a:ext uri="{FF2B5EF4-FFF2-40B4-BE49-F238E27FC236}">
                <a16:creationId xmlns:a16="http://schemas.microsoft.com/office/drawing/2014/main" id="{C6BC48F1-7482-002F-C84E-7DFDD876A356}"/>
              </a:ext>
            </a:extLst>
          </p:cNvPr>
          <p:cNvSpPr>
            <a:spLocks noGrp="1"/>
          </p:cNvSpPr>
          <p:nvPr>
            <p:ph type="sldNum" sz="quarter" idx="4294967295"/>
          </p:nvPr>
        </p:nvSpPr>
        <p:spPr>
          <a:xfrm>
            <a:off x="9448800" y="6356350"/>
            <a:ext cx="2743200" cy="365125"/>
          </a:xfrm>
        </p:spPr>
        <p:txBody>
          <a:bodyPr/>
          <a:lstStyle/>
          <a:p>
            <a:fld id="{C8E10E51-443D-46E2-BA62-E4C7DDDBF594}" type="slidenum">
              <a:rPr lang="en-AU" smtClean="0"/>
              <a:t>23</a:t>
            </a:fld>
            <a:endParaRPr lang="en-AU"/>
          </a:p>
        </p:txBody>
      </p:sp>
    </p:spTree>
    <p:extLst>
      <p:ext uri="{BB962C8B-B14F-4D97-AF65-F5344CB8AC3E}">
        <p14:creationId xmlns:p14="http://schemas.microsoft.com/office/powerpoint/2010/main" val="3990358449"/>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1" id="{80B162CC-CC49-450E-8744-73015A48EB2B}" vid="{2B37B3F4-73B9-4B0F-A2AA-FFAC768AB7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1983</TotalTime>
  <Words>1433</Words>
  <Application>Microsoft Office PowerPoint</Application>
  <PresentationFormat>Widescreen</PresentationFormat>
  <Paragraphs>221</Paragraphs>
  <Slides>23</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Graphik</vt:lpstr>
      <vt:lpstr>Helvetica Neue</vt:lpstr>
      <vt:lpstr>urw-din</vt:lpstr>
      <vt:lpstr>Verdana,Bold</vt:lpstr>
      <vt:lpstr>Arial</vt:lpstr>
      <vt:lpstr>Calibri</vt:lpstr>
      <vt:lpstr>Courier New</vt:lpstr>
      <vt:lpstr>Roboto</vt:lpstr>
      <vt:lpstr>Verdana</vt:lpstr>
      <vt:lpstr>Wingdings</vt:lpstr>
      <vt:lpstr>Theme1</vt:lpstr>
      <vt:lpstr>COIT12207 Internet Applications</vt:lpstr>
      <vt:lpstr>Outline</vt:lpstr>
      <vt:lpstr>House Keeping</vt:lpstr>
      <vt:lpstr>House Keeping (cont.)</vt:lpstr>
      <vt:lpstr>Internet Applications</vt:lpstr>
      <vt:lpstr>Two main paradigms (1)</vt:lpstr>
      <vt:lpstr>Two main paradigms (2)</vt:lpstr>
      <vt:lpstr>Web Application Architecture</vt:lpstr>
      <vt:lpstr>Service Oriented Architecture (SOA)</vt:lpstr>
      <vt:lpstr>Microservices Architecture</vt:lpstr>
      <vt:lpstr>SOA and Microservices</vt:lpstr>
      <vt:lpstr>2 or 3-Tier Web Application Architecture</vt:lpstr>
      <vt:lpstr>How a Web Application work </vt:lpstr>
      <vt:lpstr>CSS and HTML5 revision</vt:lpstr>
      <vt:lpstr>HTML5 – STRUCTURE</vt:lpstr>
      <vt:lpstr>PowerPoint Presentation</vt:lpstr>
      <vt:lpstr>HTML5 - ATTRIBUTES</vt:lpstr>
      <vt:lpstr>PowerPoint Presentation</vt:lpstr>
      <vt:lpstr>PowerPoint Presentation</vt:lpstr>
      <vt:lpstr>PowerPoint Presentation</vt:lpstr>
      <vt:lpstr>PowerPoint Presentation</vt:lpstr>
      <vt:lpstr>Hands-on Projects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COIT12207 Internet Applications</dc:title>
  <dc:creator>Lily Li</dc:creator>
  <cp:lastModifiedBy>Lily Li</cp:lastModifiedBy>
  <cp:revision>188</cp:revision>
  <dcterms:created xsi:type="dcterms:W3CDTF">2016-04-30T06:50:58Z</dcterms:created>
  <dcterms:modified xsi:type="dcterms:W3CDTF">2023-06-16T00:35:48Z</dcterms:modified>
</cp:coreProperties>
</file>