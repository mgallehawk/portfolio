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 id="2147483652" r:id="rId4"/>
  </p:sldMasterIdLst>
  <p:sldIdLst>
    <p:sldId id="287" r:id="rId5"/>
    <p:sldId id="288" r:id="rId6"/>
    <p:sldId id="303" r:id="rId7"/>
    <p:sldId id="314" r:id="rId8"/>
    <p:sldId id="307" r:id="rId9"/>
    <p:sldId id="315" r:id="rId10"/>
    <p:sldId id="317" r:id="rId11"/>
    <p:sldId id="316" r:id="rId12"/>
    <p:sldId id="306" r:id="rId13"/>
    <p:sldId id="310" r:id="rId14"/>
    <p:sldId id="308" r:id="rId15"/>
    <p:sldId id="309" r:id="rId16"/>
    <p:sldId id="311" r:id="rId17"/>
    <p:sldId id="312" r:id="rId18"/>
    <p:sldId id="313" r:id="rId19"/>
    <p:sldId id="318" r:id="rId20"/>
    <p:sldId id="320" r:id="rId21"/>
    <p:sldId id="321" r:id="rId22"/>
    <p:sldId id="322" r:id="rId23"/>
    <p:sldId id="323" r:id="rId24"/>
    <p:sldId id="324" r:id="rId25"/>
    <p:sldId id="325" r:id="rId26"/>
    <p:sldId id="326" r:id="rId27"/>
    <p:sldId id="327" r:id="rId28"/>
    <p:sldId id="319" r:id="rId29"/>
    <p:sldId id="29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848870-0D22-424F-ADCC-97B3941CC5F2}" v="58" dt="2023-05-19T03:01:34.5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1.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 Gallehawk" userId="93dd6677-ad92-4f4d-8ebe-555150310a93" providerId="ADAL" clId="{0F848870-0D22-424F-ADCC-97B3941CC5F2}"/>
    <pc:docChg chg="undo redo custSel addSld delSld modSld sldOrd">
      <pc:chgData name="Mat Gallehawk" userId="93dd6677-ad92-4f4d-8ebe-555150310a93" providerId="ADAL" clId="{0F848870-0D22-424F-ADCC-97B3941CC5F2}" dt="2023-05-22T05:08:21.557" v="8118" actId="20577"/>
      <pc:docMkLst>
        <pc:docMk/>
      </pc:docMkLst>
      <pc:sldChg chg="delSp mod">
        <pc:chgData name="Mat Gallehawk" userId="93dd6677-ad92-4f4d-8ebe-555150310a93" providerId="ADAL" clId="{0F848870-0D22-424F-ADCC-97B3941CC5F2}" dt="2023-05-18T01:35:04.496" v="0" actId="478"/>
        <pc:sldMkLst>
          <pc:docMk/>
          <pc:sldMk cId="0" sldId="288"/>
        </pc:sldMkLst>
        <pc:picChg chg="del">
          <ac:chgData name="Mat Gallehawk" userId="93dd6677-ad92-4f4d-8ebe-555150310a93" providerId="ADAL" clId="{0F848870-0D22-424F-ADCC-97B3941CC5F2}" dt="2023-05-18T01:35:04.496" v="0" actId="478"/>
          <ac:picMkLst>
            <pc:docMk/>
            <pc:sldMk cId="0" sldId="288"/>
            <ac:picMk id="4" creationId="{9699371C-98B4-71F3-5C09-8C847B5D81B0}"/>
          </ac:picMkLst>
        </pc:picChg>
      </pc:sldChg>
      <pc:sldChg chg="addSp delSp modSp mod">
        <pc:chgData name="Mat Gallehawk" userId="93dd6677-ad92-4f4d-8ebe-555150310a93" providerId="ADAL" clId="{0F848870-0D22-424F-ADCC-97B3941CC5F2}" dt="2023-05-18T04:32:58.656" v="3069" actId="14100"/>
        <pc:sldMkLst>
          <pc:docMk/>
          <pc:sldMk cId="706047404" sldId="303"/>
        </pc:sldMkLst>
        <pc:spChg chg="mod">
          <ac:chgData name="Mat Gallehawk" userId="93dd6677-ad92-4f4d-8ebe-555150310a93" providerId="ADAL" clId="{0F848870-0D22-424F-ADCC-97B3941CC5F2}" dt="2023-05-18T03:05:50.684" v="2338" actId="20577"/>
          <ac:spMkLst>
            <pc:docMk/>
            <pc:sldMk cId="706047404" sldId="303"/>
            <ac:spMk id="2" creationId="{00000000-0000-0000-0000-000000000000}"/>
          </ac:spMkLst>
        </pc:spChg>
        <pc:spChg chg="mod">
          <ac:chgData name="Mat Gallehawk" userId="93dd6677-ad92-4f4d-8ebe-555150310a93" providerId="ADAL" clId="{0F848870-0D22-424F-ADCC-97B3941CC5F2}" dt="2023-05-18T03:04:17.489" v="2310"/>
          <ac:spMkLst>
            <pc:docMk/>
            <pc:sldMk cId="706047404" sldId="303"/>
            <ac:spMk id="10" creationId="{EE632577-54DB-C517-607B-139DC667EA8D}"/>
          </ac:spMkLst>
        </pc:spChg>
        <pc:spChg chg="mod">
          <ac:chgData name="Mat Gallehawk" userId="93dd6677-ad92-4f4d-8ebe-555150310a93" providerId="ADAL" clId="{0F848870-0D22-424F-ADCC-97B3941CC5F2}" dt="2023-05-18T02:21:48.059" v="2170" actId="14100"/>
          <ac:spMkLst>
            <pc:docMk/>
            <pc:sldMk cId="706047404" sldId="303"/>
            <ac:spMk id="11" creationId="{4F0348E2-0941-4277-9193-50D50D3F569B}"/>
          </ac:spMkLst>
        </pc:spChg>
        <pc:spChg chg="mod">
          <ac:chgData name="Mat Gallehawk" userId="93dd6677-ad92-4f4d-8ebe-555150310a93" providerId="ADAL" clId="{0F848870-0D22-424F-ADCC-97B3941CC5F2}" dt="2023-05-18T02:21:44.215" v="2169" actId="1076"/>
          <ac:spMkLst>
            <pc:docMk/>
            <pc:sldMk cId="706047404" sldId="303"/>
            <ac:spMk id="12" creationId="{ED71B0FC-BFDF-49D6-99C0-CE1CD83C76DD}"/>
          </ac:spMkLst>
        </pc:spChg>
        <pc:spChg chg="mod">
          <ac:chgData name="Mat Gallehawk" userId="93dd6677-ad92-4f4d-8ebe-555150310a93" providerId="ADAL" clId="{0F848870-0D22-424F-ADCC-97B3941CC5F2}" dt="2023-05-18T02:58:34.054" v="2188" actId="14100"/>
          <ac:spMkLst>
            <pc:docMk/>
            <pc:sldMk cId="706047404" sldId="303"/>
            <ac:spMk id="13" creationId="{4EF9CBF2-7FB4-4903-91B3-A16425BE62A1}"/>
          </ac:spMkLst>
        </pc:spChg>
        <pc:spChg chg="mod">
          <ac:chgData name="Mat Gallehawk" userId="93dd6677-ad92-4f4d-8ebe-555150310a93" providerId="ADAL" clId="{0F848870-0D22-424F-ADCC-97B3941CC5F2}" dt="2023-05-18T02:57:43.437" v="2180" actId="14100"/>
          <ac:spMkLst>
            <pc:docMk/>
            <pc:sldMk cId="706047404" sldId="303"/>
            <ac:spMk id="14" creationId="{C329FECB-2926-4147-A517-35A4F95BDEB1}"/>
          </ac:spMkLst>
        </pc:spChg>
        <pc:spChg chg="mod">
          <ac:chgData name="Mat Gallehawk" userId="93dd6677-ad92-4f4d-8ebe-555150310a93" providerId="ADAL" clId="{0F848870-0D22-424F-ADCC-97B3941CC5F2}" dt="2023-05-18T02:21:59.123" v="2172" actId="1076"/>
          <ac:spMkLst>
            <pc:docMk/>
            <pc:sldMk cId="706047404" sldId="303"/>
            <ac:spMk id="15" creationId="{D75A28A0-C0CF-4BA8-84A6-59AB5CE4DE78}"/>
          </ac:spMkLst>
        </pc:spChg>
        <pc:spChg chg="mod">
          <ac:chgData name="Mat Gallehawk" userId="93dd6677-ad92-4f4d-8ebe-555150310a93" providerId="ADAL" clId="{0F848870-0D22-424F-ADCC-97B3941CC5F2}" dt="2023-05-18T02:58:17.481" v="2186" actId="14100"/>
          <ac:spMkLst>
            <pc:docMk/>
            <pc:sldMk cId="706047404" sldId="303"/>
            <ac:spMk id="16" creationId="{34BCBB94-621E-4A5D-A9CC-E2AA6A224536}"/>
          </ac:spMkLst>
        </pc:spChg>
        <pc:spChg chg="mod">
          <ac:chgData name="Mat Gallehawk" userId="93dd6677-ad92-4f4d-8ebe-555150310a93" providerId="ADAL" clId="{0F848870-0D22-424F-ADCC-97B3941CC5F2}" dt="2023-05-18T03:04:17.489" v="2310"/>
          <ac:spMkLst>
            <pc:docMk/>
            <pc:sldMk cId="706047404" sldId="303"/>
            <ac:spMk id="17" creationId="{3AF007DB-F7B9-FB6B-2EFD-EA6A6AC7179D}"/>
          </ac:spMkLst>
        </pc:spChg>
        <pc:spChg chg="mod">
          <ac:chgData name="Mat Gallehawk" userId="93dd6677-ad92-4f4d-8ebe-555150310a93" providerId="ADAL" clId="{0F848870-0D22-424F-ADCC-97B3941CC5F2}" dt="2023-05-18T03:04:17.489" v="2310"/>
          <ac:spMkLst>
            <pc:docMk/>
            <pc:sldMk cId="706047404" sldId="303"/>
            <ac:spMk id="18" creationId="{13B1004F-4993-2B73-A7C2-B19A797B41EF}"/>
          </ac:spMkLst>
        </pc:spChg>
        <pc:spChg chg="mod">
          <ac:chgData name="Mat Gallehawk" userId="93dd6677-ad92-4f4d-8ebe-555150310a93" providerId="ADAL" clId="{0F848870-0D22-424F-ADCC-97B3941CC5F2}" dt="2023-05-18T02:57:07.130" v="2176" actId="14100"/>
          <ac:spMkLst>
            <pc:docMk/>
            <pc:sldMk cId="706047404" sldId="303"/>
            <ac:spMk id="19" creationId="{D307DA12-BC88-45FB-AB29-5D6C931A90A7}"/>
          </ac:spMkLst>
        </pc:spChg>
        <pc:spChg chg="mod">
          <ac:chgData name="Mat Gallehawk" userId="93dd6677-ad92-4f4d-8ebe-555150310a93" providerId="ADAL" clId="{0F848870-0D22-424F-ADCC-97B3941CC5F2}" dt="2023-05-18T03:00:41.699" v="2208" actId="14100"/>
          <ac:spMkLst>
            <pc:docMk/>
            <pc:sldMk cId="706047404" sldId="303"/>
            <ac:spMk id="20" creationId="{42B5F796-2812-4AA7-8386-3F1516DEB3E2}"/>
          </ac:spMkLst>
        </pc:spChg>
        <pc:spChg chg="mod">
          <ac:chgData name="Mat Gallehawk" userId="93dd6677-ad92-4f4d-8ebe-555150310a93" providerId="ADAL" clId="{0F848870-0D22-424F-ADCC-97B3941CC5F2}" dt="2023-05-18T03:04:17.489" v="2310"/>
          <ac:spMkLst>
            <pc:docMk/>
            <pc:sldMk cId="706047404" sldId="303"/>
            <ac:spMk id="21" creationId="{D080088C-104A-3A83-378B-A992D986178D}"/>
          </ac:spMkLst>
        </pc:spChg>
        <pc:spChg chg="mod">
          <ac:chgData name="Mat Gallehawk" userId="93dd6677-ad92-4f4d-8ebe-555150310a93" providerId="ADAL" clId="{0F848870-0D22-424F-ADCC-97B3941CC5F2}" dt="2023-05-18T03:04:17.489" v="2310"/>
          <ac:spMkLst>
            <pc:docMk/>
            <pc:sldMk cId="706047404" sldId="303"/>
            <ac:spMk id="22" creationId="{F5AFD793-68DE-A13C-6304-B64A088A3A2D}"/>
          </ac:spMkLst>
        </pc:spChg>
        <pc:spChg chg="mod">
          <ac:chgData name="Mat Gallehawk" userId="93dd6677-ad92-4f4d-8ebe-555150310a93" providerId="ADAL" clId="{0F848870-0D22-424F-ADCC-97B3941CC5F2}" dt="2023-05-18T03:04:17.489" v="2310"/>
          <ac:spMkLst>
            <pc:docMk/>
            <pc:sldMk cId="706047404" sldId="303"/>
            <ac:spMk id="24" creationId="{A85C4DAA-5469-8594-11E5-D46B16649F4C}"/>
          </ac:spMkLst>
        </pc:spChg>
        <pc:spChg chg="add del mod">
          <ac:chgData name="Mat Gallehawk" userId="93dd6677-ad92-4f4d-8ebe-555150310a93" providerId="ADAL" clId="{0F848870-0D22-424F-ADCC-97B3941CC5F2}" dt="2023-05-18T02:21:12.384" v="2161" actId="478"/>
          <ac:spMkLst>
            <pc:docMk/>
            <pc:sldMk cId="706047404" sldId="303"/>
            <ac:spMk id="25" creationId="{5A011B5E-2B49-4D56-8AE8-769641809DAD}"/>
          </ac:spMkLst>
        </pc:spChg>
        <pc:spChg chg="add del mod">
          <ac:chgData name="Mat Gallehawk" userId="93dd6677-ad92-4f4d-8ebe-555150310a93" providerId="ADAL" clId="{0F848870-0D22-424F-ADCC-97B3941CC5F2}" dt="2023-05-18T02:21:12.623" v="2162" actId="478"/>
          <ac:spMkLst>
            <pc:docMk/>
            <pc:sldMk cId="706047404" sldId="303"/>
            <ac:spMk id="26" creationId="{39AE0FE3-4780-4BE1-B9E7-50AD257804A9}"/>
          </ac:spMkLst>
        </pc:spChg>
        <pc:spChg chg="mod">
          <ac:chgData name="Mat Gallehawk" userId="93dd6677-ad92-4f4d-8ebe-555150310a93" providerId="ADAL" clId="{0F848870-0D22-424F-ADCC-97B3941CC5F2}" dt="2023-05-18T02:59:18.898" v="2195" actId="14100"/>
          <ac:spMkLst>
            <pc:docMk/>
            <pc:sldMk cId="706047404" sldId="303"/>
            <ac:spMk id="27" creationId="{D8438A9C-EB05-4FBB-84AE-23B055BDFE77}"/>
          </ac:spMkLst>
        </pc:spChg>
        <pc:spChg chg="mod">
          <ac:chgData name="Mat Gallehawk" userId="93dd6677-ad92-4f4d-8ebe-555150310a93" providerId="ADAL" clId="{0F848870-0D22-424F-ADCC-97B3941CC5F2}" dt="2023-05-18T02:06:39.468" v="1384" actId="14100"/>
          <ac:spMkLst>
            <pc:docMk/>
            <pc:sldMk cId="706047404" sldId="303"/>
            <ac:spMk id="28" creationId="{B091940F-E849-4689-AF15-B9379DF6F13D}"/>
          </ac:spMkLst>
        </pc:spChg>
        <pc:spChg chg="add del mod">
          <ac:chgData name="Mat Gallehawk" userId="93dd6677-ad92-4f4d-8ebe-555150310a93" providerId="ADAL" clId="{0F848870-0D22-424F-ADCC-97B3941CC5F2}" dt="2023-05-18T02:21:12.882" v="2163" actId="478"/>
          <ac:spMkLst>
            <pc:docMk/>
            <pc:sldMk cId="706047404" sldId="303"/>
            <ac:spMk id="29" creationId="{65F531D6-62AE-41C6-AB79-FD3E6DEE46B6}"/>
          </ac:spMkLst>
        </pc:spChg>
        <pc:spChg chg="mod">
          <ac:chgData name="Mat Gallehawk" userId="93dd6677-ad92-4f4d-8ebe-555150310a93" providerId="ADAL" clId="{0F848870-0D22-424F-ADCC-97B3941CC5F2}" dt="2023-05-18T03:04:17.489" v="2310"/>
          <ac:spMkLst>
            <pc:docMk/>
            <pc:sldMk cId="706047404" sldId="303"/>
            <ac:spMk id="30" creationId="{0CCDF3AB-5A61-7C45-A2E6-45A91AFD6A69}"/>
          </ac:spMkLst>
        </pc:spChg>
        <pc:spChg chg="mod">
          <ac:chgData name="Mat Gallehawk" userId="93dd6677-ad92-4f4d-8ebe-555150310a93" providerId="ADAL" clId="{0F848870-0D22-424F-ADCC-97B3941CC5F2}" dt="2023-05-18T03:04:17.489" v="2310"/>
          <ac:spMkLst>
            <pc:docMk/>
            <pc:sldMk cId="706047404" sldId="303"/>
            <ac:spMk id="31" creationId="{4064A5B4-60E0-82F5-E3DC-5E8460ACAFD1}"/>
          </ac:spMkLst>
        </pc:spChg>
        <pc:spChg chg="mod">
          <ac:chgData name="Mat Gallehawk" userId="93dd6677-ad92-4f4d-8ebe-555150310a93" providerId="ADAL" clId="{0F848870-0D22-424F-ADCC-97B3941CC5F2}" dt="2023-05-18T03:04:17.489" v="2310"/>
          <ac:spMkLst>
            <pc:docMk/>
            <pc:sldMk cId="706047404" sldId="303"/>
            <ac:spMk id="32" creationId="{3DC9E4A9-A13D-AADA-BF48-D201AC91BEAD}"/>
          </ac:spMkLst>
        </pc:spChg>
        <pc:spChg chg="mod">
          <ac:chgData name="Mat Gallehawk" userId="93dd6677-ad92-4f4d-8ebe-555150310a93" providerId="ADAL" clId="{0F848870-0D22-424F-ADCC-97B3941CC5F2}" dt="2023-05-18T03:04:17.489" v="2310"/>
          <ac:spMkLst>
            <pc:docMk/>
            <pc:sldMk cId="706047404" sldId="303"/>
            <ac:spMk id="33" creationId="{730DABA7-3726-EB0A-9D32-FA577F04BED7}"/>
          </ac:spMkLst>
        </pc:spChg>
        <pc:spChg chg="mod">
          <ac:chgData name="Mat Gallehawk" userId="93dd6677-ad92-4f4d-8ebe-555150310a93" providerId="ADAL" clId="{0F848870-0D22-424F-ADCC-97B3941CC5F2}" dt="2023-05-18T03:04:17.489" v="2310"/>
          <ac:spMkLst>
            <pc:docMk/>
            <pc:sldMk cId="706047404" sldId="303"/>
            <ac:spMk id="35" creationId="{841B55C7-E39E-8AC4-0EDB-19DE26EEF8D9}"/>
          </ac:spMkLst>
        </pc:spChg>
        <pc:spChg chg="mod">
          <ac:chgData name="Mat Gallehawk" userId="93dd6677-ad92-4f4d-8ebe-555150310a93" providerId="ADAL" clId="{0F848870-0D22-424F-ADCC-97B3941CC5F2}" dt="2023-05-18T03:04:17.489" v="2310"/>
          <ac:spMkLst>
            <pc:docMk/>
            <pc:sldMk cId="706047404" sldId="303"/>
            <ac:spMk id="36" creationId="{D33AE96B-0D5F-9154-93A9-148C9F03316C}"/>
          </ac:spMkLst>
        </pc:spChg>
        <pc:spChg chg="mod">
          <ac:chgData name="Mat Gallehawk" userId="93dd6677-ad92-4f4d-8ebe-555150310a93" providerId="ADAL" clId="{0F848870-0D22-424F-ADCC-97B3941CC5F2}" dt="2023-05-18T03:04:17.489" v="2310"/>
          <ac:spMkLst>
            <pc:docMk/>
            <pc:sldMk cId="706047404" sldId="303"/>
            <ac:spMk id="37" creationId="{24AACA3C-C740-244E-DD17-2713C17289B6}"/>
          </ac:spMkLst>
        </pc:spChg>
        <pc:spChg chg="mod">
          <ac:chgData name="Mat Gallehawk" userId="93dd6677-ad92-4f4d-8ebe-555150310a93" providerId="ADAL" clId="{0F848870-0D22-424F-ADCC-97B3941CC5F2}" dt="2023-05-18T03:04:17.489" v="2310"/>
          <ac:spMkLst>
            <pc:docMk/>
            <pc:sldMk cId="706047404" sldId="303"/>
            <ac:spMk id="38" creationId="{A8C47A39-D58D-C7BD-4537-F58FDD08F353}"/>
          </ac:spMkLst>
        </pc:spChg>
        <pc:spChg chg="mod">
          <ac:chgData name="Mat Gallehawk" userId="93dd6677-ad92-4f4d-8ebe-555150310a93" providerId="ADAL" clId="{0F848870-0D22-424F-ADCC-97B3941CC5F2}" dt="2023-05-18T03:04:17.489" v="2310"/>
          <ac:spMkLst>
            <pc:docMk/>
            <pc:sldMk cId="706047404" sldId="303"/>
            <ac:spMk id="39" creationId="{B8A329CE-F885-6BD6-CC90-16740C0994A1}"/>
          </ac:spMkLst>
        </pc:spChg>
        <pc:spChg chg="mod">
          <ac:chgData name="Mat Gallehawk" userId="93dd6677-ad92-4f4d-8ebe-555150310a93" providerId="ADAL" clId="{0F848870-0D22-424F-ADCC-97B3941CC5F2}" dt="2023-05-18T03:04:17.489" v="2310"/>
          <ac:spMkLst>
            <pc:docMk/>
            <pc:sldMk cId="706047404" sldId="303"/>
            <ac:spMk id="41" creationId="{655DB6BF-3AC2-F3C3-ADE2-2B74E982D630}"/>
          </ac:spMkLst>
        </pc:spChg>
        <pc:spChg chg="mod">
          <ac:chgData name="Mat Gallehawk" userId="93dd6677-ad92-4f4d-8ebe-555150310a93" providerId="ADAL" clId="{0F848870-0D22-424F-ADCC-97B3941CC5F2}" dt="2023-05-18T03:04:17.489" v="2310"/>
          <ac:spMkLst>
            <pc:docMk/>
            <pc:sldMk cId="706047404" sldId="303"/>
            <ac:spMk id="42" creationId="{3189FA39-D4A7-E0B1-59BE-7EB394C9E330}"/>
          </ac:spMkLst>
        </pc:spChg>
        <pc:spChg chg="mod">
          <ac:chgData name="Mat Gallehawk" userId="93dd6677-ad92-4f4d-8ebe-555150310a93" providerId="ADAL" clId="{0F848870-0D22-424F-ADCC-97B3941CC5F2}" dt="2023-05-18T03:04:17.489" v="2310"/>
          <ac:spMkLst>
            <pc:docMk/>
            <pc:sldMk cId="706047404" sldId="303"/>
            <ac:spMk id="43" creationId="{2421B18D-B2CE-CCC6-CAA2-6A2FEF3F73D7}"/>
          </ac:spMkLst>
        </pc:spChg>
        <pc:spChg chg="mod">
          <ac:chgData name="Mat Gallehawk" userId="93dd6677-ad92-4f4d-8ebe-555150310a93" providerId="ADAL" clId="{0F848870-0D22-424F-ADCC-97B3941CC5F2}" dt="2023-05-18T03:04:17.489" v="2310"/>
          <ac:spMkLst>
            <pc:docMk/>
            <pc:sldMk cId="706047404" sldId="303"/>
            <ac:spMk id="44" creationId="{79EA46E4-93C5-3202-43A0-371D3FFF09F6}"/>
          </ac:spMkLst>
        </pc:spChg>
        <pc:spChg chg="mod">
          <ac:chgData name="Mat Gallehawk" userId="93dd6677-ad92-4f4d-8ebe-555150310a93" providerId="ADAL" clId="{0F848870-0D22-424F-ADCC-97B3941CC5F2}" dt="2023-05-18T03:04:17.489" v="2310"/>
          <ac:spMkLst>
            <pc:docMk/>
            <pc:sldMk cId="706047404" sldId="303"/>
            <ac:spMk id="45" creationId="{477B1F73-A60F-3692-6F42-B7A5398489CC}"/>
          </ac:spMkLst>
        </pc:spChg>
        <pc:spChg chg="mod">
          <ac:chgData name="Mat Gallehawk" userId="93dd6677-ad92-4f4d-8ebe-555150310a93" providerId="ADAL" clId="{0F848870-0D22-424F-ADCC-97B3941CC5F2}" dt="2023-05-18T03:04:17.489" v="2310"/>
          <ac:spMkLst>
            <pc:docMk/>
            <pc:sldMk cId="706047404" sldId="303"/>
            <ac:spMk id="47" creationId="{E5112F8D-4916-2098-4F0C-2623F68642DD}"/>
          </ac:spMkLst>
        </pc:spChg>
        <pc:spChg chg="mod">
          <ac:chgData name="Mat Gallehawk" userId="93dd6677-ad92-4f4d-8ebe-555150310a93" providerId="ADAL" clId="{0F848870-0D22-424F-ADCC-97B3941CC5F2}" dt="2023-05-18T03:04:17.489" v="2310"/>
          <ac:spMkLst>
            <pc:docMk/>
            <pc:sldMk cId="706047404" sldId="303"/>
            <ac:spMk id="52" creationId="{28257716-99B8-9153-8B94-6255770C7E3D}"/>
          </ac:spMkLst>
        </pc:spChg>
        <pc:spChg chg="mod">
          <ac:chgData name="Mat Gallehawk" userId="93dd6677-ad92-4f4d-8ebe-555150310a93" providerId="ADAL" clId="{0F848870-0D22-424F-ADCC-97B3941CC5F2}" dt="2023-05-18T03:04:17.489" v="2310"/>
          <ac:spMkLst>
            <pc:docMk/>
            <pc:sldMk cId="706047404" sldId="303"/>
            <ac:spMk id="55" creationId="{A552EC26-F078-4918-DC03-C4AC90752DB2}"/>
          </ac:spMkLst>
        </pc:spChg>
        <pc:spChg chg="mod">
          <ac:chgData name="Mat Gallehawk" userId="93dd6677-ad92-4f4d-8ebe-555150310a93" providerId="ADAL" clId="{0F848870-0D22-424F-ADCC-97B3941CC5F2}" dt="2023-05-18T03:04:17.489" v="2310"/>
          <ac:spMkLst>
            <pc:docMk/>
            <pc:sldMk cId="706047404" sldId="303"/>
            <ac:spMk id="58" creationId="{EB40B801-367B-7758-6070-B1A496947528}"/>
          </ac:spMkLst>
        </pc:spChg>
        <pc:spChg chg="add mod">
          <ac:chgData name="Mat Gallehawk" userId="93dd6677-ad92-4f4d-8ebe-555150310a93" providerId="ADAL" clId="{0F848870-0D22-424F-ADCC-97B3941CC5F2}" dt="2023-05-18T03:04:52.878" v="2315" actId="1076"/>
          <ac:spMkLst>
            <pc:docMk/>
            <pc:sldMk cId="706047404" sldId="303"/>
            <ac:spMk id="60" creationId="{E5C8758E-A4AD-B33D-EA5C-A9D0E1195792}"/>
          </ac:spMkLst>
        </pc:spChg>
        <pc:spChg chg="add mod">
          <ac:chgData name="Mat Gallehawk" userId="93dd6677-ad92-4f4d-8ebe-555150310a93" providerId="ADAL" clId="{0F848870-0D22-424F-ADCC-97B3941CC5F2}" dt="2023-05-18T03:05:03.217" v="2317" actId="1076"/>
          <ac:spMkLst>
            <pc:docMk/>
            <pc:sldMk cId="706047404" sldId="303"/>
            <ac:spMk id="61" creationId="{EB673644-5817-55C2-5508-B4359586A639}"/>
          </ac:spMkLst>
        </pc:spChg>
        <pc:spChg chg="add mod">
          <ac:chgData name="Mat Gallehawk" userId="93dd6677-ad92-4f4d-8ebe-555150310a93" providerId="ADAL" clId="{0F848870-0D22-424F-ADCC-97B3941CC5F2}" dt="2023-05-18T03:05:11.934" v="2319" actId="1076"/>
          <ac:spMkLst>
            <pc:docMk/>
            <pc:sldMk cId="706047404" sldId="303"/>
            <ac:spMk id="62" creationId="{8867D9BC-1CCD-58D5-AFFA-D566402274CF}"/>
          </ac:spMkLst>
        </pc:spChg>
        <pc:spChg chg="add mod">
          <ac:chgData name="Mat Gallehawk" userId="93dd6677-ad92-4f4d-8ebe-555150310a93" providerId="ADAL" clId="{0F848870-0D22-424F-ADCC-97B3941CC5F2}" dt="2023-05-18T03:05:24.894" v="2321" actId="1076"/>
          <ac:spMkLst>
            <pc:docMk/>
            <pc:sldMk cId="706047404" sldId="303"/>
            <ac:spMk id="63" creationId="{BC87A2C2-9F74-333F-BFB4-616293E93D71}"/>
          </ac:spMkLst>
        </pc:spChg>
        <pc:spChg chg="mod">
          <ac:chgData name="Mat Gallehawk" userId="93dd6677-ad92-4f4d-8ebe-555150310a93" providerId="ADAL" clId="{0F848870-0D22-424F-ADCC-97B3941CC5F2}" dt="2023-05-18T02:59:42.370" v="2198" actId="14100"/>
          <ac:spMkLst>
            <pc:docMk/>
            <pc:sldMk cId="706047404" sldId="303"/>
            <ac:spMk id="90" creationId="{4C02FC07-ABF3-4DC3-AEAC-CA1C0D94D7D3}"/>
          </ac:spMkLst>
        </pc:spChg>
        <pc:spChg chg="mod">
          <ac:chgData name="Mat Gallehawk" userId="93dd6677-ad92-4f4d-8ebe-555150310a93" providerId="ADAL" clId="{0F848870-0D22-424F-ADCC-97B3941CC5F2}" dt="2023-05-18T03:00:57.600" v="2210" actId="14100"/>
          <ac:spMkLst>
            <pc:docMk/>
            <pc:sldMk cId="706047404" sldId="303"/>
            <ac:spMk id="105" creationId="{935DB517-4846-4ABF-B886-3872404A019E}"/>
          </ac:spMkLst>
        </pc:spChg>
        <pc:spChg chg="mod">
          <ac:chgData name="Mat Gallehawk" userId="93dd6677-ad92-4f4d-8ebe-555150310a93" providerId="ADAL" clId="{0F848870-0D22-424F-ADCC-97B3941CC5F2}" dt="2023-05-18T03:02:26.717" v="2307" actId="20577"/>
          <ac:spMkLst>
            <pc:docMk/>
            <pc:sldMk cId="706047404" sldId="303"/>
            <ac:spMk id="106" creationId="{6BFB0AB0-9B20-4334-A4D8-DFE8F054D1A3}"/>
          </ac:spMkLst>
        </pc:spChg>
        <pc:spChg chg="mod">
          <ac:chgData name="Mat Gallehawk" userId="93dd6677-ad92-4f4d-8ebe-555150310a93" providerId="ADAL" clId="{0F848870-0D22-424F-ADCC-97B3941CC5F2}" dt="2023-05-18T04:32:58.656" v="3069" actId="14100"/>
          <ac:spMkLst>
            <pc:docMk/>
            <pc:sldMk cId="706047404" sldId="303"/>
            <ac:spMk id="177" creationId="{6DAF16B1-792A-4E8E-893D-A43BAECF5866}"/>
          </ac:spMkLst>
        </pc:spChg>
        <pc:spChg chg="mod">
          <ac:chgData name="Mat Gallehawk" userId="93dd6677-ad92-4f4d-8ebe-555150310a93" providerId="ADAL" clId="{0F848870-0D22-424F-ADCC-97B3941CC5F2}" dt="2023-05-18T02:59:21.981" v="2196" actId="14100"/>
          <ac:spMkLst>
            <pc:docMk/>
            <pc:sldMk cId="706047404" sldId="303"/>
            <ac:spMk id="178" creationId="{A56859B0-368B-4C06-B39E-98269D0EBB8B}"/>
          </ac:spMkLst>
        </pc:spChg>
        <pc:grpChg chg="add mod">
          <ac:chgData name="Mat Gallehawk" userId="93dd6677-ad92-4f4d-8ebe-555150310a93" providerId="ADAL" clId="{0F848870-0D22-424F-ADCC-97B3941CC5F2}" dt="2023-05-18T03:04:34.744" v="2313" actId="14100"/>
          <ac:grpSpMkLst>
            <pc:docMk/>
            <pc:sldMk cId="706047404" sldId="303"/>
            <ac:grpSpMk id="6" creationId="{EDC70AE0-2C4D-D255-9346-81C5FDBB1137}"/>
          </ac:grpSpMkLst>
        </pc:grpChg>
        <pc:grpChg chg="add mod">
          <ac:chgData name="Mat Gallehawk" userId="93dd6677-ad92-4f4d-8ebe-555150310a93" providerId="ADAL" clId="{0F848870-0D22-424F-ADCC-97B3941CC5F2}" dt="2023-05-18T03:04:34.744" v="2313" actId="14100"/>
          <ac:grpSpMkLst>
            <pc:docMk/>
            <pc:sldMk cId="706047404" sldId="303"/>
            <ac:grpSpMk id="23" creationId="{A520AE8F-26AC-72BB-8407-278919B376F7}"/>
          </ac:grpSpMkLst>
        </pc:grpChg>
        <pc:grpChg chg="add mod">
          <ac:chgData name="Mat Gallehawk" userId="93dd6677-ad92-4f4d-8ebe-555150310a93" providerId="ADAL" clId="{0F848870-0D22-424F-ADCC-97B3941CC5F2}" dt="2023-05-18T03:04:34.744" v="2313" actId="14100"/>
          <ac:grpSpMkLst>
            <pc:docMk/>
            <pc:sldMk cId="706047404" sldId="303"/>
            <ac:grpSpMk id="34" creationId="{6210C43B-E85C-CAC1-9925-8BC19D85795B}"/>
          </ac:grpSpMkLst>
        </pc:grpChg>
        <pc:grpChg chg="add mod">
          <ac:chgData name="Mat Gallehawk" userId="93dd6677-ad92-4f4d-8ebe-555150310a93" providerId="ADAL" clId="{0F848870-0D22-424F-ADCC-97B3941CC5F2}" dt="2023-05-18T03:04:34.744" v="2313" actId="14100"/>
          <ac:grpSpMkLst>
            <pc:docMk/>
            <pc:sldMk cId="706047404" sldId="303"/>
            <ac:grpSpMk id="40" creationId="{9203D9FA-3FF5-12C0-DC71-A4ECE805F677}"/>
          </ac:grpSpMkLst>
        </pc:grpChg>
        <pc:grpChg chg="add mod">
          <ac:chgData name="Mat Gallehawk" userId="93dd6677-ad92-4f4d-8ebe-555150310a93" providerId="ADAL" clId="{0F848870-0D22-424F-ADCC-97B3941CC5F2}" dt="2023-05-18T03:04:34.744" v="2313" actId="14100"/>
          <ac:grpSpMkLst>
            <pc:docMk/>
            <pc:sldMk cId="706047404" sldId="303"/>
            <ac:grpSpMk id="46" creationId="{74CD706C-D77E-E348-764D-88EE8EF96928}"/>
          </ac:grpSpMkLst>
        </pc:grpChg>
        <pc:grpChg chg="mod">
          <ac:chgData name="Mat Gallehawk" userId="93dd6677-ad92-4f4d-8ebe-555150310a93" providerId="ADAL" clId="{0F848870-0D22-424F-ADCC-97B3941CC5F2}" dt="2023-05-18T03:04:17.489" v="2310"/>
          <ac:grpSpMkLst>
            <pc:docMk/>
            <pc:sldMk cId="706047404" sldId="303"/>
            <ac:grpSpMk id="48" creationId="{A60A26E9-E3E2-57C1-D204-76CD0F43A765}"/>
          </ac:grpSpMkLst>
        </pc:grpChg>
        <pc:grpChg chg="add mod">
          <ac:chgData name="Mat Gallehawk" userId="93dd6677-ad92-4f4d-8ebe-555150310a93" providerId="ADAL" clId="{0F848870-0D22-424F-ADCC-97B3941CC5F2}" dt="2023-05-18T03:04:34.744" v="2313" actId="14100"/>
          <ac:grpSpMkLst>
            <pc:docMk/>
            <pc:sldMk cId="706047404" sldId="303"/>
            <ac:grpSpMk id="51" creationId="{1D0330D8-2A30-1C3D-701C-C46B4312CD8D}"/>
          </ac:grpSpMkLst>
        </pc:grpChg>
        <pc:grpChg chg="add mod">
          <ac:chgData name="Mat Gallehawk" userId="93dd6677-ad92-4f4d-8ebe-555150310a93" providerId="ADAL" clId="{0F848870-0D22-424F-ADCC-97B3941CC5F2}" dt="2023-05-18T03:04:34.744" v="2313" actId="14100"/>
          <ac:grpSpMkLst>
            <pc:docMk/>
            <pc:sldMk cId="706047404" sldId="303"/>
            <ac:grpSpMk id="54" creationId="{47712BED-DFBD-8AB7-D471-4A41E63785CC}"/>
          </ac:grpSpMkLst>
        </pc:grpChg>
        <pc:grpChg chg="add mod">
          <ac:chgData name="Mat Gallehawk" userId="93dd6677-ad92-4f4d-8ebe-555150310a93" providerId="ADAL" clId="{0F848870-0D22-424F-ADCC-97B3941CC5F2}" dt="2023-05-18T03:04:34.744" v="2313" actId="14100"/>
          <ac:grpSpMkLst>
            <pc:docMk/>
            <pc:sldMk cId="706047404" sldId="303"/>
            <ac:grpSpMk id="57" creationId="{B0CE89D1-4DC4-8569-FE4A-B9D14E314DE3}"/>
          </ac:grpSpMkLst>
        </pc:grpChg>
        <pc:picChg chg="mod">
          <ac:chgData name="Mat Gallehawk" userId="93dd6677-ad92-4f4d-8ebe-555150310a93" providerId="ADAL" clId="{0F848870-0D22-424F-ADCC-97B3941CC5F2}" dt="2023-05-18T02:06:39.468" v="1384" actId="14100"/>
          <ac:picMkLst>
            <pc:docMk/>
            <pc:sldMk cId="706047404" sldId="303"/>
            <ac:picMk id="3" creationId="{30FC6B59-A52C-4781-8189-1B1515307E42}"/>
          </ac:picMkLst>
        </pc:picChg>
        <pc:picChg chg="mod">
          <ac:chgData name="Mat Gallehawk" userId="93dd6677-ad92-4f4d-8ebe-555150310a93" providerId="ADAL" clId="{0F848870-0D22-424F-ADCC-97B3941CC5F2}" dt="2023-05-18T02:06:39.468" v="1384" actId="14100"/>
          <ac:picMkLst>
            <pc:docMk/>
            <pc:sldMk cId="706047404" sldId="303"/>
            <ac:picMk id="4" creationId="{E9A13A35-0A25-4CFE-9F9A-2FAD43587B65}"/>
          </ac:picMkLst>
        </pc:picChg>
        <pc:picChg chg="del mod">
          <ac:chgData name="Mat Gallehawk" userId="93dd6677-ad92-4f4d-8ebe-555150310a93" providerId="ADAL" clId="{0F848870-0D22-424F-ADCC-97B3941CC5F2}" dt="2023-05-18T03:04:00.153" v="2309" actId="478"/>
          <ac:picMkLst>
            <pc:docMk/>
            <pc:sldMk cId="706047404" sldId="303"/>
            <ac:picMk id="5" creationId="{F1D84341-64F4-4F2B-8267-AB31CA1EB8CB}"/>
          </ac:picMkLst>
        </pc:picChg>
        <pc:picChg chg="mod">
          <ac:chgData name="Mat Gallehawk" userId="93dd6677-ad92-4f4d-8ebe-555150310a93" providerId="ADAL" clId="{0F848870-0D22-424F-ADCC-97B3941CC5F2}" dt="2023-05-18T02:06:39.468" v="1384" actId="14100"/>
          <ac:picMkLst>
            <pc:docMk/>
            <pc:sldMk cId="706047404" sldId="303"/>
            <ac:picMk id="7" creationId="{BC307914-64A1-42B1-8E31-BD18743F2B32}"/>
          </ac:picMkLst>
        </pc:picChg>
        <pc:picChg chg="mod">
          <ac:chgData name="Mat Gallehawk" userId="93dd6677-ad92-4f4d-8ebe-555150310a93" providerId="ADAL" clId="{0F848870-0D22-424F-ADCC-97B3941CC5F2}" dt="2023-05-18T02:06:39.468" v="1384" actId="14100"/>
          <ac:picMkLst>
            <pc:docMk/>
            <pc:sldMk cId="706047404" sldId="303"/>
            <ac:picMk id="8" creationId="{4D219E5F-1A57-451C-9DBA-A8FAA21A25DA}"/>
          </ac:picMkLst>
        </pc:picChg>
        <pc:picChg chg="mod">
          <ac:chgData name="Mat Gallehawk" userId="93dd6677-ad92-4f4d-8ebe-555150310a93" providerId="ADAL" clId="{0F848870-0D22-424F-ADCC-97B3941CC5F2}" dt="2023-05-18T02:06:39.468" v="1384" actId="14100"/>
          <ac:picMkLst>
            <pc:docMk/>
            <pc:sldMk cId="706047404" sldId="303"/>
            <ac:picMk id="9" creationId="{5F719AEB-D26C-44D2-89AB-6E2F9573B965}"/>
          </ac:picMkLst>
        </pc:picChg>
        <pc:picChg chg="mod">
          <ac:chgData name="Mat Gallehawk" userId="93dd6677-ad92-4f4d-8ebe-555150310a93" providerId="ADAL" clId="{0F848870-0D22-424F-ADCC-97B3941CC5F2}" dt="2023-05-18T03:04:17.489" v="2310"/>
          <ac:picMkLst>
            <pc:docMk/>
            <pc:sldMk cId="706047404" sldId="303"/>
            <ac:picMk id="49" creationId="{F523D405-E9BF-4102-BE4E-92ED90288501}"/>
          </ac:picMkLst>
        </pc:picChg>
        <pc:picChg chg="mod">
          <ac:chgData name="Mat Gallehawk" userId="93dd6677-ad92-4f4d-8ebe-555150310a93" providerId="ADAL" clId="{0F848870-0D22-424F-ADCC-97B3941CC5F2}" dt="2023-05-18T03:04:17.489" v="2310"/>
          <ac:picMkLst>
            <pc:docMk/>
            <pc:sldMk cId="706047404" sldId="303"/>
            <ac:picMk id="50" creationId="{16BD6E8B-0A7C-2A45-F967-EA1C032630C2}"/>
          </ac:picMkLst>
        </pc:picChg>
        <pc:picChg chg="mod">
          <ac:chgData name="Mat Gallehawk" userId="93dd6677-ad92-4f4d-8ebe-555150310a93" providerId="ADAL" clId="{0F848870-0D22-424F-ADCC-97B3941CC5F2}" dt="2023-05-18T03:04:17.489" v="2310"/>
          <ac:picMkLst>
            <pc:docMk/>
            <pc:sldMk cId="706047404" sldId="303"/>
            <ac:picMk id="53" creationId="{0E007609-8C4A-CC21-C0F5-9306ED59F90A}"/>
          </ac:picMkLst>
        </pc:picChg>
        <pc:picChg chg="mod">
          <ac:chgData name="Mat Gallehawk" userId="93dd6677-ad92-4f4d-8ebe-555150310a93" providerId="ADAL" clId="{0F848870-0D22-424F-ADCC-97B3941CC5F2}" dt="2023-05-18T03:04:17.489" v="2310"/>
          <ac:picMkLst>
            <pc:docMk/>
            <pc:sldMk cId="706047404" sldId="303"/>
            <ac:picMk id="56" creationId="{48D62DF5-5008-52F1-0B3E-BE0101090262}"/>
          </ac:picMkLst>
        </pc:picChg>
        <pc:picChg chg="mod">
          <ac:chgData name="Mat Gallehawk" userId="93dd6677-ad92-4f4d-8ebe-555150310a93" providerId="ADAL" clId="{0F848870-0D22-424F-ADCC-97B3941CC5F2}" dt="2023-05-18T03:04:17.489" v="2310"/>
          <ac:picMkLst>
            <pc:docMk/>
            <pc:sldMk cId="706047404" sldId="303"/>
            <ac:picMk id="59" creationId="{507F4279-B67D-F2BD-0724-640A16D2C12C}"/>
          </ac:picMkLst>
        </pc:picChg>
      </pc:sldChg>
      <pc:sldChg chg="addSp modSp mod ord">
        <pc:chgData name="Mat Gallehawk" userId="93dd6677-ad92-4f4d-8ebe-555150310a93" providerId="ADAL" clId="{0F848870-0D22-424F-ADCC-97B3941CC5F2}" dt="2023-05-19T00:18:27.607" v="7643" actId="1076"/>
        <pc:sldMkLst>
          <pc:docMk/>
          <pc:sldMk cId="1848934207" sldId="306"/>
        </pc:sldMkLst>
        <pc:spChg chg="add mod">
          <ac:chgData name="Mat Gallehawk" userId="93dd6677-ad92-4f4d-8ebe-555150310a93" providerId="ADAL" clId="{0F848870-0D22-424F-ADCC-97B3941CC5F2}" dt="2023-05-19T00:18:27.607" v="7643" actId="1076"/>
          <ac:spMkLst>
            <pc:docMk/>
            <pc:sldMk cId="1848934207" sldId="306"/>
            <ac:spMk id="2" creationId="{963D4EBB-8A87-C4FF-1A14-35CC9D27C9B8}"/>
          </ac:spMkLst>
        </pc:spChg>
        <pc:spChg chg="mod">
          <ac:chgData name="Mat Gallehawk" userId="93dd6677-ad92-4f4d-8ebe-555150310a93" providerId="ADAL" clId="{0F848870-0D22-424F-ADCC-97B3941CC5F2}" dt="2023-05-19T00:16:30.609" v="7581" actId="14100"/>
          <ac:spMkLst>
            <pc:docMk/>
            <pc:sldMk cId="1848934207" sldId="306"/>
            <ac:spMk id="19" creationId="{04037CCD-C843-A0DE-288D-95067385FA82}"/>
          </ac:spMkLst>
        </pc:spChg>
        <pc:spChg chg="mod">
          <ac:chgData name="Mat Gallehawk" userId="93dd6677-ad92-4f4d-8ebe-555150310a93" providerId="ADAL" clId="{0F848870-0D22-424F-ADCC-97B3941CC5F2}" dt="2023-05-19T00:16:27.066" v="7580" actId="14100"/>
          <ac:spMkLst>
            <pc:docMk/>
            <pc:sldMk cId="1848934207" sldId="306"/>
            <ac:spMk id="20" creationId="{BBF6417A-B193-9E67-37B8-A56C98A08F88}"/>
          </ac:spMkLst>
        </pc:spChg>
        <pc:graphicFrameChg chg="mod modGraphic">
          <ac:chgData name="Mat Gallehawk" userId="93dd6677-ad92-4f4d-8ebe-555150310a93" providerId="ADAL" clId="{0F848870-0D22-424F-ADCC-97B3941CC5F2}" dt="2023-05-19T00:16:58.601" v="7589" actId="14100"/>
          <ac:graphicFrameMkLst>
            <pc:docMk/>
            <pc:sldMk cId="1848934207" sldId="306"/>
            <ac:graphicFrameMk id="16" creationId="{77F26825-4F0C-BBCE-60FA-A033540D0A6B}"/>
          </ac:graphicFrameMkLst>
        </pc:graphicFrameChg>
      </pc:sldChg>
      <pc:sldChg chg="ord">
        <pc:chgData name="Mat Gallehawk" userId="93dd6677-ad92-4f4d-8ebe-555150310a93" providerId="ADAL" clId="{0F848870-0D22-424F-ADCC-97B3941CC5F2}" dt="2023-05-18T03:23:49.845" v="2883"/>
        <pc:sldMkLst>
          <pc:docMk/>
          <pc:sldMk cId="1864291358" sldId="307"/>
        </pc:sldMkLst>
      </pc:sldChg>
      <pc:sldChg chg="ord">
        <pc:chgData name="Mat Gallehawk" userId="93dd6677-ad92-4f4d-8ebe-555150310a93" providerId="ADAL" clId="{0F848870-0D22-424F-ADCC-97B3941CC5F2}" dt="2023-05-18T03:26:02.215" v="2918"/>
        <pc:sldMkLst>
          <pc:docMk/>
          <pc:sldMk cId="3392318596" sldId="308"/>
        </pc:sldMkLst>
      </pc:sldChg>
      <pc:sldChg chg="modSp mod ord">
        <pc:chgData name="Mat Gallehawk" userId="93dd6677-ad92-4f4d-8ebe-555150310a93" providerId="ADAL" clId="{0F848870-0D22-424F-ADCC-97B3941CC5F2}" dt="2023-05-18T06:54:29.166" v="5816" actId="313"/>
        <pc:sldMkLst>
          <pc:docMk/>
          <pc:sldMk cId="4142188576" sldId="309"/>
        </pc:sldMkLst>
        <pc:spChg chg="mod">
          <ac:chgData name="Mat Gallehawk" userId="93dd6677-ad92-4f4d-8ebe-555150310a93" providerId="ADAL" clId="{0F848870-0D22-424F-ADCC-97B3941CC5F2}" dt="2023-05-18T06:51:19.527" v="5641" actId="20577"/>
          <ac:spMkLst>
            <pc:docMk/>
            <pc:sldMk cId="4142188576" sldId="309"/>
            <ac:spMk id="2" creationId="{5C8C7F32-9F14-F07B-16D5-5AB7318106BE}"/>
          </ac:spMkLst>
        </pc:spChg>
        <pc:spChg chg="mod">
          <ac:chgData name="Mat Gallehawk" userId="93dd6677-ad92-4f4d-8ebe-555150310a93" providerId="ADAL" clId="{0F848870-0D22-424F-ADCC-97B3941CC5F2}" dt="2023-05-18T06:52:38.535" v="5694" actId="20577"/>
          <ac:spMkLst>
            <pc:docMk/>
            <pc:sldMk cId="4142188576" sldId="309"/>
            <ac:spMk id="3" creationId="{C4AB7070-1AB2-189D-9056-23A83CB6C1AD}"/>
          </ac:spMkLst>
        </pc:spChg>
        <pc:graphicFrameChg chg="mod modGraphic">
          <ac:chgData name="Mat Gallehawk" userId="93dd6677-ad92-4f4d-8ebe-555150310a93" providerId="ADAL" clId="{0F848870-0D22-424F-ADCC-97B3941CC5F2}" dt="2023-05-18T06:54:29.166" v="5816" actId="313"/>
          <ac:graphicFrameMkLst>
            <pc:docMk/>
            <pc:sldMk cId="4142188576" sldId="309"/>
            <ac:graphicFrameMk id="4" creationId="{29666C4F-9C00-D7B0-A007-CA414DB1D327}"/>
          </ac:graphicFrameMkLst>
        </pc:graphicFrameChg>
      </pc:sldChg>
      <pc:sldChg chg="modSp mod ord">
        <pc:chgData name="Mat Gallehawk" userId="93dd6677-ad92-4f4d-8ebe-555150310a93" providerId="ADAL" clId="{0F848870-0D22-424F-ADCC-97B3941CC5F2}" dt="2023-05-19T00:22:19.620" v="7661" actId="20577"/>
        <pc:sldMkLst>
          <pc:docMk/>
          <pc:sldMk cId="1384024646" sldId="310"/>
        </pc:sldMkLst>
        <pc:spChg chg="mod">
          <ac:chgData name="Mat Gallehawk" userId="93dd6677-ad92-4f4d-8ebe-555150310a93" providerId="ADAL" clId="{0F848870-0D22-424F-ADCC-97B3941CC5F2}" dt="2023-05-19T00:22:19.620" v="7661" actId="20577"/>
          <ac:spMkLst>
            <pc:docMk/>
            <pc:sldMk cId="1384024646" sldId="310"/>
            <ac:spMk id="2" creationId="{128963CC-9BE5-5588-DC9B-EF06C170F8D2}"/>
          </ac:spMkLst>
        </pc:spChg>
      </pc:sldChg>
      <pc:sldChg chg="addSp delSp modSp mod ord">
        <pc:chgData name="Mat Gallehawk" userId="93dd6677-ad92-4f4d-8ebe-555150310a93" providerId="ADAL" clId="{0F848870-0D22-424F-ADCC-97B3941CC5F2}" dt="2023-05-19T02:51:01.154" v="7714" actId="20577"/>
        <pc:sldMkLst>
          <pc:docMk/>
          <pc:sldMk cId="1242019225" sldId="311"/>
        </pc:sldMkLst>
        <pc:spChg chg="mod">
          <ac:chgData name="Mat Gallehawk" userId="93dd6677-ad92-4f4d-8ebe-555150310a93" providerId="ADAL" clId="{0F848870-0D22-424F-ADCC-97B3941CC5F2}" dt="2023-05-18T06:53:19.736" v="5713" actId="20577"/>
          <ac:spMkLst>
            <pc:docMk/>
            <pc:sldMk cId="1242019225" sldId="311"/>
            <ac:spMk id="2" creationId="{C9967EF3-C894-68A1-BB6E-B6FDA2D528AD}"/>
          </ac:spMkLst>
        </pc:spChg>
        <pc:spChg chg="add mod">
          <ac:chgData name="Mat Gallehawk" userId="93dd6677-ad92-4f4d-8ebe-555150310a93" providerId="ADAL" clId="{0F848870-0D22-424F-ADCC-97B3941CC5F2}" dt="2023-05-19T02:51:01.154" v="7714" actId="20577"/>
          <ac:spMkLst>
            <pc:docMk/>
            <pc:sldMk cId="1242019225" sldId="311"/>
            <ac:spMk id="3" creationId="{7AB4C901-EEF2-7291-24E0-2159BE5E2284}"/>
          </ac:spMkLst>
        </pc:spChg>
        <pc:spChg chg="mod">
          <ac:chgData name="Mat Gallehawk" userId="93dd6677-ad92-4f4d-8ebe-555150310a93" providerId="ADAL" clId="{0F848870-0D22-424F-ADCC-97B3941CC5F2}" dt="2023-05-18T03:12:49.213" v="2763" actId="14100"/>
          <ac:spMkLst>
            <pc:docMk/>
            <pc:sldMk cId="1242019225" sldId="311"/>
            <ac:spMk id="5" creationId="{BE6DA456-DAA5-432A-524E-8B8CE8AFCAC0}"/>
          </ac:spMkLst>
        </pc:spChg>
        <pc:spChg chg="mod">
          <ac:chgData name="Mat Gallehawk" userId="93dd6677-ad92-4f4d-8ebe-555150310a93" providerId="ADAL" clId="{0F848870-0D22-424F-ADCC-97B3941CC5F2}" dt="2023-05-18T06:53:32.084" v="5715" actId="14100"/>
          <ac:spMkLst>
            <pc:docMk/>
            <pc:sldMk cId="1242019225" sldId="311"/>
            <ac:spMk id="6" creationId="{7BB18AD0-0F6E-AA0B-E22C-84D74B024669}"/>
          </ac:spMkLst>
        </pc:spChg>
        <pc:spChg chg="del mod">
          <ac:chgData name="Mat Gallehawk" userId="93dd6677-ad92-4f4d-8ebe-555150310a93" providerId="ADAL" clId="{0F848870-0D22-424F-ADCC-97B3941CC5F2}" dt="2023-05-18T06:53:13.068" v="5702" actId="478"/>
          <ac:spMkLst>
            <pc:docMk/>
            <pc:sldMk cId="1242019225" sldId="311"/>
            <ac:spMk id="7" creationId="{B21543B8-84DB-AE40-B346-D717B42FE3E9}"/>
          </ac:spMkLst>
        </pc:spChg>
        <pc:spChg chg="del mod">
          <ac:chgData name="Mat Gallehawk" userId="93dd6677-ad92-4f4d-8ebe-555150310a93" providerId="ADAL" clId="{0F848870-0D22-424F-ADCC-97B3941CC5F2}" dt="2023-05-18T06:53:07.652" v="5700" actId="478"/>
          <ac:spMkLst>
            <pc:docMk/>
            <pc:sldMk cId="1242019225" sldId="311"/>
            <ac:spMk id="8" creationId="{55D8D426-58FB-68B1-1763-78E20C4BE54A}"/>
          </ac:spMkLst>
        </pc:spChg>
      </pc:sldChg>
      <pc:sldChg chg="modSp mod ord">
        <pc:chgData name="Mat Gallehawk" userId="93dd6677-ad92-4f4d-8ebe-555150310a93" providerId="ADAL" clId="{0F848870-0D22-424F-ADCC-97B3941CC5F2}" dt="2023-05-18T07:03:58.129" v="6586" actId="20577"/>
        <pc:sldMkLst>
          <pc:docMk/>
          <pc:sldMk cId="370698930" sldId="312"/>
        </pc:sldMkLst>
        <pc:spChg chg="mod">
          <ac:chgData name="Mat Gallehawk" userId="93dd6677-ad92-4f4d-8ebe-555150310a93" providerId="ADAL" clId="{0F848870-0D22-424F-ADCC-97B3941CC5F2}" dt="2023-05-18T07:03:58.129" v="6586" actId="20577"/>
          <ac:spMkLst>
            <pc:docMk/>
            <pc:sldMk cId="370698930" sldId="312"/>
            <ac:spMk id="3" creationId="{58457B51-0A58-E25C-A23C-00DE1A76594B}"/>
          </ac:spMkLst>
        </pc:spChg>
      </pc:sldChg>
      <pc:sldChg chg="modSp mod ord">
        <pc:chgData name="Mat Gallehawk" userId="93dd6677-ad92-4f4d-8ebe-555150310a93" providerId="ADAL" clId="{0F848870-0D22-424F-ADCC-97B3941CC5F2}" dt="2023-05-18T06:52:54.459" v="5699"/>
        <pc:sldMkLst>
          <pc:docMk/>
          <pc:sldMk cId="4087234301" sldId="313"/>
        </pc:sldMkLst>
        <pc:spChg chg="mod">
          <ac:chgData name="Mat Gallehawk" userId="93dd6677-ad92-4f4d-8ebe-555150310a93" providerId="ADAL" clId="{0F848870-0D22-424F-ADCC-97B3941CC5F2}" dt="2023-05-18T06:50:10.438" v="5631" actId="20577"/>
          <ac:spMkLst>
            <pc:docMk/>
            <pc:sldMk cId="4087234301" sldId="313"/>
            <ac:spMk id="5" creationId="{D772D659-59C3-5C3C-B9DB-9105C3708E9E}"/>
          </ac:spMkLst>
        </pc:spChg>
      </pc:sldChg>
      <pc:sldChg chg="addSp modSp new mod">
        <pc:chgData name="Mat Gallehawk" userId="93dd6677-ad92-4f4d-8ebe-555150310a93" providerId="ADAL" clId="{0F848870-0D22-424F-ADCC-97B3941CC5F2}" dt="2023-05-22T05:07:45.996" v="8088" actId="20577"/>
        <pc:sldMkLst>
          <pc:docMk/>
          <pc:sldMk cId="180011253" sldId="315"/>
        </pc:sldMkLst>
        <pc:spChg chg="mod">
          <ac:chgData name="Mat Gallehawk" userId="93dd6677-ad92-4f4d-8ebe-555150310a93" providerId="ADAL" clId="{0F848870-0D22-424F-ADCC-97B3941CC5F2}" dt="2023-05-18T03:14:49.742" v="2792" actId="20577"/>
          <ac:spMkLst>
            <pc:docMk/>
            <pc:sldMk cId="180011253" sldId="315"/>
            <ac:spMk id="2" creationId="{83A6DF11-DEC1-8E34-4D13-9820FF7C512C}"/>
          </ac:spMkLst>
        </pc:spChg>
        <pc:spChg chg="mod">
          <ac:chgData name="Mat Gallehawk" userId="93dd6677-ad92-4f4d-8ebe-555150310a93" providerId="ADAL" clId="{0F848870-0D22-424F-ADCC-97B3941CC5F2}" dt="2023-05-22T05:07:45.996" v="8088" actId="20577"/>
          <ac:spMkLst>
            <pc:docMk/>
            <pc:sldMk cId="180011253" sldId="315"/>
            <ac:spMk id="3" creationId="{F41172A2-4CA8-06F1-5759-90B5CD150269}"/>
          </ac:spMkLst>
        </pc:spChg>
        <pc:spChg chg="add mod">
          <ac:chgData name="Mat Gallehawk" userId="93dd6677-ad92-4f4d-8ebe-555150310a93" providerId="ADAL" clId="{0F848870-0D22-424F-ADCC-97B3941CC5F2}" dt="2023-05-22T05:07:38.478" v="8049"/>
          <ac:spMkLst>
            <pc:docMk/>
            <pc:sldMk cId="180011253" sldId="315"/>
            <ac:spMk id="4" creationId="{67D1CA54-2D5E-8F7F-8A24-C737CED4143E}"/>
          </ac:spMkLst>
        </pc:spChg>
        <pc:spChg chg="add mod">
          <ac:chgData name="Mat Gallehawk" userId="93dd6677-ad92-4f4d-8ebe-555150310a93" providerId="ADAL" clId="{0F848870-0D22-424F-ADCC-97B3941CC5F2}" dt="2023-05-18T06:18:07.127" v="3697" actId="108"/>
          <ac:spMkLst>
            <pc:docMk/>
            <pc:sldMk cId="180011253" sldId="315"/>
            <ac:spMk id="5" creationId="{C0012070-C812-2EE0-D5F7-9AFD2AC2AF4B}"/>
          </ac:spMkLst>
        </pc:spChg>
      </pc:sldChg>
      <pc:sldChg chg="addSp delSp modSp new mod ord">
        <pc:chgData name="Mat Gallehawk" userId="93dd6677-ad92-4f4d-8ebe-555150310a93" providerId="ADAL" clId="{0F848870-0D22-424F-ADCC-97B3941CC5F2}" dt="2023-05-22T05:08:21.557" v="8118" actId="20577"/>
        <pc:sldMkLst>
          <pc:docMk/>
          <pc:sldMk cId="2002724009" sldId="316"/>
        </pc:sldMkLst>
        <pc:spChg chg="mod">
          <ac:chgData name="Mat Gallehawk" userId="93dd6677-ad92-4f4d-8ebe-555150310a93" providerId="ADAL" clId="{0F848870-0D22-424F-ADCC-97B3941CC5F2}" dt="2023-05-18T03:26:51.818" v="2939" actId="20577"/>
          <ac:spMkLst>
            <pc:docMk/>
            <pc:sldMk cId="2002724009" sldId="316"/>
            <ac:spMk id="2" creationId="{D524D0BF-F1AF-E87B-CDFC-FF9FE4849B44}"/>
          </ac:spMkLst>
        </pc:spChg>
        <pc:spChg chg="del mod">
          <ac:chgData name="Mat Gallehawk" userId="93dd6677-ad92-4f4d-8ebe-555150310a93" providerId="ADAL" clId="{0F848870-0D22-424F-ADCC-97B3941CC5F2}" dt="2023-05-18T06:19:20.320" v="3698" actId="478"/>
          <ac:spMkLst>
            <pc:docMk/>
            <pc:sldMk cId="2002724009" sldId="316"/>
            <ac:spMk id="3" creationId="{2C2510FE-4F21-207C-4536-E0E439A46F65}"/>
          </ac:spMkLst>
        </pc:spChg>
        <pc:spChg chg="add del mod">
          <ac:chgData name="Mat Gallehawk" userId="93dd6677-ad92-4f4d-8ebe-555150310a93" providerId="ADAL" clId="{0F848870-0D22-424F-ADCC-97B3941CC5F2}" dt="2023-05-18T06:19:25.347" v="3701" actId="478"/>
          <ac:spMkLst>
            <pc:docMk/>
            <pc:sldMk cId="2002724009" sldId="316"/>
            <ac:spMk id="5" creationId="{AFC6D9CB-3F56-1D52-8A9D-D6C7E4EB0F3C}"/>
          </ac:spMkLst>
        </pc:spChg>
        <pc:spChg chg="add del mod">
          <ac:chgData name="Mat Gallehawk" userId="93dd6677-ad92-4f4d-8ebe-555150310a93" providerId="ADAL" clId="{0F848870-0D22-424F-ADCC-97B3941CC5F2}" dt="2023-05-18T06:24:32.196" v="3750" actId="478"/>
          <ac:spMkLst>
            <pc:docMk/>
            <pc:sldMk cId="2002724009" sldId="316"/>
            <ac:spMk id="6" creationId="{B77C1595-936C-CC70-0F5B-AF329AF4ABCA}"/>
          </ac:spMkLst>
        </pc:spChg>
        <pc:graphicFrameChg chg="add mod modGraphic">
          <ac:chgData name="Mat Gallehawk" userId="93dd6677-ad92-4f4d-8ebe-555150310a93" providerId="ADAL" clId="{0F848870-0D22-424F-ADCC-97B3941CC5F2}" dt="2023-05-22T05:08:21.557" v="8118" actId="20577"/>
          <ac:graphicFrameMkLst>
            <pc:docMk/>
            <pc:sldMk cId="2002724009" sldId="316"/>
            <ac:graphicFrameMk id="7" creationId="{602CEB80-8753-340E-6554-43F007E4011C}"/>
          </ac:graphicFrameMkLst>
        </pc:graphicFrameChg>
      </pc:sldChg>
      <pc:sldChg chg="modSp mod">
        <pc:chgData name="Mat Gallehawk" userId="93dd6677-ad92-4f4d-8ebe-555150310a93" providerId="ADAL" clId="{0F848870-0D22-424F-ADCC-97B3941CC5F2}" dt="2023-05-18T03:25:24.082" v="2905" actId="20577"/>
        <pc:sldMkLst>
          <pc:docMk/>
          <pc:sldMk cId="1108084637" sldId="317"/>
        </pc:sldMkLst>
        <pc:spChg chg="mod">
          <ac:chgData name="Mat Gallehawk" userId="93dd6677-ad92-4f4d-8ebe-555150310a93" providerId="ADAL" clId="{0F848870-0D22-424F-ADCC-97B3941CC5F2}" dt="2023-05-18T03:25:24.082" v="2905" actId="20577"/>
          <ac:spMkLst>
            <pc:docMk/>
            <pc:sldMk cId="1108084637" sldId="317"/>
            <ac:spMk id="2" creationId="{00000000-0000-0000-0000-000000000000}"/>
          </ac:spMkLst>
        </pc:spChg>
      </pc:sldChg>
      <pc:sldChg chg="modSp add mod">
        <pc:chgData name="Mat Gallehawk" userId="93dd6677-ad92-4f4d-8ebe-555150310a93" providerId="ADAL" clId="{0F848870-0D22-424F-ADCC-97B3941CC5F2}" dt="2023-05-18T03:25:34.189" v="2909" actId="20577"/>
        <pc:sldMkLst>
          <pc:docMk/>
          <pc:sldMk cId="376353495" sldId="318"/>
        </pc:sldMkLst>
        <pc:spChg chg="mod">
          <ac:chgData name="Mat Gallehawk" userId="93dd6677-ad92-4f4d-8ebe-555150310a93" providerId="ADAL" clId="{0F848870-0D22-424F-ADCC-97B3941CC5F2}" dt="2023-05-18T03:25:34.189" v="2909" actId="20577"/>
          <ac:spMkLst>
            <pc:docMk/>
            <pc:sldMk cId="376353495" sldId="318"/>
            <ac:spMk id="2" creationId="{00000000-0000-0000-0000-000000000000}"/>
          </ac:spMkLst>
        </pc:spChg>
      </pc:sldChg>
      <pc:sldChg chg="modSp add mod">
        <pc:chgData name="Mat Gallehawk" userId="93dd6677-ad92-4f4d-8ebe-555150310a93" providerId="ADAL" clId="{0F848870-0D22-424F-ADCC-97B3941CC5F2}" dt="2023-05-18T03:25:37.709" v="2912" actId="20577"/>
        <pc:sldMkLst>
          <pc:docMk/>
          <pc:sldMk cId="336560490" sldId="319"/>
        </pc:sldMkLst>
        <pc:spChg chg="mod">
          <ac:chgData name="Mat Gallehawk" userId="93dd6677-ad92-4f4d-8ebe-555150310a93" providerId="ADAL" clId="{0F848870-0D22-424F-ADCC-97B3941CC5F2}" dt="2023-05-18T03:25:37.709" v="2912" actId="20577"/>
          <ac:spMkLst>
            <pc:docMk/>
            <pc:sldMk cId="336560490" sldId="319"/>
            <ac:spMk id="2" creationId="{00000000-0000-0000-0000-000000000000}"/>
          </ac:spMkLst>
        </pc:spChg>
      </pc:sldChg>
      <pc:sldChg chg="new del">
        <pc:chgData name="Mat Gallehawk" userId="93dd6677-ad92-4f4d-8ebe-555150310a93" providerId="ADAL" clId="{0F848870-0D22-424F-ADCC-97B3941CC5F2}" dt="2023-05-18T03:27:27.664" v="2946" actId="47"/>
        <pc:sldMkLst>
          <pc:docMk/>
          <pc:sldMk cId="1866038323" sldId="320"/>
        </pc:sldMkLst>
      </pc:sldChg>
      <pc:sldChg chg="modSp add mod">
        <pc:chgData name="Mat Gallehawk" userId="93dd6677-ad92-4f4d-8ebe-555150310a93" providerId="ADAL" clId="{0F848870-0D22-424F-ADCC-97B3941CC5F2}" dt="2023-05-18T07:15:44.068" v="7329"/>
        <pc:sldMkLst>
          <pc:docMk/>
          <pc:sldMk cId="3748186451" sldId="320"/>
        </pc:sldMkLst>
        <pc:spChg chg="mod">
          <ac:chgData name="Mat Gallehawk" userId="93dd6677-ad92-4f4d-8ebe-555150310a93" providerId="ADAL" clId="{0F848870-0D22-424F-ADCC-97B3941CC5F2}" dt="2023-05-18T07:13:52.975" v="7268" actId="20577"/>
          <ac:spMkLst>
            <pc:docMk/>
            <pc:sldMk cId="3748186451" sldId="320"/>
            <ac:spMk id="2" creationId="{D524D0BF-F1AF-E87B-CDFC-FF9FE4849B44}"/>
          </ac:spMkLst>
        </pc:spChg>
        <pc:graphicFrameChg chg="mod modGraphic">
          <ac:chgData name="Mat Gallehawk" userId="93dd6677-ad92-4f4d-8ebe-555150310a93" providerId="ADAL" clId="{0F848870-0D22-424F-ADCC-97B3941CC5F2}" dt="2023-05-18T07:15:44.068" v="7329"/>
          <ac:graphicFrameMkLst>
            <pc:docMk/>
            <pc:sldMk cId="3748186451" sldId="320"/>
            <ac:graphicFrameMk id="7" creationId="{602CEB80-8753-340E-6554-43F007E4011C}"/>
          </ac:graphicFrameMkLst>
        </pc:graphicFrameChg>
      </pc:sldChg>
      <pc:sldChg chg="delSp modSp add mod">
        <pc:chgData name="Mat Gallehawk" userId="93dd6677-ad92-4f4d-8ebe-555150310a93" providerId="ADAL" clId="{0F848870-0D22-424F-ADCC-97B3941CC5F2}" dt="2023-05-19T02:59:09.710" v="7939"/>
        <pc:sldMkLst>
          <pc:docMk/>
          <pc:sldMk cId="4022783276" sldId="321"/>
        </pc:sldMkLst>
        <pc:spChg chg="mod">
          <ac:chgData name="Mat Gallehawk" userId="93dd6677-ad92-4f4d-8ebe-555150310a93" providerId="ADAL" clId="{0F848870-0D22-424F-ADCC-97B3941CC5F2}" dt="2023-05-19T00:21:15.497" v="7646" actId="20577"/>
          <ac:spMkLst>
            <pc:docMk/>
            <pc:sldMk cId="4022783276" sldId="321"/>
            <ac:spMk id="2" creationId="{963D4EBB-8A87-C4FF-1A14-35CC9D27C9B8}"/>
          </ac:spMkLst>
        </pc:spChg>
        <pc:spChg chg="del">
          <ac:chgData name="Mat Gallehawk" userId="93dd6677-ad92-4f4d-8ebe-555150310a93" providerId="ADAL" clId="{0F848870-0D22-424F-ADCC-97B3941CC5F2}" dt="2023-05-19T00:21:25.056" v="7648" actId="478"/>
          <ac:spMkLst>
            <pc:docMk/>
            <pc:sldMk cId="4022783276" sldId="321"/>
            <ac:spMk id="17" creationId="{5E4BC54A-3411-16C6-6E73-49AACA3537BF}"/>
          </ac:spMkLst>
        </pc:spChg>
        <pc:spChg chg="mod">
          <ac:chgData name="Mat Gallehawk" userId="93dd6677-ad92-4f4d-8ebe-555150310a93" providerId="ADAL" clId="{0F848870-0D22-424F-ADCC-97B3941CC5F2}" dt="2023-05-19T00:21:39.786" v="7652" actId="1076"/>
          <ac:spMkLst>
            <pc:docMk/>
            <pc:sldMk cId="4022783276" sldId="321"/>
            <ac:spMk id="18" creationId="{D9593D28-E73D-1025-797A-E23104191876}"/>
          </ac:spMkLst>
        </pc:spChg>
        <pc:graphicFrameChg chg="del">
          <ac:chgData name="Mat Gallehawk" userId="93dd6677-ad92-4f4d-8ebe-555150310a93" providerId="ADAL" clId="{0F848870-0D22-424F-ADCC-97B3941CC5F2}" dt="2023-05-19T00:21:22.154" v="7647" actId="478"/>
          <ac:graphicFrameMkLst>
            <pc:docMk/>
            <pc:sldMk cId="4022783276" sldId="321"/>
            <ac:graphicFrameMk id="5" creationId="{1E4AF28A-175E-1E08-E442-4459C3591FE7}"/>
          </ac:graphicFrameMkLst>
        </pc:graphicFrameChg>
        <pc:graphicFrameChg chg="mod modGraphic">
          <ac:chgData name="Mat Gallehawk" userId="93dd6677-ad92-4f4d-8ebe-555150310a93" providerId="ADAL" clId="{0F848870-0D22-424F-ADCC-97B3941CC5F2}" dt="2023-05-19T02:52:35.904" v="7799" actId="2165"/>
          <ac:graphicFrameMkLst>
            <pc:docMk/>
            <pc:sldMk cId="4022783276" sldId="321"/>
            <ac:graphicFrameMk id="11" creationId="{254AF10D-AFFE-A541-2C14-2D7A7185ED57}"/>
          </ac:graphicFrameMkLst>
        </pc:graphicFrameChg>
        <pc:graphicFrameChg chg="mod modGraphic">
          <ac:chgData name="Mat Gallehawk" userId="93dd6677-ad92-4f4d-8ebe-555150310a93" providerId="ADAL" clId="{0F848870-0D22-424F-ADCC-97B3941CC5F2}" dt="2023-05-19T02:59:09.710" v="7939"/>
          <ac:graphicFrameMkLst>
            <pc:docMk/>
            <pc:sldMk cId="4022783276" sldId="321"/>
            <ac:graphicFrameMk id="16" creationId="{77F26825-4F0C-BBCE-60FA-A033540D0A6B}"/>
          </ac:graphicFrameMkLst>
        </pc:graphicFrameChg>
      </pc:sldChg>
      <pc:sldChg chg="addSp delSp modSp add mod">
        <pc:chgData name="Mat Gallehawk" userId="93dd6677-ad92-4f4d-8ebe-555150310a93" providerId="ADAL" clId="{0F848870-0D22-424F-ADCC-97B3941CC5F2}" dt="2023-05-19T03:01:34.552" v="8028" actId="478"/>
        <pc:sldMkLst>
          <pc:docMk/>
          <pc:sldMk cId="742458779" sldId="322"/>
        </pc:sldMkLst>
        <pc:spChg chg="mod">
          <ac:chgData name="Mat Gallehawk" userId="93dd6677-ad92-4f4d-8ebe-555150310a93" providerId="ADAL" clId="{0F848870-0D22-424F-ADCC-97B3941CC5F2}" dt="2023-05-19T03:00:24.175" v="7973" actId="14100"/>
          <ac:spMkLst>
            <pc:docMk/>
            <pc:sldMk cId="742458779" sldId="322"/>
            <ac:spMk id="3" creationId="{D9DEF05F-B563-912F-981E-5FE7127B601E}"/>
          </ac:spMkLst>
        </pc:spChg>
        <pc:spChg chg="add del mod">
          <ac:chgData name="Mat Gallehawk" userId="93dd6677-ad92-4f4d-8ebe-555150310a93" providerId="ADAL" clId="{0F848870-0D22-424F-ADCC-97B3941CC5F2}" dt="2023-05-19T03:01:34.552" v="8028" actId="478"/>
          <ac:spMkLst>
            <pc:docMk/>
            <pc:sldMk cId="742458779" sldId="322"/>
            <ac:spMk id="4" creationId="{1C36742E-8618-1841-587D-F1D5084DC1EF}"/>
          </ac:spMkLst>
        </pc:spChg>
        <pc:spChg chg="del">
          <ac:chgData name="Mat Gallehawk" userId="93dd6677-ad92-4f4d-8ebe-555150310a93" providerId="ADAL" clId="{0F848870-0D22-424F-ADCC-97B3941CC5F2}" dt="2023-05-19T03:00:31.880" v="7974" actId="478"/>
          <ac:spMkLst>
            <pc:docMk/>
            <pc:sldMk cId="742458779" sldId="322"/>
            <ac:spMk id="5" creationId="{9FAD8926-9A85-D9AE-4A7E-4DEDC22EE4F2}"/>
          </ac:spMkLst>
        </pc:spChg>
        <pc:spChg chg="mod">
          <ac:chgData name="Mat Gallehawk" userId="93dd6677-ad92-4f4d-8ebe-555150310a93" providerId="ADAL" clId="{0F848870-0D22-424F-ADCC-97B3941CC5F2}" dt="2023-05-19T03:00:44.263" v="7976" actId="1076"/>
          <ac:spMkLst>
            <pc:docMk/>
            <pc:sldMk cId="742458779" sldId="322"/>
            <ac:spMk id="6" creationId="{F9F86251-57D1-D117-6BEA-03E38E9C0F0A}"/>
          </ac:spMkLst>
        </pc:spChg>
        <pc:spChg chg="del">
          <ac:chgData name="Mat Gallehawk" userId="93dd6677-ad92-4f4d-8ebe-555150310a93" providerId="ADAL" clId="{0F848870-0D22-424F-ADCC-97B3941CC5F2}" dt="2023-05-19T03:00:34.838" v="7975" actId="478"/>
          <ac:spMkLst>
            <pc:docMk/>
            <pc:sldMk cId="742458779" sldId="322"/>
            <ac:spMk id="7" creationId="{3DAFFBA2-A75A-DCDF-0364-7D2D078BA1E4}"/>
          </ac:spMkLst>
        </pc:spChg>
      </pc:sldChg>
      <pc:sldChg chg="modSp add mod">
        <pc:chgData name="Mat Gallehawk" userId="93dd6677-ad92-4f4d-8ebe-555150310a93" providerId="ADAL" clId="{0F848870-0D22-424F-ADCC-97B3941CC5F2}" dt="2023-05-19T03:02:39.508" v="8046" actId="6549"/>
        <pc:sldMkLst>
          <pc:docMk/>
          <pc:sldMk cId="3188703439" sldId="323"/>
        </pc:sldMkLst>
        <pc:spChg chg="mod">
          <ac:chgData name="Mat Gallehawk" userId="93dd6677-ad92-4f4d-8ebe-555150310a93" providerId="ADAL" clId="{0F848870-0D22-424F-ADCC-97B3941CC5F2}" dt="2023-05-19T03:02:39.508" v="8046" actId="6549"/>
          <ac:spMkLst>
            <pc:docMk/>
            <pc:sldMk cId="3188703439" sldId="323"/>
            <ac:spMk id="3" creationId="{DD5680BF-550F-BCA3-F71C-B9453CA0D613}"/>
          </ac:spMkLst>
        </pc:spChg>
      </pc:sldChg>
      <pc:sldChg chg="add">
        <pc:chgData name="Mat Gallehawk" userId="93dd6677-ad92-4f4d-8ebe-555150310a93" providerId="ADAL" clId="{0F848870-0D22-424F-ADCC-97B3941CC5F2}" dt="2023-05-19T00:19:45.576" v="7644"/>
        <pc:sldMkLst>
          <pc:docMk/>
          <pc:sldMk cId="1265775343" sldId="324"/>
        </pc:sldMkLst>
      </pc:sldChg>
      <pc:sldChg chg="add">
        <pc:chgData name="Mat Gallehawk" userId="93dd6677-ad92-4f4d-8ebe-555150310a93" providerId="ADAL" clId="{0F848870-0D22-424F-ADCC-97B3941CC5F2}" dt="2023-05-19T00:19:45.576" v="7644"/>
        <pc:sldMkLst>
          <pc:docMk/>
          <pc:sldMk cId="533441356" sldId="325"/>
        </pc:sldMkLst>
      </pc:sldChg>
      <pc:sldChg chg="add">
        <pc:chgData name="Mat Gallehawk" userId="93dd6677-ad92-4f4d-8ebe-555150310a93" providerId="ADAL" clId="{0F848870-0D22-424F-ADCC-97B3941CC5F2}" dt="2023-05-19T00:19:45.576" v="7644"/>
        <pc:sldMkLst>
          <pc:docMk/>
          <pc:sldMk cId="3767788811" sldId="326"/>
        </pc:sldMkLst>
      </pc:sldChg>
      <pc:sldChg chg="add">
        <pc:chgData name="Mat Gallehawk" userId="93dd6677-ad92-4f4d-8ebe-555150310a93" providerId="ADAL" clId="{0F848870-0D22-424F-ADCC-97B3941CC5F2}" dt="2023-05-19T00:19:45.576" v="7644"/>
        <pc:sldMkLst>
          <pc:docMk/>
          <pc:sldMk cId="3492986538" sldId="327"/>
        </pc:sldMkLst>
      </pc:sldChg>
    </pc:docChg>
  </pc:docChgLst>
  <pc:docChgLst>
    <pc:chgData name="Mat Gallehawk" userId="93dd6677-ad92-4f4d-8ebe-555150310a93" providerId="ADAL" clId="{DEFE6E80-5816-4C09-89E1-911E3CCCB27D}"/>
    <pc:docChg chg="undo custSel addSld delSld modSld">
      <pc:chgData name="Mat Gallehawk" userId="93dd6677-ad92-4f4d-8ebe-555150310a93" providerId="ADAL" clId="{DEFE6E80-5816-4C09-89E1-911E3CCCB27D}" dt="2023-05-17T03:03:07.749" v="2345" actId="14100"/>
      <pc:docMkLst>
        <pc:docMk/>
      </pc:docMkLst>
      <pc:sldChg chg="add del">
        <pc:chgData name="Mat Gallehawk" userId="93dd6677-ad92-4f4d-8ebe-555150310a93" providerId="ADAL" clId="{DEFE6E80-5816-4C09-89E1-911E3CCCB27D}" dt="2023-05-17T02:01:56.868" v="2274" actId="47"/>
        <pc:sldMkLst>
          <pc:docMk/>
          <pc:sldMk cId="0" sldId="287"/>
        </pc:sldMkLst>
      </pc:sldChg>
      <pc:sldChg chg="modSp add mod">
        <pc:chgData name="Mat Gallehawk" userId="93dd6677-ad92-4f4d-8ebe-555150310a93" providerId="ADAL" clId="{DEFE6E80-5816-4C09-89E1-911E3CCCB27D}" dt="2023-05-17T00:43:24.202" v="75" actId="20577"/>
        <pc:sldMkLst>
          <pc:docMk/>
          <pc:sldMk cId="0" sldId="288"/>
        </pc:sldMkLst>
        <pc:spChg chg="mod">
          <ac:chgData name="Mat Gallehawk" userId="93dd6677-ad92-4f4d-8ebe-555150310a93" providerId="ADAL" clId="{DEFE6E80-5816-4C09-89E1-911E3CCCB27D}" dt="2023-05-17T00:43:24.202" v="75" actId="20577"/>
          <ac:spMkLst>
            <pc:docMk/>
            <pc:sldMk cId="0" sldId="288"/>
            <ac:spMk id="2" creationId="{00000000-0000-0000-0000-000000000000}"/>
          </ac:spMkLst>
        </pc:spChg>
      </pc:sldChg>
      <pc:sldChg chg="add del">
        <pc:chgData name="Mat Gallehawk" userId="93dd6677-ad92-4f4d-8ebe-555150310a93" providerId="ADAL" clId="{DEFE6E80-5816-4C09-89E1-911E3CCCB27D}" dt="2023-05-17T02:01:57.049" v="2275" actId="47"/>
        <pc:sldMkLst>
          <pc:docMk/>
          <pc:sldMk cId="0" sldId="296"/>
        </pc:sldMkLst>
      </pc:sldChg>
      <pc:sldChg chg="add del">
        <pc:chgData name="Mat Gallehawk" userId="93dd6677-ad92-4f4d-8ebe-555150310a93" providerId="ADAL" clId="{DEFE6E80-5816-4C09-89E1-911E3CCCB27D}" dt="2023-05-17T01:52:22.461" v="2239" actId="47"/>
        <pc:sldMkLst>
          <pc:docMk/>
          <pc:sldMk cId="3065177915" sldId="298"/>
        </pc:sldMkLst>
      </pc:sldChg>
      <pc:sldChg chg="add del">
        <pc:chgData name="Mat Gallehawk" userId="93dd6677-ad92-4f4d-8ebe-555150310a93" providerId="ADAL" clId="{DEFE6E80-5816-4C09-89E1-911E3CCCB27D}" dt="2023-05-17T01:52:21.166" v="2238" actId="47"/>
        <pc:sldMkLst>
          <pc:docMk/>
          <pc:sldMk cId="1127433969" sldId="299"/>
        </pc:sldMkLst>
      </pc:sldChg>
      <pc:sldChg chg="add del">
        <pc:chgData name="Mat Gallehawk" userId="93dd6677-ad92-4f4d-8ebe-555150310a93" providerId="ADAL" clId="{DEFE6E80-5816-4C09-89E1-911E3CCCB27D}" dt="2023-05-17T00:44:20.222" v="79" actId="47"/>
        <pc:sldMkLst>
          <pc:docMk/>
          <pc:sldMk cId="1547886378" sldId="300"/>
        </pc:sldMkLst>
      </pc:sldChg>
      <pc:sldChg chg="add del">
        <pc:chgData name="Mat Gallehawk" userId="93dd6677-ad92-4f4d-8ebe-555150310a93" providerId="ADAL" clId="{DEFE6E80-5816-4C09-89E1-911E3CCCB27D}" dt="2023-05-17T00:43:43.252" v="76" actId="47"/>
        <pc:sldMkLst>
          <pc:docMk/>
          <pc:sldMk cId="1168340954" sldId="301"/>
        </pc:sldMkLst>
      </pc:sldChg>
      <pc:sldChg chg="add del">
        <pc:chgData name="Mat Gallehawk" userId="93dd6677-ad92-4f4d-8ebe-555150310a93" providerId="ADAL" clId="{DEFE6E80-5816-4C09-89E1-911E3CCCB27D}" dt="2023-05-17T00:43:49.105" v="77" actId="47"/>
        <pc:sldMkLst>
          <pc:docMk/>
          <pc:sldMk cId="3959686649" sldId="302"/>
        </pc:sldMkLst>
      </pc:sldChg>
      <pc:sldChg chg="add del">
        <pc:chgData name="Mat Gallehawk" userId="93dd6677-ad92-4f4d-8ebe-555150310a93" providerId="ADAL" clId="{DEFE6E80-5816-4C09-89E1-911E3CCCB27D}" dt="2023-05-17T00:43:55.502" v="78" actId="47"/>
        <pc:sldMkLst>
          <pc:docMk/>
          <pc:sldMk cId="3923152245" sldId="303"/>
        </pc:sldMkLst>
      </pc:sldChg>
      <pc:sldChg chg="add del">
        <pc:chgData name="Mat Gallehawk" userId="93dd6677-ad92-4f4d-8ebe-555150310a93" providerId="ADAL" clId="{DEFE6E80-5816-4C09-89E1-911E3CCCB27D}" dt="2023-05-17T00:43:49.105" v="77" actId="47"/>
        <pc:sldMkLst>
          <pc:docMk/>
          <pc:sldMk cId="2717423847" sldId="305"/>
        </pc:sldMkLst>
      </pc:sldChg>
      <pc:sldChg chg="addSp delSp modSp add mod">
        <pc:chgData name="Mat Gallehawk" userId="93dd6677-ad92-4f4d-8ebe-555150310a93" providerId="ADAL" clId="{DEFE6E80-5816-4C09-89E1-911E3CCCB27D}" dt="2023-05-17T03:03:07.749" v="2345" actId="14100"/>
        <pc:sldMkLst>
          <pc:docMk/>
          <pc:sldMk cId="1848934207" sldId="306"/>
        </pc:sldMkLst>
        <pc:spChg chg="del mod">
          <ac:chgData name="Mat Gallehawk" userId="93dd6677-ad92-4f4d-8ebe-555150310a93" providerId="ADAL" clId="{DEFE6E80-5816-4C09-89E1-911E3CCCB27D}" dt="2023-05-17T00:45:40.204" v="103" actId="478"/>
          <ac:spMkLst>
            <pc:docMk/>
            <pc:sldMk cId="1848934207" sldId="306"/>
            <ac:spMk id="2" creationId="{C4A9B6BB-8D1C-FADB-3CE1-13049044FECD}"/>
          </ac:spMkLst>
        </pc:spChg>
        <pc:spChg chg="add del mod">
          <ac:chgData name="Mat Gallehawk" userId="93dd6677-ad92-4f4d-8ebe-555150310a93" providerId="ADAL" clId="{DEFE6E80-5816-4C09-89E1-911E3CCCB27D}" dt="2023-05-17T00:45:46.711" v="105" actId="478"/>
          <ac:spMkLst>
            <pc:docMk/>
            <pc:sldMk cId="1848934207" sldId="306"/>
            <ac:spMk id="4" creationId="{28D98329-3525-31F1-32D0-253EAF754AB6}"/>
          </ac:spMkLst>
        </pc:spChg>
        <pc:spChg chg="mod">
          <ac:chgData name="Mat Gallehawk" userId="93dd6677-ad92-4f4d-8ebe-555150310a93" providerId="ADAL" clId="{DEFE6E80-5816-4C09-89E1-911E3CCCB27D}" dt="2023-05-17T03:02:17.685" v="2335" actId="14100"/>
          <ac:spMkLst>
            <pc:docMk/>
            <pc:sldMk cId="1848934207" sldId="306"/>
            <ac:spMk id="17" creationId="{5E4BC54A-3411-16C6-6E73-49AACA3537BF}"/>
          </ac:spMkLst>
        </pc:spChg>
        <pc:spChg chg="mod">
          <ac:chgData name="Mat Gallehawk" userId="93dd6677-ad92-4f4d-8ebe-555150310a93" providerId="ADAL" clId="{DEFE6E80-5816-4C09-89E1-911E3CCCB27D}" dt="2023-05-17T03:02:15.164" v="2334" actId="14100"/>
          <ac:spMkLst>
            <pc:docMk/>
            <pc:sldMk cId="1848934207" sldId="306"/>
            <ac:spMk id="18" creationId="{D9593D28-E73D-1025-797A-E23104191876}"/>
          </ac:spMkLst>
        </pc:spChg>
        <pc:spChg chg="mod">
          <ac:chgData name="Mat Gallehawk" userId="93dd6677-ad92-4f4d-8ebe-555150310a93" providerId="ADAL" clId="{DEFE6E80-5816-4C09-89E1-911E3CCCB27D}" dt="2023-05-17T03:03:07.749" v="2345" actId="14100"/>
          <ac:spMkLst>
            <pc:docMk/>
            <pc:sldMk cId="1848934207" sldId="306"/>
            <ac:spMk id="19" creationId="{04037CCD-C843-A0DE-288D-95067385FA82}"/>
          </ac:spMkLst>
        </pc:spChg>
        <pc:spChg chg="mod">
          <ac:chgData name="Mat Gallehawk" userId="93dd6677-ad92-4f4d-8ebe-555150310a93" providerId="ADAL" clId="{DEFE6E80-5816-4C09-89E1-911E3CCCB27D}" dt="2023-05-17T03:02:59.501" v="2342" actId="14100"/>
          <ac:spMkLst>
            <pc:docMk/>
            <pc:sldMk cId="1848934207" sldId="306"/>
            <ac:spMk id="20" creationId="{BBF6417A-B193-9E67-37B8-A56C98A08F88}"/>
          </ac:spMkLst>
        </pc:spChg>
        <pc:graphicFrameChg chg="mod">
          <ac:chgData name="Mat Gallehawk" userId="93dd6677-ad92-4f4d-8ebe-555150310a93" providerId="ADAL" clId="{DEFE6E80-5816-4C09-89E1-911E3CCCB27D}" dt="2023-05-17T02:51:39.295" v="2284" actId="1076"/>
          <ac:graphicFrameMkLst>
            <pc:docMk/>
            <pc:sldMk cId="1848934207" sldId="306"/>
            <ac:graphicFrameMk id="5" creationId="{1E4AF28A-175E-1E08-E442-4459C3591FE7}"/>
          </ac:graphicFrameMkLst>
        </pc:graphicFrameChg>
        <pc:graphicFrameChg chg="mod">
          <ac:chgData name="Mat Gallehawk" userId="93dd6677-ad92-4f4d-8ebe-555150310a93" providerId="ADAL" clId="{DEFE6E80-5816-4C09-89E1-911E3CCCB27D}" dt="2023-05-17T02:51:43.580" v="2285" actId="1076"/>
          <ac:graphicFrameMkLst>
            <pc:docMk/>
            <pc:sldMk cId="1848934207" sldId="306"/>
            <ac:graphicFrameMk id="11" creationId="{254AF10D-AFFE-A541-2C14-2D7A7185ED57}"/>
          </ac:graphicFrameMkLst>
        </pc:graphicFrameChg>
        <pc:graphicFrameChg chg="mod">
          <ac:chgData name="Mat Gallehawk" userId="93dd6677-ad92-4f4d-8ebe-555150310a93" providerId="ADAL" clId="{DEFE6E80-5816-4C09-89E1-911E3CCCB27D}" dt="2023-05-17T03:02:26.417" v="2336" actId="1076"/>
          <ac:graphicFrameMkLst>
            <pc:docMk/>
            <pc:sldMk cId="1848934207" sldId="306"/>
            <ac:graphicFrameMk id="13" creationId="{7180A945-44A9-9BE4-1F1A-D0E4E4487B73}"/>
          </ac:graphicFrameMkLst>
        </pc:graphicFrameChg>
        <pc:graphicFrameChg chg="mod">
          <ac:chgData name="Mat Gallehawk" userId="93dd6677-ad92-4f4d-8ebe-555150310a93" providerId="ADAL" clId="{DEFE6E80-5816-4C09-89E1-911E3CCCB27D}" dt="2023-05-17T03:02:53.522" v="2340" actId="1076"/>
          <ac:graphicFrameMkLst>
            <pc:docMk/>
            <pc:sldMk cId="1848934207" sldId="306"/>
            <ac:graphicFrameMk id="15" creationId="{6E039EB7-2774-1AC2-7A5D-379389ABA848}"/>
          </ac:graphicFrameMkLst>
        </pc:graphicFrameChg>
        <pc:graphicFrameChg chg="mod modGraphic">
          <ac:chgData name="Mat Gallehawk" userId="93dd6677-ad92-4f4d-8ebe-555150310a93" providerId="ADAL" clId="{DEFE6E80-5816-4C09-89E1-911E3CCCB27D}" dt="2023-05-17T03:02:48.269" v="2339" actId="14100"/>
          <ac:graphicFrameMkLst>
            <pc:docMk/>
            <pc:sldMk cId="1848934207" sldId="306"/>
            <ac:graphicFrameMk id="16" creationId="{77F26825-4F0C-BBCE-60FA-A033540D0A6B}"/>
          </ac:graphicFrameMkLst>
        </pc:graphicFrameChg>
      </pc:sldChg>
      <pc:sldChg chg="addSp delSp modSp add mod">
        <pc:chgData name="Mat Gallehawk" userId="93dd6677-ad92-4f4d-8ebe-555150310a93" providerId="ADAL" clId="{DEFE6E80-5816-4C09-89E1-911E3CCCB27D}" dt="2023-05-17T00:50:48.461" v="174" actId="20577"/>
        <pc:sldMkLst>
          <pc:docMk/>
          <pc:sldMk cId="1864291358" sldId="307"/>
        </pc:sldMkLst>
        <pc:spChg chg="del">
          <ac:chgData name="Mat Gallehawk" userId="93dd6677-ad92-4f4d-8ebe-555150310a93" providerId="ADAL" clId="{DEFE6E80-5816-4C09-89E1-911E3CCCB27D}" dt="2023-05-17T00:44:27.152" v="80" actId="478"/>
          <ac:spMkLst>
            <pc:docMk/>
            <pc:sldMk cId="1864291358" sldId="307"/>
            <ac:spMk id="2" creationId="{3F3656BC-D39B-5EA6-5B9F-BBA3A5B9BC40}"/>
          </ac:spMkLst>
        </pc:spChg>
        <pc:spChg chg="del mod">
          <ac:chgData name="Mat Gallehawk" userId="93dd6677-ad92-4f4d-8ebe-555150310a93" providerId="ADAL" clId="{DEFE6E80-5816-4C09-89E1-911E3CCCB27D}" dt="2023-05-17T00:48:05.662" v="129" actId="478"/>
          <ac:spMkLst>
            <pc:docMk/>
            <pc:sldMk cId="1864291358" sldId="307"/>
            <ac:spMk id="4" creationId="{0F0BA36A-BA33-8942-0DE3-92FFEC601D9B}"/>
          </ac:spMkLst>
        </pc:spChg>
        <pc:spChg chg="add mod">
          <ac:chgData name="Mat Gallehawk" userId="93dd6677-ad92-4f4d-8ebe-555150310a93" providerId="ADAL" clId="{DEFE6E80-5816-4C09-89E1-911E3CCCB27D}" dt="2023-05-17T00:47:44.983" v="127" actId="20577"/>
          <ac:spMkLst>
            <pc:docMk/>
            <pc:sldMk cId="1864291358" sldId="307"/>
            <ac:spMk id="5" creationId="{D772D659-59C3-5C3C-B9DB-9105C3708E9E}"/>
          </ac:spMkLst>
        </pc:spChg>
        <pc:graphicFrameChg chg="mod modGraphic">
          <ac:chgData name="Mat Gallehawk" userId="93dd6677-ad92-4f4d-8ebe-555150310a93" providerId="ADAL" clId="{DEFE6E80-5816-4C09-89E1-911E3CCCB27D}" dt="2023-05-17T00:50:48.461" v="174" actId="20577"/>
          <ac:graphicFrameMkLst>
            <pc:docMk/>
            <pc:sldMk cId="1864291358" sldId="307"/>
            <ac:graphicFrameMk id="6" creationId="{4FE08517-C0A5-0F2E-3C31-45311EA025BD}"/>
          </ac:graphicFrameMkLst>
        </pc:graphicFrameChg>
      </pc:sldChg>
      <pc:sldChg chg="modSp add mod">
        <pc:chgData name="Mat Gallehawk" userId="93dd6677-ad92-4f4d-8ebe-555150310a93" providerId="ADAL" clId="{DEFE6E80-5816-4C09-89E1-911E3CCCB27D}" dt="2023-05-17T00:44:41.219" v="89" actId="20577"/>
        <pc:sldMkLst>
          <pc:docMk/>
          <pc:sldMk cId="3392318596" sldId="308"/>
        </pc:sldMkLst>
        <pc:spChg chg="mod">
          <ac:chgData name="Mat Gallehawk" userId="93dd6677-ad92-4f4d-8ebe-555150310a93" providerId="ADAL" clId="{DEFE6E80-5816-4C09-89E1-911E3CCCB27D}" dt="2023-05-17T00:44:41.219" v="89" actId="20577"/>
          <ac:spMkLst>
            <pc:docMk/>
            <pc:sldMk cId="3392318596" sldId="308"/>
            <ac:spMk id="2" creationId="{E8E4C27A-6732-40CA-A266-9CE2586D5CB2}"/>
          </ac:spMkLst>
        </pc:spChg>
      </pc:sldChg>
      <pc:sldChg chg="modSp add mod">
        <pc:chgData name="Mat Gallehawk" userId="93dd6677-ad92-4f4d-8ebe-555150310a93" providerId="ADAL" clId="{DEFE6E80-5816-4C09-89E1-911E3CCCB27D}" dt="2023-05-17T00:48:50.804" v="139" actId="14100"/>
        <pc:sldMkLst>
          <pc:docMk/>
          <pc:sldMk cId="4142188576" sldId="309"/>
        </pc:sldMkLst>
        <pc:spChg chg="mod">
          <ac:chgData name="Mat Gallehawk" userId="93dd6677-ad92-4f4d-8ebe-555150310a93" providerId="ADAL" clId="{DEFE6E80-5816-4C09-89E1-911E3CCCB27D}" dt="2023-05-17T00:48:43.409" v="137" actId="1076"/>
          <ac:spMkLst>
            <pc:docMk/>
            <pc:sldMk cId="4142188576" sldId="309"/>
            <ac:spMk id="3" creationId="{C4AB7070-1AB2-189D-9056-23A83CB6C1AD}"/>
          </ac:spMkLst>
        </pc:spChg>
        <pc:graphicFrameChg chg="mod modGraphic">
          <ac:chgData name="Mat Gallehawk" userId="93dd6677-ad92-4f4d-8ebe-555150310a93" providerId="ADAL" clId="{DEFE6E80-5816-4C09-89E1-911E3CCCB27D}" dt="2023-05-17T00:48:50.804" v="139" actId="14100"/>
          <ac:graphicFrameMkLst>
            <pc:docMk/>
            <pc:sldMk cId="4142188576" sldId="309"/>
            <ac:graphicFrameMk id="4" creationId="{29666C4F-9C00-D7B0-A007-CA414DB1D327}"/>
          </ac:graphicFrameMkLst>
        </pc:graphicFrameChg>
      </pc:sldChg>
      <pc:sldChg chg="modSp add mod">
        <pc:chgData name="Mat Gallehawk" userId="93dd6677-ad92-4f4d-8ebe-555150310a93" providerId="ADAL" clId="{DEFE6E80-5816-4C09-89E1-911E3CCCB27D}" dt="2023-05-17T01:55:39.074" v="2251" actId="20577"/>
        <pc:sldMkLst>
          <pc:docMk/>
          <pc:sldMk cId="1384024646" sldId="310"/>
        </pc:sldMkLst>
        <pc:spChg chg="mod">
          <ac:chgData name="Mat Gallehawk" userId="93dd6677-ad92-4f4d-8ebe-555150310a93" providerId="ADAL" clId="{DEFE6E80-5816-4C09-89E1-911E3CCCB27D}" dt="2023-05-17T01:55:39.074" v="2251" actId="20577"/>
          <ac:spMkLst>
            <pc:docMk/>
            <pc:sldMk cId="1384024646" sldId="310"/>
            <ac:spMk id="2" creationId="{128963CC-9BE5-5588-DC9B-EF06C170F8D2}"/>
          </ac:spMkLst>
        </pc:spChg>
        <pc:spChg chg="mod">
          <ac:chgData name="Mat Gallehawk" userId="93dd6677-ad92-4f4d-8ebe-555150310a93" providerId="ADAL" clId="{DEFE6E80-5816-4C09-89E1-911E3CCCB27D}" dt="2023-05-17T01:55:12.446" v="2245" actId="14100"/>
          <ac:spMkLst>
            <pc:docMk/>
            <pc:sldMk cId="1384024646" sldId="310"/>
            <ac:spMk id="3" creationId="{D9DEF05F-B563-912F-981E-5FE7127B601E}"/>
          </ac:spMkLst>
        </pc:spChg>
        <pc:spChg chg="mod">
          <ac:chgData name="Mat Gallehawk" userId="93dd6677-ad92-4f4d-8ebe-555150310a93" providerId="ADAL" clId="{DEFE6E80-5816-4C09-89E1-911E3CCCB27D}" dt="2023-05-17T01:55:15.707" v="2246" actId="14100"/>
          <ac:spMkLst>
            <pc:docMk/>
            <pc:sldMk cId="1384024646" sldId="310"/>
            <ac:spMk id="5" creationId="{9FAD8926-9A85-D9AE-4A7E-4DEDC22EE4F2}"/>
          </ac:spMkLst>
        </pc:spChg>
        <pc:spChg chg="mod">
          <ac:chgData name="Mat Gallehawk" userId="93dd6677-ad92-4f4d-8ebe-555150310a93" providerId="ADAL" clId="{DEFE6E80-5816-4C09-89E1-911E3CCCB27D}" dt="2023-05-17T01:55:32.603" v="2249" actId="1076"/>
          <ac:spMkLst>
            <pc:docMk/>
            <pc:sldMk cId="1384024646" sldId="310"/>
            <ac:spMk id="6" creationId="{F9F86251-57D1-D117-6BEA-03E38E9C0F0A}"/>
          </ac:spMkLst>
        </pc:spChg>
        <pc:spChg chg="mod">
          <ac:chgData name="Mat Gallehawk" userId="93dd6677-ad92-4f4d-8ebe-555150310a93" providerId="ADAL" clId="{DEFE6E80-5816-4C09-89E1-911E3CCCB27D}" dt="2023-05-17T01:55:24.036" v="2248" actId="14100"/>
          <ac:spMkLst>
            <pc:docMk/>
            <pc:sldMk cId="1384024646" sldId="310"/>
            <ac:spMk id="7" creationId="{3DAFFBA2-A75A-DCDF-0364-7D2D078BA1E4}"/>
          </ac:spMkLst>
        </pc:spChg>
      </pc:sldChg>
      <pc:sldChg chg="modSp add mod">
        <pc:chgData name="Mat Gallehawk" userId="93dd6677-ad92-4f4d-8ebe-555150310a93" providerId="ADAL" clId="{DEFE6E80-5816-4C09-89E1-911E3CCCB27D}" dt="2023-05-17T01:58:09.380" v="2263" actId="403"/>
        <pc:sldMkLst>
          <pc:docMk/>
          <pc:sldMk cId="1242019225" sldId="311"/>
        </pc:sldMkLst>
        <pc:spChg chg="mod">
          <ac:chgData name="Mat Gallehawk" userId="93dd6677-ad92-4f4d-8ebe-555150310a93" providerId="ADAL" clId="{DEFE6E80-5816-4C09-89E1-911E3CCCB27D}" dt="2023-05-17T01:57:27.362" v="2253" actId="14100"/>
          <ac:spMkLst>
            <pc:docMk/>
            <pc:sldMk cId="1242019225" sldId="311"/>
            <ac:spMk id="5" creationId="{BE6DA456-DAA5-432A-524E-8B8CE8AFCAC0}"/>
          </ac:spMkLst>
        </pc:spChg>
        <pc:spChg chg="mod">
          <ac:chgData name="Mat Gallehawk" userId="93dd6677-ad92-4f4d-8ebe-555150310a93" providerId="ADAL" clId="{DEFE6E80-5816-4C09-89E1-911E3CCCB27D}" dt="2023-05-17T01:57:55.147" v="2259" actId="14100"/>
          <ac:spMkLst>
            <pc:docMk/>
            <pc:sldMk cId="1242019225" sldId="311"/>
            <ac:spMk id="6" creationId="{7BB18AD0-0F6E-AA0B-E22C-84D74B024669}"/>
          </ac:spMkLst>
        </pc:spChg>
        <pc:spChg chg="mod">
          <ac:chgData name="Mat Gallehawk" userId="93dd6677-ad92-4f4d-8ebe-555150310a93" providerId="ADAL" clId="{DEFE6E80-5816-4C09-89E1-911E3CCCB27D}" dt="2023-05-17T01:58:09.380" v="2263" actId="403"/>
          <ac:spMkLst>
            <pc:docMk/>
            <pc:sldMk cId="1242019225" sldId="311"/>
            <ac:spMk id="7" creationId="{B21543B8-84DB-AE40-B346-D717B42FE3E9}"/>
          </ac:spMkLst>
        </pc:spChg>
        <pc:spChg chg="mod">
          <ac:chgData name="Mat Gallehawk" userId="93dd6677-ad92-4f4d-8ebe-555150310a93" providerId="ADAL" clId="{DEFE6E80-5816-4C09-89E1-911E3CCCB27D}" dt="2023-05-17T01:57:35.133" v="2255" actId="14100"/>
          <ac:spMkLst>
            <pc:docMk/>
            <pc:sldMk cId="1242019225" sldId="311"/>
            <ac:spMk id="8" creationId="{55D8D426-58FB-68B1-1763-78E20C4BE54A}"/>
          </ac:spMkLst>
        </pc:spChg>
      </pc:sldChg>
      <pc:sldChg chg="modSp add mod">
        <pc:chgData name="Mat Gallehawk" userId="93dd6677-ad92-4f4d-8ebe-555150310a93" providerId="ADAL" clId="{DEFE6E80-5816-4C09-89E1-911E3CCCB27D}" dt="2023-05-17T01:58:50.195" v="2267" actId="14100"/>
        <pc:sldMkLst>
          <pc:docMk/>
          <pc:sldMk cId="370698930" sldId="312"/>
        </pc:sldMkLst>
        <pc:spChg chg="mod">
          <ac:chgData name="Mat Gallehawk" userId="93dd6677-ad92-4f4d-8ebe-555150310a93" providerId="ADAL" clId="{DEFE6E80-5816-4C09-89E1-911E3CCCB27D}" dt="2023-05-17T01:58:50.195" v="2267" actId="14100"/>
          <ac:spMkLst>
            <pc:docMk/>
            <pc:sldMk cId="370698930" sldId="312"/>
            <ac:spMk id="3" creationId="{58457B51-0A58-E25C-A23C-00DE1A76594B}"/>
          </ac:spMkLst>
        </pc:spChg>
      </pc:sldChg>
      <pc:sldChg chg="modSp add mod">
        <pc:chgData name="Mat Gallehawk" userId="93dd6677-ad92-4f4d-8ebe-555150310a93" providerId="ADAL" clId="{DEFE6E80-5816-4C09-89E1-911E3CCCB27D}" dt="2023-05-17T02:02:49.649" v="2282" actId="20577"/>
        <pc:sldMkLst>
          <pc:docMk/>
          <pc:sldMk cId="4087234301" sldId="313"/>
        </pc:sldMkLst>
        <pc:spChg chg="mod">
          <ac:chgData name="Mat Gallehawk" userId="93dd6677-ad92-4f4d-8ebe-555150310a93" providerId="ADAL" clId="{DEFE6E80-5816-4C09-89E1-911E3CCCB27D}" dt="2023-05-17T00:52:13.473" v="253" actId="20577"/>
          <ac:spMkLst>
            <pc:docMk/>
            <pc:sldMk cId="4087234301" sldId="313"/>
            <ac:spMk id="5" creationId="{D772D659-59C3-5C3C-B9DB-9105C3708E9E}"/>
          </ac:spMkLst>
        </pc:spChg>
        <pc:graphicFrameChg chg="mod modGraphic">
          <ac:chgData name="Mat Gallehawk" userId="93dd6677-ad92-4f4d-8ebe-555150310a93" providerId="ADAL" clId="{DEFE6E80-5816-4C09-89E1-911E3CCCB27D}" dt="2023-05-17T02:02:49.649" v="2282" actId="20577"/>
          <ac:graphicFrameMkLst>
            <pc:docMk/>
            <pc:sldMk cId="4087234301" sldId="313"/>
            <ac:graphicFrameMk id="6" creationId="{4FE08517-C0A5-0F2E-3C31-45311EA025BD}"/>
          </ac:graphicFrameMkLst>
        </pc:graphicFrameChg>
      </pc:sldChg>
      <pc:sldChg chg="addSp delSp modSp new mod">
        <pc:chgData name="Mat Gallehawk" userId="93dd6677-ad92-4f4d-8ebe-555150310a93" providerId="ADAL" clId="{DEFE6E80-5816-4C09-89E1-911E3CCCB27D}" dt="2023-05-17T01:52:26.435" v="2240" actId="1076"/>
        <pc:sldMkLst>
          <pc:docMk/>
          <pc:sldMk cId="1801712762" sldId="314"/>
        </pc:sldMkLst>
        <pc:spChg chg="del">
          <ac:chgData name="Mat Gallehawk" userId="93dd6677-ad92-4f4d-8ebe-555150310a93" providerId="ADAL" clId="{DEFE6E80-5816-4C09-89E1-911E3CCCB27D}" dt="2023-05-17T01:49:19.569" v="2206" actId="478"/>
          <ac:spMkLst>
            <pc:docMk/>
            <pc:sldMk cId="1801712762" sldId="314"/>
            <ac:spMk id="2" creationId="{F9BB7B62-F05F-0D53-569D-FE1F9036D875}"/>
          </ac:spMkLst>
        </pc:spChg>
        <pc:spChg chg="del">
          <ac:chgData name="Mat Gallehawk" userId="93dd6677-ad92-4f4d-8ebe-555150310a93" providerId="ADAL" clId="{DEFE6E80-5816-4C09-89E1-911E3CCCB27D}" dt="2023-05-17T01:49:22.483" v="2207" actId="478"/>
          <ac:spMkLst>
            <pc:docMk/>
            <pc:sldMk cId="1801712762" sldId="314"/>
            <ac:spMk id="3" creationId="{79150966-72A1-95C1-29AE-9D6F9319393A}"/>
          </ac:spMkLst>
        </pc:spChg>
        <pc:spChg chg="add mod">
          <ac:chgData name="Mat Gallehawk" userId="93dd6677-ad92-4f4d-8ebe-555150310a93" providerId="ADAL" clId="{DEFE6E80-5816-4C09-89E1-911E3CCCB27D}" dt="2023-05-17T01:51:40.720" v="2234" actId="1076"/>
          <ac:spMkLst>
            <pc:docMk/>
            <pc:sldMk cId="1801712762" sldId="314"/>
            <ac:spMk id="4" creationId="{E0F7A84C-E280-4BA2-BE34-2422141B0297}"/>
          </ac:spMkLst>
        </pc:spChg>
        <pc:spChg chg="add mod">
          <ac:chgData name="Mat Gallehawk" userId="93dd6677-ad92-4f4d-8ebe-555150310a93" providerId="ADAL" clId="{DEFE6E80-5816-4C09-89E1-911E3CCCB27D}" dt="2023-05-17T01:51:44.407" v="2235" actId="14100"/>
          <ac:spMkLst>
            <pc:docMk/>
            <pc:sldMk cId="1801712762" sldId="314"/>
            <ac:spMk id="5" creationId="{1B733C02-5AC8-FB69-7D49-1BE17FCA59E0}"/>
          </ac:spMkLst>
        </pc:spChg>
        <pc:spChg chg="add mod">
          <ac:chgData name="Mat Gallehawk" userId="93dd6677-ad92-4f4d-8ebe-555150310a93" providerId="ADAL" clId="{DEFE6E80-5816-4C09-89E1-911E3CCCB27D}" dt="2023-05-17T01:51:08.894" v="2230" actId="14100"/>
          <ac:spMkLst>
            <pc:docMk/>
            <pc:sldMk cId="1801712762" sldId="314"/>
            <ac:spMk id="6" creationId="{D52AD268-228F-B723-E059-3E06AF123EFD}"/>
          </ac:spMkLst>
        </pc:spChg>
        <pc:spChg chg="add mod">
          <ac:chgData name="Mat Gallehawk" userId="93dd6677-ad92-4f4d-8ebe-555150310a93" providerId="ADAL" clId="{DEFE6E80-5816-4C09-89E1-911E3CCCB27D}" dt="2023-05-17T01:51:56.981" v="2236" actId="108"/>
          <ac:spMkLst>
            <pc:docMk/>
            <pc:sldMk cId="1801712762" sldId="314"/>
            <ac:spMk id="7" creationId="{000D1524-FB74-8483-5236-24AFFF7218E1}"/>
          </ac:spMkLst>
        </pc:spChg>
        <pc:spChg chg="add mod">
          <ac:chgData name="Mat Gallehawk" userId="93dd6677-ad92-4f4d-8ebe-555150310a93" providerId="ADAL" clId="{DEFE6E80-5816-4C09-89E1-911E3CCCB27D}" dt="2023-05-17T01:52:26.435" v="2240" actId="1076"/>
          <ac:spMkLst>
            <pc:docMk/>
            <pc:sldMk cId="1801712762" sldId="314"/>
            <ac:spMk id="8" creationId="{592F97AC-047A-2219-7FF2-A947C5F0C85D}"/>
          </ac:spMkLst>
        </pc:spChg>
        <pc:spChg chg="add mod">
          <ac:chgData name="Mat Gallehawk" userId="93dd6677-ad92-4f4d-8ebe-555150310a93" providerId="ADAL" clId="{DEFE6E80-5816-4C09-89E1-911E3CCCB27D}" dt="2023-05-17T01:52:03.914" v="2237" actId="108"/>
          <ac:spMkLst>
            <pc:docMk/>
            <pc:sldMk cId="1801712762" sldId="314"/>
            <ac:spMk id="9" creationId="{5395A017-E014-06E7-4127-67455B4C5F97}"/>
          </ac:spMkLst>
        </pc:spChg>
        <pc:spChg chg="add mod">
          <ac:chgData name="Mat Gallehawk" userId="93dd6677-ad92-4f4d-8ebe-555150310a93" providerId="ADAL" clId="{DEFE6E80-5816-4C09-89E1-911E3CCCB27D}" dt="2023-05-17T01:50:56.203" v="2227" actId="14100"/>
          <ac:spMkLst>
            <pc:docMk/>
            <pc:sldMk cId="1801712762" sldId="314"/>
            <ac:spMk id="10" creationId="{51DCD71B-04DB-B113-F1B1-DDE06A8BB439}"/>
          </ac:spMkLst>
        </pc:spChg>
        <pc:spChg chg="add mod">
          <ac:chgData name="Mat Gallehawk" userId="93dd6677-ad92-4f4d-8ebe-555150310a93" providerId="ADAL" clId="{DEFE6E80-5816-4C09-89E1-911E3CCCB27D}" dt="2023-05-17T01:51:13.951" v="2231" actId="14100"/>
          <ac:spMkLst>
            <pc:docMk/>
            <pc:sldMk cId="1801712762" sldId="314"/>
            <ac:spMk id="11" creationId="{78A8FA93-3362-73AC-89BE-3C1D10618678}"/>
          </ac:spMkLst>
        </pc:spChg>
      </pc:sldChg>
      <pc:sldMasterChg chg="addSldLayout delSldLayout">
        <pc:chgData name="Mat Gallehawk" userId="93dd6677-ad92-4f4d-8ebe-555150310a93" providerId="ADAL" clId="{DEFE6E80-5816-4C09-89E1-911E3CCCB27D}" dt="2023-05-17T02:01:56.868" v="2274" actId="47"/>
        <pc:sldMasterMkLst>
          <pc:docMk/>
          <pc:sldMasterMk cId="473984898" sldId="2147483648"/>
        </pc:sldMasterMkLst>
        <pc:sldLayoutChg chg="add del">
          <pc:chgData name="Mat Gallehawk" userId="93dd6677-ad92-4f4d-8ebe-555150310a93" providerId="ADAL" clId="{DEFE6E80-5816-4C09-89E1-911E3CCCB27D}" dt="2023-05-17T02:01:56.868" v="2274" actId="47"/>
          <pc:sldLayoutMkLst>
            <pc:docMk/>
            <pc:sldMasterMk cId="473984898" sldId="2147483648"/>
            <pc:sldLayoutMk cId="217849583" sldId="2147483649"/>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Waiting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849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2800" y="3702378"/>
            <a:ext cx="9144000" cy="610422"/>
          </a:xfrm>
        </p:spPr>
        <p:txBody>
          <a:bodyPr anchor="b">
            <a:normAutofit/>
          </a:bodyPr>
          <a:lstStyle>
            <a:lvl1pPr algn="l">
              <a:defRPr sz="4000"/>
            </a:lvl1pPr>
          </a:lstStyle>
          <a:p>
            <a:r>
              <a:rPr lang="en-US"/>
              <a:t>Click to edit Master title style</a:t>
            </a:r>
            <a:endParaRPr lang="en-US" dirty="0"/>
          </a:p>
        </p:txBody>
      </p:sp>
      <p:sp>
        <p:nvSpPr>
          <p:cNvPr id="3" name="Subtitle 2"/>
          <p:cNvSpPr>
            <a:spLocks noGrp="1"/>
          </p:cNvSpPr>
          <p:nvPr>
            <p:ph type="subTitle" idx="1"/>
          </p:nvPr>
        </p:nvSpPr>
        <p:spPr>
          <a:xfrm>
            <a:off x="1552800" y="5424836"/>
            <a:ext cx="9144000" cy="39876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defTabSz="449263">
              <a:buClr>
                <a:srgbClr val="000000"/>
              </a:buClr>
              <a:buSzPct val="100000"/>
              <a:buFont typeface="Times New Roman" pitchFamily="16" charset="0"/>
              <a:buNone/>
              <a:defRPr/>
            </a:lvl1pPr>
          </a:lstStyle>
          <a:p>
            <a:pPr>
              <a:defRPr/>
            </a:pPr>
            <a:fld id="{90D6ED98-98A9-431F-A354-964E57644AAB}" type="datetimeFigureOut">
              <a:rPr lang="en-AU"/>
              <a:pPr>
                <a:defRPr/>
              </a:pPr>
              <a:t>22/05/2023</a:t>
            </a:fld>
            <a:endParaRPr lang="en-AU" dirty="0"/>
          </a:p>
        </p:txBody>
      </p:sp>
    </p:spTree>
    <p:extLst>
      <p:ext uri="{BB962C8B-B14F-4D97-AF65-F5344CB8AC3E}">
        <p14:creationId xmlns:p14="http://schemas.microsoft.com/office/powerpoint/2010/main" val="2445395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1587"/>
          </a:xfrm>
        </p:spPr>
        <p:txBody>
          <a:bodyPr/>
          <a:lstStyle>
            <a:lvl1pPr>
              <a:defRPr sz="2400" b="1">
                <a:latin typeface="+mj-lt"/>
                <a:cs typeface="DINOT-Bold" panose="020B0804020101020102"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838200" y="980729"/>
            <a:ext cx="10515600" cy="5196235"/>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699251" y="6542089"/>
            <a:ext cx="1932516" cy="160337"/>
          </a:xfrm>
        </p:spPr>
        <p:txBody>
          <a:bodyPr/>
          <a:lstStyle>
            <a:lvl1pPr defTabSz="449263">
              <a:buClr>
                <a:srgbClr val="000000"/>
              </a:buClr>
              <a:buSzPct val="100000"/>
              <a:buFont typeface="Times New Roman" pitchFamily="16" charset="0"/>
              <a:buNone/>
              <a:defRPr/>
            </a:lvl1pPr>
          </a:lstStyle>
          <a:p>
            <a:pPr>
              <a:defRPr/>
            </a:pPr>
            <a:fld id="{7D784D61-7083-48BD-845D-71EFBFC88A37}" type="datetimeFigureOut">
              <a:rPr lang="en-AU"/>
              <a:pPr>
                <a:defRPr/>
              </a:pPr>
              <a:t>22/05/2023</a:t>
            </a:fld>
            <a:endParaRPr lang="en-AU" dirty="0"/>
          </a:p>
        </p:txBody>
      </p:sp>
      <p:sp>
        <p:nvSpPr>
          <p:cNvPr id="5" name="Slide Number Placeholder 5"/>
          <p:cNvSpPr>
            <a:spLocks noGrp="1"/>
          </p:cNvSpPr>
          <p:nvPr>
            <p:ph type="sldNum" sz="quarter" idx="11"/>
          </p:nvPr>
        </p:nvSpPr>
        <p:spPr>
          <a:xfrm>
            <a:off x="8790518" y="6542089"/>
            <a:ext cx="1229783" cy="160337"/>
          </a:xfrm>
        </p:spPr>
        <p:txBody>
          <a:bodyPr/>
          <a:lstStyle>
            <a:lvl1pPr defTabSz="449263">
              <a:buClr>
                <a:srgbClr val="000000"/>
              </a:buClr>
              <a:buSzPct val="100000"/>
              <a:buFont typeface="Times New Roman" pitchFamily="16" charset="0"/>
              <a:buNone/>
              <a:defRPr/>
            </a:lvl1pPr>
          </a:lstStyle>
          <a:p>
            <a:pPr>
              <a:defRPr/>
            </a:pPr>
            <a:r>
              <a:rPr lang="en-AU" dirty="0"/>
              <a:t>Slide </a:t>
            </a:r>
            <a:fld id="{C855FA6A-73C9-40CD-8885-046E95F4DBEE}" type="slidenum">
              <a:rPr lang="en-AU"/>
              <a:pPr>
                <a:defRPr/>
              </a:pPr>
              <a:t>‹#›</a:t>
            </a:fld>
            <a:endParaRPr lang="en-AU" dirty="0"/>
          </a:p>
        </p:txBody>
      </p:sp>
    </p:spTree>
    <p:extLst>
      <p:ext uri="{BB962C8B-B14F-4D97-AF65-F5344CB8AC3E}">
        <p14:creationId xmlns:p14="http://schemas.microsoft.com/office/powerpoint/2010/main" val="521838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Waiting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9409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2800" y="3702378"/>
            <a:ext cx="9144000" cy="610422"/>
          </a:xfrm>
        </p:spPr>
        <p:txBody>
          <a:bodyPr anchor="b">
            <a:normAutofit/>
          </a:bodyPr>
          <a:lstStyle>
            <a:lvl1pPr algn="l">
              <a:defRPr sz="4000"/>
            </a:lvl1pPr>
          </a:lstStyle>
          <a:p>
            <a:r>
              <a:rPr lang="en-US"/>
              <a:t>Click to edit Master title style</a:t>
            </a:r>
          </a:p>
        </p:txBody>
      </p:sp>
      <p:sp>
        <p:nvSpPr>
          <p:cNvPr id="3" name="Subtitle 2"/>
          <p:cNvSpPr>
            <a:spLocks noGrp="1"/>
          </p:cNvSpPr>
          <p:nvPr>
            <p:ph type="subTitle" idx="1"/>
          </p:nvPr>
        </p:nvSpPr>
        <p:spPr>
          <a:xfrm>
            <a:off x="1552800" y="5424836"/>
            <a:ext cx="9144000" cy="39876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defTabSz="449263">
              <a:buClr>
                <a:srgbClr val="000000"/>
              </a:buClr>
              <a:buSzPct val="100000"/>
              <a:buFont typeface="Times New Roman" pitchFamily="16" charset="0"/>
              <a:buNone/>
              <a:defRPr/>
            </a:lvl1pPr>
          </a:lstStyle>
          <a:p>
            <a:pPr>
              <a:defRPr/>
            </a:pPr>
            <a:fld id="{90D6ED98-98A9-431F-A354-964E57644AAB}" type="datetimeFigureOut">
              <a:rPr lang="en-AU"/>
              <a:pPr>
                <a:defRPr/>
              </a:pPr>
              <a:t>22/05/2023</a:t>
            </a:fld>
            <a:endParaRPr lang="en-AU"/>
          </a:p>
        </p:txBody>
      </p:sp>
    </p:spTree>
    <p:extLst>
      <p:ext uri="{BB962C8B-B14F-4D97-AF65-F5344CB8AC3E}">
        <p14:creationId xmlns:p14="http://schemas.microsoft.com/office/powerpoint/2010/main" val="398686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1587"/>
          </a:xfrm>
        </p:spPr>
        <p:txBody>
          <a:bodyPr/>
          <a:lstStyle>
            <a:lvl1pPr>
              <a:defRPr sz="2400" b="1">
                <a:latin typeface="+mj-lt"/>
                <a:cs typeface="DINOT-Bold" panose="020B0804020101020102" pitchFamily="34" charset="0"/>
              </a:defRPr>
            </a:lvl1pPr>
          </a:lstStyle>
          <a:p>
            <a:r>
              <a:rPr lang="en-US"/>
              <a:t>Click to edit Master title style</a:t>
            </a:r>
          </a:p>
        </p:txBody>
      </p:sp>
      <p:sp>
        <p:nvSpPr>
          <p:cNvPr id="3" name="Content Placeholder 2"/>
          <p:cNvSpPr>
            <a:spLocks noGrp="1"/>
          </p:cNvSpPr>
          <p:nvPr>
            <p:ph idx="1"/>
          </p:nvPr>
        </p:nvSpPr>
        <p:spPr>
          <a:xfrm>
            <a:off x="838200" y="980729"/>
            <a:ext cx="10515600" cy="5196235"/>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699251" y="6542089"/>
            <a:ext cx="1932516" cy="160337"/>
          </a:xfrm>
        </p:spPr>
        <p:txBody>
          <a:bodyPr/>
          <a:lstStyle>
            <a:lvl1pPr defTabSz="449263">
              <a:buClr>
                <a:srgbClr val="000000"/>
              </a:buClr>
              <a:buSzPct val="100000"/>
              <a:buFont typeface="Times New Roman" pitchFamily="16" charset="0"/>
              <a:buNone/>
              <a:defRPr/>
            </a:lvl1pPr>
          </a:lstStyle>
          <a:p>
            <a:pPr>
              <a:defRPr/>
            </a:pPr>
            <a:fld id="{7D784D61-7083-48BD-845D-71EFBFC88A37}" type="datetimeFigureOut">
              <a:rPr lang="en-AU"/>
              <a:pPr>
                <a:defRPr/>
              </a:pPr>
              <a:t>22/05/2023</a:t>
            </a:fld>
            <a:endParaRPr lang="en-AU"/>
          </a:p>
        </p:txBody>
      </p:sp>
      <p:sp>
        <p:nvSpPr>
          <p:cNvPr id="5" name="Slide Number Placeholder 5"/>
          <p:cNvSpPr>
            <a:spLocks noGrp="1"/>
          </p:cNvSpPr>
          <p:nvPr>
            <p:ph type="sldNum" sz="quarter" idx="11"/>
          </p:nvPr>
        </p:nvSpPr>
        <p:spPr>
          <a:xfrm>
            <a:off x="8790518" y="6542089"/>
            <a:ext cx="1229783" cy="160337"/>
          </a:xfrm>
        </p:spPr>
        <p:txBody>
          <a:bodyPr/>
          <a:lstStyle>
            <a:lvl1pPr defTabSz="449263">
              <a:buClr>
                <a:srgbClr val="000000"/>
              </a:buClr>
              <a:buSzPct val="100000"/>
              <a:buFont typeface="Times New Roman" pitchFamily="16" charset="0"/>
              <a:buNone/>
              <a:defRPr/>
            </a:lvl1pPr>
          </a:lstStyle>
          <a:p>
            <a:pPr>
              <a:defRPr/>
            </a:pPr>
            <a:r>
              <a:rPr lang="en-AU"/>
              <a:t>Slide </a:t>
            </a:r>
            <a:fld id="{C855FA6A-73C9-40CD-8885-046E95F4DBEE}" type="slidenum">
              <a:rPr lang="en-AU"/>
              <a:pPr>
                <a:defRPr/>
              </a:pPr>
              <a:t>‹#›</a:t>
            </a:fld>
            <a:endParaRPr lang="en-AU"/>
          </a:p>
        </p:txBody>
      </p:sp>
    </p:spTree>
    <p:extLst>
      <p:ext uri="{BB962C8B-B14F-4D97-AF65-F5344CB8AC3E}">
        <p14:creationId xmlns:p14="http://schemas.microsoft.com/office/powerpoint/2010/main" val="1012325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hank You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1930401" y="3892551"/>
            <a:ext cx="333163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DINOT" pitchFamily="34" charset="0"/>
              </a:defRPr>
            </a:lvl1pPr>
            <a:lvl2pPr marL="742950" indent="-285750">
              <a:defRPr>
                <a:solidFill>
                  <a:schemeClr val="tx1"/>
                </a:solidFill>
                <a:latin typeface="DINOT" pitchFamily="34" charset="0"/>
              </a:defRPr>
            </a:lvl2pPr>
            <a:lvl3pPr marL="1143000" indent="-228600">
              <a:defRPr>
                <a:solidFill>
                  <a:schemeClr val="tx1"/>
                </a:solidFill>
                <a:latin typeface="DINOT" pitchFamily="34" charset="0"/>
              </a:defRPr>
            </a:lvl3pPr>
            <a:lvl4pPr marL="1600200" indent="-228600">
              <a:defRPr>
                <a:solidFill>
                  <a:schemeClr val="tx1"/>
                </a:solidFill>
                <a:latin typeface="DINOT" pitchFamily="34" charset="0"/>
              </a:defRPr>
            </a:lvl4pPr>
            <a:lvl5pPr marL="2057400" indent="-228600">
              <a:defRPr>
                <a:solidFill>
                  <a:schemeClr val="tx1"/>
                </a:solidFill>
                <a:latin typeface="DINOT" pitchFamily="34" charset="0"/>
              </a:defRPr>
            </a:lvl5pPr>
            <a:lvl6pPr marL="2514600" indent="-228600" fontAlgn="base">
              <a:spcBef>
                <a:spcPct val="0"/>
              </a:spcBef>
              <a:spcAft>
                <a:spcPct val="0"/>
              </a:spcAft>
              <a:defRPr>
                <a:solidFill>
                  <a:schemeClr val="tx1"/>
                </a:solidFill>
                <a:latin typeface="DINOT" pitchFamily="34" charset="0"/>
              </a:defRPr>
            </a:lvl6pPr>
            <a:lvl7pPr marL="2971800" indent="-228600" fontAlgn="base">
              <a:spcBef>
                <a:spcPct val="0"/>
              </a:spcBef>
              <a:spcAft>
                <a:spcPct val="0"/>
              </a:spcAft>
              <a:defRPr>
                <a:solidFill>
                  <a:schemeClr val="tx1"/>
                </a:solidFill>
                <a:latin typeface="DINOT" pitchFamily="34" charset="0"/>
              </a:defRPr>
            </a:lvl7pPr>
            <a:lvl8pPr marL="3429000" indent="-228600" fontAlgn="base">
              <a:spcBef>
                <a:spcPct val="0"/>
              </a:spcBef>
              <a:spcAft>
                <a:spcPct val="0"/>
              </a:spcAft>
              <a:defRPr>
                <a:solidFill>
                  <a:schemeClr val="tx1"/>
                </a:solidFill>
                <a:latin typeface="DINOT" pitchFamily="34" charset="0"/>
              </a:defRPr>
            </a:lvl8pPr>
            <a:lvl9pPr marL="3886200" indent="-228600" fontAlgn="base">
              <a:spcBef>
                <a:spcPct val="0"/>
              </a:spcBef>
              <a:spcAft>
                <a:spcPct val="0"/>
              </a:spcAft>
              <a:defRPr>
                <a:solidFill>
                  <a:schemeClr val="tx1"/>
                </a:solidFill>
                <a:latin typeface="DINOT" pitchFamily="34" charset="0"/>
              </a:defRPr>
            </a:lvl9pPr>
          </a:lstStyle>
          <a:p>
            <a:pPr defTabSz="914400">
              <a:buClrTx/>
              <a:buSzTx/>
              <a:buFontTx/>
              <a:buNone/>
              <a:defRPr/>
            </a:pPr>
            <a:r>
              <a:rPr lang="en-US" sz="4000">
                <a:solidFill>
                  <a:prstClr val="black"/>
                </a:solidFill>
                <a:latin typeface="+mj-lt"/>
                <a:ea typeface="+mn-ea"/>
                <a:cs typeface="Arial" pitchFamily="34" charset="0"/>
              </a:rPr>
              <a:t>Thank You</a:t>
            </a:r>
            <a:endParaRPr lang="en-AU" sz="4000">
              <a:solidFill>
                <a:prstClr val="black"/>
              </a:solidFill>
              <a:latin typeface="+mj-lt"/>
              <a:ea typeface="+mn-ea"/>
              <a:cs typeface="Arial" pitchFamily="34" charset="0"/>
            </a:endParaRPr>
          </a:p>
        </p:txBody>
      </p:sp>
    </p:spTree>
    <p:extLst>
      <p:ext uri="{BB962C8B-B14F-4D97-AF65-F5344CB8AC3E}">
        <p14:creationId xmlns:p14="http://schemas.microsoft.com/office/powerpoint/2010/main" val="39846602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984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fld id="{6AC8ABA3-2CFE-4914-BD55-C3414EA44363}" type="datetimeFigureOut">
              <a:rPr lang="en-AU"/>
              <a:pPr>
                <a:defRPr/>
              </a:pPr>
              <a:t>22/05/2023</a:t>
            </a:fld>
            <a:endParaRPr lang="en-AU"/>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endParaRPr lang="en-AU"/>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fld id="{BEA4CD63-EB59-409A-A92C-0520842419CE}" type="slidenum">
              <a:rPr lang="en-AU"/>
              <a:pPr>
                <a:defRPr/>
              </a:pPr>
              <a:t>‹#›</a:t>
            </a:fld>
            <a:endParaRPr lang="en-AU"/>
          </a:p>
        </p:txBody>
      </p:sp>
    </p:spTree>
    <p:extLst>
      <p:ext uri="{BB962C8B-B14F-4D97-AF65-F5344CB8AC3E}">
        <p14:creationId xmlns:p14="http://schemas.microsoft.com/office/powerpoint/2010/main" val="2324755741"/>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png"/><Relationship Id="rId16" Type="http://schemas.openxmlformats.org/officeDocument/2006/relationships/image" Target="../media/image18.svg"/><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gjames.service-now.com/sc_req_item.do?sys_id=092758aa97beed108ebbb576f053af12&amp;sysparm_record_target=task&amp;sysparm_record_row=28&amp;sysparm_record_rows=172&amp;sysparm_record_list=active%3Dtrue%5Eassignment_group%3D460cd4eb4f8f8b00a88430b01310c7d0%5Estate%21%3D6%5EORDERBYDESCu_requested_for"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gjames.service-now.com/sc_req_item.do?sys_id=092758aa97beed108ebbb576f053af12&amp;sysparm_record_target=task&amp;sysparm_record_row=28&amp;sysparm_record_rows=172&amp;sysparm_record_list=active%3Dtrue%5Eassignment_group%3D460cd4eb4f8f8b00a88430b01310c7d0%5Estate%21%3D6%5EORDERBYDESCu_requested_for"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hangingPunct="1">
              <a:defRPr/>
            </a:pPr>
            <a:r>
              <a:rPr lang="en-US" dirty="0"/>
              <a:t>Intune Snow asset Import </a:t>
            </a:r>
            <a:endParaRPr lang="en-AU" dirty="0"/>
          </a:p>
        </p:txBody>
      </p:sp>
      <p:sp>
        <p:nvSpPr>
          <p:cNvPr id="3" name="Title 1">
            <a:extLst>
              <a:ext uri="{FF2B5EF4-FFF2-40B4-BE49-F238E27FC236}">
                <a16:creationId xmlns:a16="http://schemas.microsoft.com/office/drawing/2014/main" id="{0831C0C8-2ADE-EA0E-B5A1-5ADF9370AA70}"/>
              </a:ext>
            </a:extLst>
          </p:cNvPr>
          <p:cNvSpPr txBox="1">
            <a:spLocks/>
          </p:cNvSpPr>
          <p:nvPr/>
        </p:nvSpPr>
        <p:spPr bwMode="auto">
          <a:xfrm>
            <a:off x="2688600" y="4343720"/>
            <a:ext cx="6858000" cy="610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fontScale="97500"/>
          </a:bodyPr>
          <a:lstStyle>
            <a:lvl1pPr algn="l" rtl="0" eaLnBrk="1" fontAlgn="base" hangingPunct="1">
              <a:lnSpc>
                <a:spcPct val="90000"/>
              </a:lnSpc>
              <a:spcBef>
                <a:spcPct val="0"/>
              </a:spcBef>
              <a:spcAft>
                <a:spcPct val="0"/>
              </a:spcAft>
              <a:defRPr sz="40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pPr>
              <a:defRPr/>
            </a:pPr>
            <a:r>
              <a:rPr lang="en-AU" sz="1800" dirty="0"/>
              <a:t>By Mathew Gallehawk</a:t>
            </a:r>
          </a:p>
          <a:p>
            <a:pPr>
              <a:defRPr/>
            </a:pPr>
            <a:r>
              <a:rPr lang="en-AU" sz="1800" dirty="0"/>
              <a:t>For: Darren Daly, Bruce Absolom, Joel Porgand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3880" y="60082"/>
            <a:ext cx="8457622" cy="409161"/>
          </a:xfrm>
        </p:spPr>
        <p:txBody>
          <a:bodyPr/>
          <a:lstStyle/>
          <a:p>
            <a:r>
              <a:rPr lang="en-AU" dirty="0">
                <a:latin typeface="+mj-lt"/>
              </a:rPr>
              <a:t>I – </a:t>
            </a:r>
            <a:r>
              <a:rPr lang="en-AU" dirty="0"/>
              <a:t>Asset Management </a:t>
            </a:r>
            <a:endParaRPr lang="en-AU" sz="1100" dirty="0"/>
          </a:p>
        </p:txBody>
      </p:sp>
      <p:sp>
        <p:nvSpPr>
          <p:cNvPr id="11" name="Rectangle 10">
            <a:extLst>
              <a:ext uri="{FF2B5EF4-FFF2-40B4-BE49-F238E27FC236}">
                <a16:creationId xmlns:a16="http://schemas.microsoft.com/office/drawing/2014/main" id="{4F0348E2-0941-4277-9193-50D50D3F569B}"/>
              </a:ext>
            </a:extLst>
          </p:cNvPr>
          <p:cNvSpPr/>
          <p:nvPr/>
        </p:nvSpPr>
        <p:spPr bwMode="auto">
          <a:xfrm>
            <a:off x="225514" y="754924"/>
            <a:ext cx="3523921" cy="1838116"/>
          </a:xfrm>
          <a:prstGeom prst="rect">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marL="171450" indent="-171450">
              <a:buFont typeface="Arial" panose="020B0604020202020204" pitchFamily="34" charset="0"/>
              <a:buChar char="•"/>
            </a:pPr>
            <a:r>
              <a:rPr lang="en-US" sz="1000" dirty="0">
                <a:solidFill>
                  <a:schemeClr val="tx1"/>
                </a:solidFill>
              </a:rPr>
              <a:t>Consolidate ICT hardware information into SNOW Asset management.</a:t>
            </a:r>
          </a:p>
          <a:p>
            <a:pPr marL="171450" indent="-171450">
              <a:buFont typeface="Arial" panose="020B0604020202020204" pitchFamily="34" charset="0"/>
              <a:buChar char="•"/>
            </a:pPr>
            <a:r>
              <a:rPr lang="en-US" sz="1000" dirty="0">
                <a:solidFill>
                  <a:schemeClr val="tx1"/>
                </a:solidFill>
              </a:rPr>
              <a:t>Clean inconsistencies and errors existing in asset data within snow.</a:t>
            </a:r>
          </a:p>
          <a:p>
            <a:pPr marL="171450" indent="-171450">
              <a:buFont typeface="Arial" panose="020B0604020202020204" pitchFamily="34" charset="0"/>
              <a:buChar char="•"/>
            </a:pPr>
            <a:r>
              <a:rPr lang="en-US" sz="1000" dirty="0">
                <a:solidFill>
                  <a:schemeClr val="tx1"/>
                </a:solidFill>
              </a:rPr>
              <a:t> Create a simplistic process to maintain accuracy or the SNOW Asset Management Data.</a:t>
            </a:r>
          </a:p>
          <a:p>
            <a:pPr marL="171450" indent="-171450">
              <a:buFont typeface="Arial" panose="020B0604020202020204" pitchFamily="34" charset="0"/>
              <a:buChar char="•"/>
            </a:pPr>
            <a:endParaRPr lang="en-US" sz="1000" dirty="0">
              <a:solidFill>
                <a:schemeClr val="tx1"/>
              </a:solidFill>
            </a:endParaRPr>
          </a:p>
          <a:p>
            <a:r>
              <a:rPr lang="en-US" sz="1000" dirty="0">
                <a:solidFill>
                  <a:schemeClr val="tx1"/>
                </a:solidFill>
              </a:rPr>
              <a:t>The result will be SNOW Asset management will be an accurate source of truth regarding ICT Asses. </a:t>
            </a:r>
          </a:p>
        </p:txBody>
      </p:sp>
      <p:sp>
        <p:nvSpPr>
          <p:cNvPr id="12" name="Rectangle 11">
            <a:extLst>
              <a:ext uri="{FF2B5EF4-FFF2-40B4-BE49-F238E27FC236}">
                <a16:creationId xmlns:a16="http://schemas.microsoft.com/office/drawing/2014/main" id="{ED71B0FC-BFDF-49D6-99C0-CE1CD83C76DD}"/>
              </a:ext>
            </a:extLst>
          </p:cNvPr>
          <p:cNvSpPr/>
          <p:nvPr/>
        </p:nvSpPr>
        <p:spPr bwMode="auto">
          <a:xfrm>
            <a:off x="225514" y="422973"/>
            <a:ext cx="3523921" cy="268625"/>
          </a:xfrm>
          <a:prstGeom prst="rect">
            <a:avLst/>
          </a:prstGeom>
          <a:solidFill>
            <a:srgbClr val="00B0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ctr" anchorCtr="0"/>
          <a:lstStyle/>
          <a:p>
            <a:pPr defTabSz="449263" fontAlgn="base">
              <a:spcBef>
                <a:spcPct val="0"/>
              </a:spcBef>
              <a:spcAft>
                <a:spcPct val="0"/>
              </a:spcAft>
              <a:buClr>
                <a:srgbClr val="000000"/>
              </a:buClr>
              <a:buSzPct val="100000"/>
              <a:defRPr/>
            </a:pPr>
            <a:r>
              <a:rPr lang="en-AU" sz="1200" b="1" dirty="0">
                <a:solidFill>
                  <a:srgbClr val="FFFFFF"/>
                </a:solidFill>
                <a:latin typeface="Roboto Condensed Light"/>
              </a:rPr>
              <a:t>Business Need, Objectives &amp; Benefits</a:t>
            </a:r>
          </a:p>
        </p:txBody>
      </p:sp>
      <p:sp>
        <p:nvSpPr>
          <p:cNvPr id="13" name="Rectangle 12">
            <a:extLst>
              <a:ext uri="{FF2B5EF4-FFF2-40B4-BE49-F238E27FC236}">
                <a16:creationId xmlns:a16="http://schemas.microsoft.com/office/drawing/2014/main" id="{4EF9CBF2-7FB4-4903-91B3-A16425BE62A1}"/>
              </a:ext>
            </a:extLst>
          </p:cNvPr>
          <p:cNvSpPr/>
          <p:nvPr/>
        </p:nvSpPr>
        <p:spPr bwMode="auto">
          <a:xfrm>
            <a:off x="3818461" y="747088"/>
            <a:ext cx="3523921" cy="1845952"/>
          </a:xfrm>
          <a:prstGeom prst="rect">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defTabSz="449263" fontAlgn="base">
              <a:spcBef>
                <a:spcPct val="0"/>
              </a:spcBef>
              <a:spcAft>
                <a:spcPct val="0"/>
              </a:spcAft>
              <a:buClr>
                <a:srgbClr val="000000"/>
              </a:buClr>
              <a:buSzPct val="100000"/>
            </a:pPr>
            <a:r>
              <a:rPr lang="en-AU" sz="1000" dirty="0">
                <a:solidFill>
                  <a:srgbClr val="292934"/>
                </a:solidFill>
                <a:latin typeface="Roboto Condensed Light"/>
              </a:rPr>
              <a:t>Initial Scope of devices:</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Computers </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Mobile Phones</a:t>
            </a:r>
          </a:p>
          <a:p>
            <a:pPr marL="171450" indent="-171450" defTabSz="449263" fontAlgn="base">
              <a:spcBef>
                <a:spcPct val="0"/>
              </a:spcBef>
              <a:spcAft>
                <a:spcPct val="0"/>
              </a:spcAft>
              <a:buClr>
                <a:srgbClr val="000000"/>
              </a:buClr>
              <a:buSzPct val="100000"/>
              <a:buFont typeface="Arial" panose="020B0604020202020204" pitchFamily="34" charset="0"/>
              <a:buChar char="•"/>
            </a:pPr>
            <a:endParaRPr lang="en-AU" sz="1000" dirty="0">
              <a:solidFill>
                <a:srgbClr val="292934"/>
              </a:solidFill>
              <a:latin typeface="Roboto Condensed Light"/>
            </a:endParaRPr>
          </a:p>
          <a:p>
            <a:pPr defTabSz="449263" fontAlgn="base">
              <a:spcBef>
                <a:spcPct val="0"/>
              </a:spcBef>
              <a:spcAft>
                <a:spcPct val="0"/>
              </a:spcAft>
              <a:buClr>
                <a:srgbClr val="000000"/>
              </a:buClr>
              <a:buSzPct val="100000"/>
            </a:pPr>
            <a:r>
              <a:rPr lang="en-AU" sz="1000" dirty="0">
                <a:solidFill>
                  <a:srgbClr val="292934"/>
                </a:solidFill>
                <a:latin typeface="Roboto Condensed Light"/>
              </a:rPr>
              <a:t>Secondary Scope:</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Monitors</a:t>
            </a:r>
          </a:p>
          <a:p>
            <a:pPr marL="171450" indent="-171450" defTabSz="449263" fontAlgn="base">
              <a:spcBef>
                <a:spcPct val="0"/>
              </a:spcBef>
              <a:spcAft>
                <a:spcPct val="0"/>
              </a:spcAft>
              <a:buClr>
                <a:srgbClr val="000000"/>
              </a:buClr>
              <a:buSzPct val="100000"/>
              <a:buFont typeface="Arial" panose="020B0604020202020204" pitchFamily="34" charset="0"/>
              <a:buChar char="•"/>
            </a:pPr>
            <a:endParaRPr lang="en-AU" sz="1000" dirty="0">
              <a:solidFill>
                <a:srgbClr val="292934"/>
              </a:solidFill>
              <a:latin typeface="Roboto Condensed Light"/>
            </a:endParaRPr>
          </a:p>
          <a:p>
            <a:pPr defTabSz="449263" fontAlgn="base">
              <a:spcBef>
                <a:spcPct val="0"/>
              </a:spcBef>
              <a:spcAft>
                <a:spcPct val="0"/>
              </a:spcAft>
              <a:buClr>
                <a:srgbClr val="000000"/>
              </a:buClr>
              <a:buSzPct val="100000"/>
            </a:pPr>
            <a:r>
              <a:rPr lang="en-AU" sz="1000" dirty="0">
                <a:solidFill>
                  <a:srgbClr val="292934"/>
                </a:solidFill>
                <a:latin typeface="Roboto Condensed Light"/>
              </a:rPr>
              <a:t>Tertiary Scope:</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Peripherals</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Network Infrastructure</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Audio Visual equipment</a:t>
            </a:r>
          </a:p>
        </p:txBody>
      </p:sp>
      <p:sp>
        <p:nvSpPr>
          <p:cNvPr id="14" name="Rectangle 13">
            <a:extLst>
              <a:ext uri="{FF2B5EF4-FFF2-40B4-BE49-F238E27FC236}">
                <a16:creationId xmlns:a16="http://schemas.microsoft.com/office/drawing/2014/main" id="{C329FECB-2926-4147-A517-35A4F95BDEB1}"/>
              </a:ext>
            </a:extLst>
          </p:cNvPr>
          <p:cNvSpPr/>
          <p:nvPr/>
        </p:nvSpPr>
        <p:spPr bwMode="auto">
          <a:xfrm>
            <a:off x="3818461" y="422973"/>
            <a:ext cx="3523921" cy="268625"/>
          </a:xfrm>
          <a:prstGeom prst="rect">
            <a:avLst/>
          </a:prstGeom>
          <a:solidFill>
            <a:srgbClr val="00B0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ctr" anchorCtr="0"/>
          <a:lstStyle/>
          <a:p>
            <a:pPr defTabSz="449263" fontAlgn="base">
              <a:spcBef>
                <a:spcPct val="0"/>
              </a:spcBef>
              <a:spcAft>
                <a:spcPct val="0"/>
              </a:spcAft>
              <a:buClr>
                <a:srgbClr val="000000"/>
              </a:buClr>
              <a:buSzPct val="100000"/>
              <a:defRPr/>
            </a:pPr>
            <a:r>
              <a:rPr lang="en-AU" sz="1200" b="1">
                <a:solidFill>
                  <a:srgbClr val="FFFFFF"/>
                </a:solidFill>
                <a:latin typeface="Roboto Condensed Light"/>
              </a:rPr>
              <a:t>Scope</a:t>
            </a:r>
          </a:p>
        </p:txBody>
      </p:sp>
      <p:sp>
        <p:nvSpPr>
          <p:cNvPr id="177" name="Rectangle 176">
            <a:extLst>
              <a:ext uri="{FF2B5EF4-FFF2-40B4-BE49-F238E27FC236}">
                <a16:creationId xmlns:a16="http://schemas.microsoft.com/office/drawing/2014/main" id="{6DAF16B1-792A-4E8E-893D-A43BAECF5866}"/>
              </a:ext>
            </a:extLst>
          </p:cNvPr>
          <p:cNvSpPr/>
          <p:nvPr/>
        </p:nvSpPr>
        <p:spPr bwMode="auto">
          <a:xfrm>
            <a:off x="7411408" y="421524"/>
            <a:ext cx="3111903" cy="268625"/>
          </a:xfrm>
          <a:prstGeom prst="rect">
            <a:avLst/>
          </a:prstGeom>
          <a:solidFill>
            <a:srgbClr val="00B0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ctr" anchorCtr="0"/>
          <a:lstStyle/>
          <a:p>
            <a:pPr defTabSz="449263" fontAlgn="base">
              <a:spcBef>
                <a:spcPct val="0"/>
              </a:spcBef>
              <a:spcAft>
                <a:spcPct val="0"/>
              </a:spcAft>
              <a:buClr>
                <a:srgbClr val="000000"/>
              </a:buClr>
              <a:buSzPct val="100000"/>
              <a:defRPr/>
            </a:pPr>
            <a:r>
              <a:rPr lang="en-AU" sz="1200" b="1">
                <a:solidFill>
                  <a:srgbClr val="FFFFFF"/>
                </a:solidFill>
                <a:latin typeface="Roboto Condensed Light"/>
              </a:rPr>
              <a:t>Key Stakeholders</a:t>
            </a:r>
          </a:p>
        </p:txBody>
      </p:sp>
      <p:sp>
        <p:nvSpPr>
          <p:cNvPr id="178" name="Rectangle 177">
            <a:extLst>
              <a:ext uri="{FF2B5EF4-FFF2-40B4-BE49-F238E27FC236}">
                <a16:creationId xmlns:a16="http://schemas.microsoft.com/office/drawing/2014/main" id="{A56859B0-368B-4C06-B39E-98269D0EBB8B}"/>
              </a:ext>
            </a:extLst>
          </p:cNvPr>
          <p:cNvSpPr/>
          <p:nvPr/>
        </p:nvSpPr>
        <p:spPr bwMode="auto">
          <a:xfrm>
            <a:off x="7411408" y="726320"/>
            <a:ext cx="3101655" cy="1866720"/>
          </a:xfrm>
          <a:prstGeom prst="rect">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algn="just" defTabSz="449263" fontAlgn="base">
              <a:spcBef>
                <a:spcPct val="0"/>
              </a:spcBef>
              <a:spcAft>
                <a:spcPts val="400"/>
              </a:spcAft>
              <a:buClr>
                <a:srgbClr val="000000"/>
              </a:buClr>
              <a:buSzPct val="100000"/>
              <a:defRPr/>
            </a:pPr>
            <a:r>
              <a:rPr lang="en-AU" sz="1000" b="1" dirty="0">
                <a:solidFill>
                  <a:srgbClr val="292934"/>
                </a:solidFill>
                <a:latin typeface="Roboto Condensed Light"/>
              </a:rPr>
              <a:t>Executive</a:t>
            </a:r>
            <a:r>
              <a:rPr lang="en-AU" sz="1000" dirty="0">
                <a:solidFill>
                  <a:srgbClr val="292934"/>
                </a:solidFill>
                <a:latin typeface="Roboto Condensed Light"/>
              </a:rPr>
              <a:t>:		&lt;GM&gt;</a:t>
            </a:r>
          </a:p>
          <a:p>
            <a:pPr algn="just" defTabSz="449263" fontAlgn="base">
              <a:spcBef>
                <a:spcPct val="0"/>
              </a:spcBef>
              <a:spcAft>
                <a:spcPts val="400"/>
              </a:spcAft>
              <a:buClr>
                <a:srgbClr val="000000"/>
              </a:buClr>
              <a:buSzPct val="100000"/>
              <a:defRPr/>
            </a:pPr>
            <a:r>
              <a:rPr lang="en-AU" sz="1000" b="1" dirty="0">
                <a:solidFill>
                  <a:srgbClr val="292934"/>
                </a:solidFill>
                <a:latin typeface="Roboto Condensed Light"/>
              </a:rPr>
              <a:t>Business Lead</a:t>
            </a:r>
            <a:r>
              <a:rPr lang="en-AU" sz="1000" dirty="0">
                <a:solidFill>
                  <a:srgbClr val="292934"/>
                </a:solidFill>
                <a:latin typeface="Roboto Condensed Light"/>
              </a:rPr>
              <a:t>:		&lt;Name&gt;</a:t>
            </a:r>
          </a:p>
          <a:p>
            <a:pPr algn="just" defTabSz="449263" fontAlgn="base">
              <a:spcBef>
                <a:spcPct val="0"/>
              </a:spcBef>
              <a:spcAft>
                <a:spcPts val="400"/>
              </a:spcAft>
              <a:buClr>
                <a:srgbClr val="000000"/>
              </a:buClr>
              <a:buSzPct val="100000"/>
              <a:defRPr/>
            </a:pPr>
            <a:r>
              <a:rPr lang="en-AU" sz="1000" b="1" dirty="0">
                <a:solidFill>
                  <a:srgbClr val="292934"/>
                </a:solidFill>
                <a:latin typeface="Roboto Condensed Light"/>
              </a:rPr>
              <a:t>Contributing Division(s): 	</a:t>
            </a:r>
            <a:r>
              <a:rPr lang="en-AU" sz="1000" dirty="0">
                <a:solidFill>
                  <a:srgbClr val="292934"/>
                </a:solidFill>
                <a:latin typeface="Roboto Condensed Light"/>
              </a:rPr>
              <a:t>&lt;Engineering&gt;</a:t>
            </a:r>
          </a:p>
          <a:p>
            <a:pPr algn="just" defTabSz="449263" fontAlgn="base">
              <a:spcBef>
                <a:spcPct val="0"/>
              </a:spcBef>
              <a:spcAft>
                <a:spcPts val="400"/>
              </a:spcAft>
              <a:buClr>
                <a:srgbClr val="000000"/>
              </a:buClr>
              <a:buSzPct val="100000"/>
              <a:defRPr/>
            </a:pPr>
            <a:r>
              <a:rPr lang="en-AU" sz="1000" dirty="0">
                <a:solidFill>
                  <a:srgbClr val="292934"/>
                </a:solidFill>
                <a:latin typeface="Roboto Condensed Light"/>
              </a:rPr>
              <a:t>			&lt;Finance&gt;</a:t>
            </a:r>
          </a:p>
          <a:p>
            <a:pPr algn="just" defTabSz="449263" fontAlgn="base">
              <a:spcBef>
                <a:spcPct val="0"/>
              </a:spcBef>
              <a:spcAft>
                <a:spcPts val="400"/>
              </a:spcAft>
              <a:buClr>
                <a:srgbClr val="000000"/>
              </a:buClr>
              <a:buSzPct val="100000"/>
              <a:defRPr/>
            </a:pPr>
            <a:r>
              <a:rPr lang="en-AU" sz="1000" dirty="0">
                <a:solidFill>
                  <a:srgbClr val="292934"/>
                </a:solidFill>
                <a:latin typeface="Roboto Condensed Light"/>
              </a:rPr>
              <a:t>			&lt;ICT&gt;	</a:t>
            </a:r>
          </a:p>
          <a:p>
            <a:pPr algn="just" defTabSz="449263" fontAlgn="base">
              <a:spcBef>
                <a:spcPct val="0"/>
              </a:spcBef>
              <a:spcAft>
                <a:spcPts val="400"/>
              </a:spcAft>
              <a:buClr>
                <a:srgbClr val="000000"/>
              </a:buClr>
              <a:buSzPct val="100000"/>
              <a:defRPr/>
            </a:pPr>
            <a:r>
              <a:rPr lang="en-AU" sz="1000" b="1" dirty="0">
                <a:solidFill>
                  <a:srgbClr val="292934"/>
                </a:solidFill>
                <a:latin typeface="Roboto Condensed Light"/>
              </a:rPr>
              <a:t>Team member</a:t>
            </a:r>
            <a:r>
              <a:rPr lang="en-AU" sz="1000" dirty="0">
                <a:solidFill>
                  <a:srgbClr val="292934"/>
                </a:solidFill>
                <a:latin typeface="Roboto Condensed Light"/>
              </a:rPr>
              <a:t>:		&lt;Name&gt;</a:t>
            </a:r>
          </a:p>
          <a:p>
            <a:pPr algn="just" defTabSz="449263" fontAlgn="base">
              <a:spcBef>
                <a:spcPct val="0"/>
              </a:spcBef>
              <a:spcAft>
                <a:spcPts val="400"/>
              </a:spcAft>
              <a:buClr>
                <a:srgbClr val="000000"/>
              </a:buClr>
              <a:buSzPct val="100000"/>
              <a:defRPr/>
            </a:pPr>
            <a:r>
              <a:rPr lang="en-AU" sz="1000" dirty="0">
                <a:solidFill>
                  <a:srgbClr val="292934"/>
                </a:solidFill>
                <a:latin typeface="Roboto Condensed Light"/>
              </a:rPr>
              <a:t>			&lt;Name&gt;</a:t>
            </a:r>
          </a:p>
          <a:p>
            <a:pPr algn="just" defTabSz="449263" fontAlgn="base">
              <a:spcBef>
                <a:spcPct val="0"/>
              </a:spcBef>
              <a:spcAft>
                <a:spcPts val="400"/>
              </a:spcAft>
              <a:buClr>
                <a:srgbClr val="000000"/>
              </a:buClr>
              <a:buSzPct val="100000"/>
              <a:defRPr/>
            </a:pPr>
            <a:r>
              <a:rPr lang="en-AU" sz="1000" dirty="0">
                <a:solidFill>
                  <a:srgbClr val="292934"/>
                </a:solidFill>
                <a:latin typeface="Roboto Condensed Light"/>
              </a:rPr>
              <a:t>			&lt;Name&gt;</a:t>
            </a:r>
          </a:p>
          <a:p>
            <a:pPr algn="just" defTabSz="449263" fontAlgn="base">
              <a:spcBef>
                <a:spcPct val="0"/>
              </a:spcBef>
              <a:spcAft>
                <a:spcPts val="400"/>
              </a:spcAft>
              <a:buClr>
                <a:srgbClr val="000000"/>
              </a:buClr>
              <a:buSzPct val="100000"/>
              <a:defRPr/>
            </a:pPr>
            <a:r>
              <a:rPr lang="en-AU" sz="1000" dirty="0">
                <a:solidFill>
                  <a:srgbClr val="292934"/>
                </a:solidFill>
                <a:latin typeface="Roboto Condensed Light"/>
              </a:rPr>
              <a:t>			&lt;Name&gt;</a:t>
            </a:r>
          </a:p>
        </p:txBody>
      </p:sp>
      <p:sp>
        <p:nvSpPr>
          <p:cNvPr id="15" name="Rectangle 14">
            <a:extLst>
              <a:ext uri="{FF2B5EF4-FFF2-40B4-BE49-F238E27FC236}">
                <a16:creationId xmlns:a16="http://schemas.microsoft.com/office/drawing/2014/main" id="{D75A28A0-C0CF-4BA8-84A6-59AB5CE4DE78}"/>
              </a:ext>
            </a:extLst>
          </p:cNvPr>
          <p:cNvSpPr/>
          <p:nvPr/>
        </p:nvSpPr>
        <p:spPr bwMode="auto">
          <a:xfrm>
            <a:off x="225514" y="2643267"/>
            <a:ext cx="3523920" cy="209256"/>
          </a:xfrm>
          <a:prstGeom prst="rect">
            <a:avLst/>
          </a:prstGeom>
          <a:solidFill>
            <a:srgbClr val="00B0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ctr" anchorCtr="0"/>
          <a:lstStyle/>
          <a:p>
            <a:pPr defTabSz="449263" fontAlgn="base">
              <a:spcBef>
                <a:spcPct val="0"/>
              </a:spcBef>
              <a:spcAft>
                <a:spcPct val="0"/>
              </a:spcAft>
              <a:buClr>
                <a:srgbClr val="000000"/>
              </a:buClr>
              <a:buSzPct val="100000"/>
              <a:defRPr/>
            </a:pPr>
            <a:r>
              <a:rPr lang="en-AU" sz="1200" b="1">
                <a:solidFill>
                  <a:srgbClr val="FFFFFF"/>
                </a:solidFill>
                <a:latin typeface="Roboto Condensed Light"/>
              </a:rPr>
              <a:t>Planning Considerations</a:t>
            </a:r>
          </a:p>
        </p:txBody>
      </p:sp>
      <p:sp>
        <p:nvSpPr>
          <p:cNvPr id="16" name="Rectangle 15">
            <a:extLst>
              <a:ext uri="{FF2B5EF4-FFF2-40B4-BE49-F238E27FC236}">
                <a16:creationId xmlns:a16="http://schemas.microsoft.com/office/drawing/2014/main" id="{34BCBB94-621E-4A5D-A9CC-E2AA6A224536}"/>
              </a:ext>
            </a:extLst>
          </p:cNvPr>
          <p:cNvSpPr/>
          <p:nvPr/>
        </p:nvSpPr>
        <p:spPr bwMode="auto">
          <a:xfrm>
            <a:off x="3818461" y="2643268"/>
            <a:ext cx="3523920" cy="209256"/>
          </a:xfrm>
          <a:prstGeom prst="rect">
            <a:avLst/>
          </a:prstGeom>
          <a:solidFill>
            <a:srgbClr val="00B0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ctr" anchorCtr="0"/>
          <a:lstStyle/>
          <a:p>
            <a:pPr defTabSz="449263" fontAlgn="base">
              <a:spcBef>
                <a:spcPct val="0"/>
              </a:spcBef>
              <a:spcAft>
                <a:spcPct val="0"/>
              </a:spcAft>
              <a:buClr>
                <a:srgbClr val="000000"/>
              </a:buClr>
              <a:buSzPct val="100000"/>
              <a:defRPr/>
            </a:pPr>
            <a:r>
              <a:rPr lang="en-AU" sz="1200" b="1">
                <a:solidFill>
                  <a:srgbClr val="FFFFFF"/>
                </a:solidFill>
                <a:latin typeface="Roboto Condensed Light"/>
              </a:rPr>
              <a:t>Delivery Approach</a:t>
            </a:r>
          </a:p>
        </p:txBody>
      </p:sp>
      <p:sp>
        <p:nvSpPr>
          <p:cNvPr id="19" name="Rectangle 18">
            <a:extLst>
              <a:ext uri="{FF2B5EF4-FFF2-40B4-BE49-F238E27FC236}">
                <a16:creationId xmlns:a16="http://schemas.microsoft.com/office/drawing/2014/main" id="{D307DA12-BC88-45FB-AB29-5D6C931A90A7}"/>
              </a:ext>
            </a:extLst>
          </p:cNvPr>
          <p:cNvSpPr/>
          <p:nvPr/>
        </p:nvSpPr>
        <p:spPr bwMode="auto">
          <a:xfrm>
            <a:off x="225514" y="2915849"/>
            <a:ext cx="3523921" cy="2906157"/>
          </a:xfrm>
          <a:prstGeom prst="rect">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defTabSz="449263" fontAlgn="base">
              <a:spcBef>
                <a:spcPct val="0"/>
              </a:spcBef>
              <a:spcAft>
                <a:spcPct val="0"/>
              </a:spcAft>
              <a:buClr>
                <a:srgbClr val="000000"/>
              </a:buClr>
              <a:buSzPct val="100000"/>
            </a:pPr>
            <a:r>
              <a:rPr lang="en-AU" sz="1000" dirty="0">
                <a:solidFill>
                  <a:srgbClr val="292934"/>
                </a:solidFill>
                <a:latin typeface="Roboto Condensed Light"/>
              </a:rPr>
              <a:t>Estimated Start period </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Within 3mths,.</a:t>
            </a:r>
          </a:p>
          <a:p>
            <a:pPr defTabSz="449263" fontAlgn="base">
              <a:spcBef>
                <a:spcPct val="0"/>
              </a:spcBef>
              <a:spcAft>
                <a:spcPct val="0"/>
              </a:spcAft>
              <a:buClr>
                <a:srgbClr val="000000"/>
              </a:buClr>
              <a:buSzPct val="100000"/>
            </a:pPr>
            <a:r>
              <a:rPr lang="en-AU" sz="1000" dirty="0">
                <a:solidFill>
                  <a:srgbClr val="292934"/>
                </a:solidFill>
                <a:latin typeface="Roboto Condensed Light"/>
              </a:rPr>
              <a:t>Estimated Cost. </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Is the internal labour only,</a:t>
            </a:r>
          </a:p>
          <a:p>
            <a:pPr defTabSz="449263" fontAlgn="base">
              <a:spcBef>
                <a:spcPct val="0"/>
              </a:spcBef>
              <a:spcAft>
                <a:spcPct val="0"/>
              </a:spcAft>
              <a:buClr>
                <a:srgbClr val="000000"/>
              </a:buClr>
              <a:buSzPct val="100000"/>
            </a:pPr>
            <a:r>
              <a:rPr lang="en-AU" sz="1000" dirty="0">
                <a:solidFill>
                  <a:srgbClr val="292934"/>
                </a:solidFill>
                <a:latin typeface="Roboto Condensed Light"/>
              </a:rPr>
              <a:t>Assumptions </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Some one will provide ongoing support to solution.</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Intune being the primary source of import data.</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Solution will be an adaption to a current process. </a:t>
            </a:r>
          </a:p>
          <a:p>
            <a:pPr defTabSz="449263" fontAlgn="base">
              <a:spcBef>
                <a:spcPct val="0"/>
              </a:spcBef>
              <a:spcAft>
                <a:spcPct val="0"/>
              </a:spcAft>
              <a:buClr>
                <a:srgbClr val="000000"/>
              </a:buClr>
              <a:buSzPct val="100000"/>
            </a:pPr>
            <a:r>
              <a:rPr lang="en-AU" sz="1000" dirty="0">
                <a:solidFill>
                  <a:srgbClr val="292934"/>
                </a:solidFill>
                <a:latin typeface="Roboto Condensed Light"/>
              </a:rPr>
              <a:t>Dependencies</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Incorporation of monitors is reliant on ‘HP Monitors Fleet Management’ project..</a:t>
            </a:r>
          </a:p>
          <a:p>
            <a:pPr defTabSz="449263" fontAlgn="base">
              <a:spcBef>
                <a:spcPct val="0"/>
              </a:spcBef>
              <a:spcAft>
                <a:spcPct val="0"/>
              </a:spcAft>
              <a:buClr>
                <a:srgbClr val="000000"/>
              </a:buClr>
              <a:buSzPct val="100000"/>
            </a:pPr>
            <a:r>
              <a:rPr lang="en-AU" sz="1000" dirty="0">
                <a:solidFill>
                  <a:srgbClr val="292934"/>
                </a:solidFill>
                <a:latin typeface="Roboto Condensed Light"/>
              </a:rPr>
              <a:t>Risk</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Risk of corrupting data on current asset management system.  Mitigated by testing in Development environment coupled with peer review and roll back options.</a:t>
            </a:r>
          </a:p>
          <a:p>
            <a:pPr defTabSz="449263" fontAlgn="base">
              <a:spcBef>
                <a:spcPct val="0"/>
              </a:spcBef>
              <a:spcAft>
                <a:spcPct val="0"/>
              </a:spcAft>
              <a:buClr>
                <a:srgbClr val="000000"/>
              </a:buClr>
              <a:buSzPct val="100000"/>
            </a:pPr>
            <a:r>
              <a:rPr lang="en-AU" sz="1000" dirty="0">
                <a:solidFill>
                  <a:srgbClr val="292934"/>
                </a:solidFill>
                <a:latin typeface="Roboto Condensed Light"/>
              </a:rPr>
              <a:t>Constraints</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Service Desk Duties</a:t>
            </a:r>
          </a:p>
          <a:p>
            <a:pPr marL="171450" indent="-171450" defTabSz="449263" fontAlgn="base">
              <a:spcBef>
                <a:spcPct val="0"/>
              </a:spcBef>
              <a:spcAft>
                <a:spcPct val="0"/>
              </a:spcAft>
              <a:buClr>
                <a:srgbClr val="000000"/>
              </a:buClr>
              <a:buSzPct val="100000"/>
              <a:buFont typeface="Arial" panose="020B0604020202020204" pitchFamily="34" charset="0"/>
              <a:buChar char="•"/>
            </a:pPr>
            <a:r>
              <a:rPr lang="en-AU" sz="1000" dirty="0">
                <a:solidFill>
                  <a:srgbClr val="292934"/>
                </a:solidFill>
                <a:latin typeface="Roboto Condensed Light"/>
              </a:rPr>
              <a:t>Quality of Asset Data / Data Sources</a:t>
            </a:r>
          </a:p>
          <a:p>
            <a:pPr marL="171450" indent="-171450" defTabSz="449263" fontAlgn="base">
              <a:spcBef>
                <a:spcPct val="0"/>
              </a:spcBef>
              <a:spcAft>
                <a:spcPct val="0"/>
              </a:spcAft>
              <a:buClr>
                <a:srgbClr val="000000"/>
              </a:buClr>
              <a:buSzPct val="100000"/>
              <a:buFont typeface="Arial" panose="020B0604020202020204" pitchFamily="34" charset="0"/>
              <a:buChar char="•"/>
            </a:pPr>
            <a:endParaRPr lang="en-AU" sz="1000" dirty="0">
              <a:solidFill>
                <a:srgbClr val="292934"/>
              </a:solidFill>
              <a:latin typeface="Roboto Condensed Light"/>
            </a:endParaRPr>
          </a:p>
          <a:p>
            <a:pPr marL="171450" indent="-171450" defTabSz="449263" fontAlgn="base">
              <a:spcBef>
                <a:spcPct val="0"/>
              </a:spcBef>
              <a:spcAft>
                <a:spcPct val="0"/>
              </a:spcAft>
              <a:buClr>
                <a:srgbClr val="000000"/>
              </a:buClr>
              <a:buSzPct val="100000"/>
              <a:buFont typeface="Arial" panose="020B0604020202020204" pitchFamily="34" charset="0"/>
              <a:buChar char="•"/>
            </a:pPr>
            <a:endParaRPr lang="en-AU" sz="1000" dirty="0">
              <a:solidFill>
                <a:srgbClr val="292934"/>
              </a:solidFill>
              <a:latin typeface="Roboto Condensed Light"/>
            </a:endParaRPr>
          </a:p>
        </p:txBody>
      </p:sp>
      <p:sp>
        <p:nvSpPr>
          <p:cNvPr id="20" name="Rectangle 19">
            <a:extLst>
              <a:ext uri="{FF2B5EF4-FFF2-40B4-BE49-F238E27FC236}">
                <a16:creationId xmlns:a16="http://schemas.microsoft.com/office/drawing/2014/main" id="{42B5F796-2812-4AA7-8386-3F1516DEB3E2}"/>
              </a:ext>
            </a:extLst>
          </p:cNvPr>
          <p:cNvSpPr/>
          <p:nvPr/>
        </p:nvSpPr>
        <p:spPr bwMode="auto">
          <a:xfrm>
            <a:off x="3818461" y="2915849"/>
            <a:ext cx="3553889" cy="2906157"/>
          </a:xfrm>
          <a:prstGeom prst="rect">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defTabSz="449263" fontAlgn="base">
              <a:spcBef>
                <a:spcPct val="0"/>
              </a:spcBef>
              <a:spcAft>
                <a:spcPts val="400"/>
              </a:spcAft>
              <a:buClr>
                <a:srgbClr val="000000"/>
              </a:buClr>
              <a:buSzPct val="100000"/>
              <a:defRPr/>
            </a:pPr>
            <a:r>
              <a:rPr lang="en-AU" sz="1000" dirty="0">
                <a:solidFill>
                  <a:srgbClr val="292934"/>
                </a:solidFill>
                <a:latin typeface="Roboto Condensed Light"/>
              </a:rPr>
              <a:t>Sprint 1</a:t>
            </a:r>
          </a:p>
          <a:p>
            <a:pPr marL="171450" indent="-171450" defTabSz="449263" fontAlgn="base">
              <a:spcBef>
                <a:spcPct val="0"/>
              </a:spcBef>
              <a:spcAft>
                <a:spcPts val="400"/>
              </a:spcAft>
              <a:buClr>
                <a:srgbClr val="000000"/>
              </a:buClr>
              <a:buSzPct val="100000"/>
              <a:buFont typeface="Arial" panose="020B0604020202020204" pitchFamily="34" charset="0"/>
              <a:buChar char="•"/>
              <a:defRPr/>
            </a:pPr>
            <a:r>
              <a:rPr lang="en-AU" sz="1000" dirty="0">
                <a:solidFill>
                  <a:srgbClr val="292934"/>
                </a:solidFill>
                <a:latin typeface="Roboto Condensed Light"/>
              </a:rPr>
              <a:t>Prototype script that generates the required output to update Snow Asset Management.</a:t>
            </a:r>
          </a:p>
          <a:p>
            <a:pPr marL="171450" indent="-171450" defTabSz="449263" fontAlgn="base">
              <a:spcBef>
                <a:spcPct val="0"/>
              </a:spcBef>
              <a:spcAft>
                <a:spcPts val="400"/>
              </a:spcAft>
              <a:buClr>
                <a:srgbClr val="000000"/>
              </a:buClr>
              <a:buSzPct val="100000"/>
              <a:buFont typeface="Arial" panose="020B0604020202020204" pitchFamily="34" charset="0"/>
              <a:buChar char="•"/>
              <a:defRPr/>
            </a:pPr>
            <a:r>
              <a:rPr lang="en-AU" sz="1000" dirty="0">
                <a:solidFill>
                  <a:srgbClr val="292934"/>
                </a:solidFill>
                <a:latin typeface="Roboto Condensed Light"/>
              </a:rPr>
              <a:t>Add functionality to manage Phones and computers.</a:t>
            </a:r>
          </a:p>
          <a:p>
            <a:pPr marL="171450" indent="-171450" defTabSz="449263" fontAlgn="base">
              <a:spcBef>
                <a:spcPct val="0"/>
              </a:spcBef>
              <a:spcAft>
                <a:spcPts val="400"/>
              </a:spcAft>
              <a:buClr>
                <a:srgbClr val="000000"/>
              </a:buClr>
              <a:buSzPct val="100000"/>
              <a:buFont typeface="Arial" panose="020B0604020202020204" pitchFamily="34" charset="0"/>
              <a:buChar char="•"/>
              <a:defRPr/>
            </a:pPr>
            <a:r>
              <a:rPr lang="en-AU" sz="1000" dirty="0">
                <a:solidFill>
                  <a:srgbClr val="292934"/>
                </a:solidFill>
                <a:latin typeface="Roboto Condensed Light"/>
              </a:rPr>
              <a:t>Add functionality to adjust mandatory fields in snow.</a:t>
            </a:r>
          </a:p>
          <a:p>
            <a:pPr marL="171450" indent="-171450" defTabSz="449263" fontAlgn="base">
              <a:spcBef>
                <a:spcPct val="0"/>
              </a:spcBef>
              <a:spcAft>
                <a:spcPts val="400"/>
              </a:spcAft>
              <a:buClr>
                <a:srgbClr val="000000"/>
              </a:buClr>
              <a:buSzPct val="100000"/>
              <a:buFont typeface="Arial" panose="020B0604020202020204" pitchFamily="34" charset="0"/>
              <a:buChar char="•"/>
              <a:defRPr/>
            </a:pPr>
            <a:r>
              <a:rPr lang="en-AU" sz="1000" dirty="0">
                <a:solidFill>
                  <a:srgbClr val="292934"/>
                </a:solidFill>
                <a:latin typeface="Roboto Condensed Light"/>
              </a:rPr>
              <a:t>Add error handling and portability.</a:t>
            </a:r>
          </a:p>
          <a:p>
            <a:pPr marL="171450" indent="-171450" defTabSz="449263" fontAlgn="base">
              <a:spcBef>
                <a:spcPct val="0"/>
              </a:spcBef>
              <a:spcAft>
                <a:spcPts val="400"/>
              </a:spcAft>
              <a:buClr>
                <a:srgbClr val="000000"/>
              </a:buClr>
              <a:buSzPct val="100000"/>
              <a:buFont typeface="Arial" panose="020B0604020202020204" pitchFamily="34" charset="0"/>
              <a:buChar char="•"/>
              <a:defRPr/>
            </a:pPr>
            <a:r>
              <a:rPr lang="en-AU" sz="1000" dirty="0">
                <a:solidFill>
                  <a:srgbClr val="292934"/>
                </a:solidFill>
                <a:latin typeface="Roboto Condensed Light"/>
              </a:rPr>
              <a:t>Create Training and support material.</a:t>
            </a:r>
          </a:p>
          <a:p>
            <a:pPr defTabSz="449263" fontAlgn="base">
              <a:spcBef>
                <a:spcPct val="0"/>
              </a:spcBef>
              <a:spcAft>
                <a:spcPts val="400"/>
              </a:spcAft>
              <a:buClr>
                <a:srgbClr val="000000"/>
              </a:buClr>
              <a:buSzPct val="100000"/>
              <a:defRPr/>
            </a:pPr>
            <a:r>
              <a:rPr lang="en-AU" sz="1000" dirty="0">
                <a:solidFill>
                  <a:srgbClr val="292934"/>
                </a:solidFill>
                <a:latin typeface="Roboto Condensed Light"/>
              </a:rPr>
              <a:t>Sprint 2</a:t>
            </a:r>
          </a:p>
          <a:p>
            <a:pPr marL="171450" indent="-171450" defTabSz="449263" fontAlgn="base">
              <a:spcBef>
                <a:spcPct val="0"/>
              </a:spcBef>
              <a:spcAft>
                <a:spcPts val="400"/>
              </a:spcAft>
              <a:buClr>
                <a:srgbClr val="000000"/>
              </a:buClr>
              <a:buSzPct val="100000"/>
              <a:buFont typeface="Arial" panose="020B0604020202020204" pitchFamily="34" charset="0"/>
              <a:buChar char="•"/>
              <a:defRPr/>
            </a:pPr>
            <a:r>
              <a:rPr lang="en-AU" sz="1000" dirty="0">
                <a:solidFill>
                  <a:srgbClr val="292934"/>
                </a:solidFill>
                <a:latin typeface="Roboto Condensed Light"/>
              </a:rPr>
              <a:t>Add functionality to include Monitors.</a:t>
            </a:r>
          </a:p>
          <a:p>
            <a:pPr marL="171450" indent="-171450" defTabSz="449263" fontAlgn="base">
              <a:spcBef>
                <a:spcPct val="0"/>
              </a:spcBef>
              <a:spcAft>
                <a:spcPts val="400"/>
              </a:spcAft>
              <a:buClr>
                <a:srgbClr val="000000"/>
              </a:buClr>
              <a:buSzPct val="100000"/>
              <a:buFont typeface="Arial" panose="020B0604020202020204" pitchFamily="34" charset="0"/>
              <a:buChar char="•"/>
              <a:defRPr/>
            </a:pPr>
            <a:r>
              <a:rPr lang="en-AU" sz="1000" dirty="0">
                <a:solidFill>
                  <a:srgbClr val="292934"/>
                </a:solidFill>
                <a:latin typeface="Roboto Condensed Light"/>
              </a:rPr>
              <a:t>Add functionality to update Purchase Orders and Costs</a:t>
            </a:r>
          </a:p>
          <a:p>
            <a:pPr defTabSz="449263" fontAlgn="base">
              <a:spcBef>
                <a:spcPct val="0"/>
              </a:spcBef>
              <a:spcAft>
                <a:spcPts val="400"/>
              </a:spcAft>
              <a:buClr>
                <a:srgbClr val="000000"/>
              </a:buClr>
              <a:buSzPct val="100000"/>
              <a:defRPr/>
            </a:pPr>
            <a:r>
              <a:rPr lang="en-AU" sz="1000" dirty="0">
                <a:solidFill>
                  <a:srgbClr val="292934"/>
                </a:solidFill>
                <a:latin typeface="Roboto Condensed Light"/>
              </a:rPr>
              <a:t>Sprint 3</a:t>
            </a:r>
          </a:p>
          <a:p>
            <a:pPr marL="171450" indent="-171450" defTabSz="449263" fontAlgn="base">
              <a:spcBef>
                <a:spcPct val="0"/>
              </a:spcBef>
              <a:spcAft>
                <a:spcPts val="400"/>
              </a:spcAft>
              <a:buClr>
                <a:srgbClr val="000000"/>
              </a:buClr>
              <a:buSzPct val="100000"/>
              <a:buFont typeface="Arial" panose="020B0604020202020204" pitchFamily="34" charset="0"/>
              <a:buChar char="•"/>
              <a:defRPr/>
            </a:pPr>
            <a:r>
              <a:rPr lang="en-AU" sz="1000" dirty="0">
                <a:solidFill>
                  <a:srgbClr val="292934"/>
                </a:solidFill>
                <a:latin typeface="Roboto Condensed Light"/>
              </a:rPr>
              <a:t>Add functionality to include peripherals and other devices from alternative data sources.</a:t>
            </a:r>
          </a:p>
          <a:p>
            <a:pPr defTabSz="449263" fontAlgn="base">
              <a:spcBef>
                <a:spcPct val="0"/>
              </a:spcBef>
              <a:spcAft>
                <a:spcPts val="400"/>
              </a:spcAft>
              <a:buClr>
                <a:srgbClr val="000000"/>
              </a:buClr>
              <a:buSzPct val="100000"/>
              <a:defRPr/>
            </a:pPr>
            <a:endParaRPr lang="en-AU" sz="1000" dirty="0">
              <a:solidFill>
                <a:srgbClr val="292934"/>
              </a:solidFill>
              <a:latin typeface="Roboto Condensed Light"/>
            </a:endParaRPr>
          </a:p>
        </p:txBody>
      </p:sp>
      <p:sp>
        <p:nvSpPr>
          <p:cNvPr id="27" name="Rectangle 26">
            <a:extLst>
              <a:ext uri="{FF2B5EF4-FFF2-40B4-BE49-F238E27FC236}">
                <a16:creationId xmlns:a16="http://schemas.microsoft.com/office/drawing/2014/main" id="{D8438A9C-EB05-4FBB-84AE-23B055BDFE77}"/>
              </a:ext>
            </a:extLst>
          </p:cNvPr>
          <p:cNvSpPr/>
          <p:nvPr/>
        </p:nvSpPr>
        <p:spPr bwMode="auto">
          <a:xfrm>
            <a:off x="7426767" y="2649305"/>
            <a:ext cx="3070935" cy="211676"/>
          </a:xfrm>
          <a:prstGeom prst="rect">
            <a:avLst/>
          </a:prstGeom>
          <a:solidFill>
            <a:srgbClr val="00B0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ctr" anchorCtr="0"/>
          <a:lstStyle/>
          <a:p>
            <a:pPr defTabSz="449263" fontAlgn="base">
              <a:spcBef>
                <a:spcPct val="0"/>
              </a:spcBef>
              <a:spcAft>
                <a:spcPct val="0"/>
              </a:spcAft>
              <a:buClr>
                <a:srgbClr val="000000"/>
              </a:buClr>
              <a:buSzPct val="100000"/>
              <a:defRPr/>
            </a:pPr>
            <a:r>
              <a:rPr lang="en-AU" sz="1200" b="1">
                <a:solidFill>
                  <a:srgbClr val="FFFFFF"/>
                </a:solidFill>
                <a:latin typeface="Roboto Condensed Light"/>
              </a:rPr>
              <a:t>Strategic Objectives</a:t>
            </a:r>
          </a:p>
        </p:txBody>
      </p:sp>
      <p:sp>
        <p:nvSpPr>
          <p:cNvPr id="90" name="Rectangle 89">
            <a:extLst>
              <a:ext uri="{FF2B5EF4-FFF2-40B4-BE49-F238E27FC236}">
                <a16:creationId xmlns:a16="http://schemas.microsoft.com/office/drawing/2014/main" id="{4C02FC07-ABF3-4DC3-AEAC-CA1C0D94D7D3}"/>
              </a:ext>
            </a:extLst>
          </p:cNvPr>
          <p:cNvSpPr/>
          <p:nvPr/>
        </p:nvSpPr>
        <p:spPr bwMode="auto">
          <a:xfrm>
            <a:off x="7411408" y="3900298"/>
            <a:ext cx="3131871" cy="177902"/>
          </a:xfrm>
          <a:prstGeom prst="rect">
            <a:avLst/>
          </a:prstGeom>
          <a:solidFill>
            <a:srgbClr val="00B0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ctr" anchorCtr="0"/>
          <a:lstStyle/>
          <a:p>
            <a:pPr defTabSz="449263" fontAlgn="base">
              <a:spcBef>
                <a:spcPct val="0"/>
              </a:spcBef>
              <a:spcAft>
                <a:spcPct val="0"/>
              </a:spcAft>
              <a:buClr>
                <a:srgbClr val="000000"/>
              </a:buClr>
              <a:buSzPct val="100000"/>
              <a:defRPr/>
            </a:pPr>
            <a:r>
              <a:rPr lang="en-AU" sz="1200" b="1">
                <a:solidFill>
                  <a:srgbClr val="FFFFFF"/>
                </a:solidFill>
                <a:latin typeface="Roboto Condensed Light"/>
              </a:rPr>
              <a:t>Delivery Parameters</a:t>
            </a:r>
          </a:p>
        </p:txBody>
      </p:sp>
      <p:sp>
        <p:nvSpPr>
          <p:cNvPr id="105" name="Rectangle 104">
            <a:extLst>
              <a:ext uri="{FF2B5EF4-FFF2-40B4-BE49-F238E27FC236}">
                <a16:creationId xmlns:a16="http://schemas.microsoft.com/office/drawing/2014/main" id="{935DB517-4846-4ABF-B886-3872404A019E}"/>
              </a:ext>
            </a:extLst>
          </p:cNvPr>
          <p:cNvSpPr/>
          <p:nvPr/>
        </p:nvSpPr>
        <p:spPr bwMode="auto">
          <a:xfrm>
            <a:off x="3782752" y="5875753"/>
            <a:ext cx="6714950" cy="196333"/>
          </a:xfrm>
          <a:prstGeom prst="rect">
            <a:avLst/>
          </a:prstGeom>
          <a:solidFill>
            <a:srgbClr val="00B0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ctr" anchorCtr="0"/>
          <a:lstStyle/>
          <a:p>
            <a:pPr defTabSz="449263" fontAlgn="base">
              <a:spcBef>
                <a:spcPct val="0"/>
              </a:spcBef>
              <a:spcAft>
                <a:spcPct val="0"/>
              </a:spcAft>
              <a:buClr>
                <a:srgbClr val="000000"/>
              </a:buClr>
              <a:buSzPct val="100000"/>
              <a:defRPr/>
            </a:pPr>
            <a:r>
              <a:rPr lang="en-AU" sz="1200" b="1" dirty="0">
                <a:solidFill>
                  <a:srgbClr val="FFFFFF"/>
                </a:solidFill>
                <a:latin typeface="Roboto Condensed Light"/>
              </a:rPr>
              <a:t>Approval Conditions &amp; Portfolio Fit</a:t>
            </a:r>
          </a:p>
        </p:txBody>
      </p:sp>
      <p:sp>
        <p:nvSpPr>
          <p:cNvPr id="106" name="Rectangle 105">
            <a:extLst>
              <a:ext uri="{FF2B5EF4-FFF2-40B4-BE49-F238E27FC236}">
                <a16:creationId xmlns:a16="http://schemas.microsoft.com/office/drawing/2014/main" id="{6BFB0AB0-9B20-4334-A4D8-DFE8F054D1A3}"/>
              </a:ext>
            </a:extLst>
          </p:cNvPr>
          <p:cNvSpPr/>
          <p:nvPr/>
        </p:nvSpPr>
        <p:spPr bwMode="auto">
          <a:xfrm>
            <a:off x="3782751" y="6127329"/>
            <a:ext cx="6694602" cy="615395"/>
          </a:xfrm>
          <a:prstGeom prst="rect">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marL="171450" indent="-171450" defTabSz="449263" fontAlgn="base">
              <a:spcBef>
                <a:spcPct val="0"/>
              </a:spcBef>
              <a:spcAft>
                <a:spcPts val="400"/>
              </a:spcAft>
              <a:buClr>
                <a:srgbClr val="000000"/>
              </a:buClr>
              <a:buSzPct val="100000"/>
              <a:buFont typeface="Arial" panose="020B0604020202020204" pitchFamily="34" charset="0"/>
              <a:buChar char="•"/>
            </a:pPr>
            <a:r>
              <a:rPr lang="en-AU" sz="1000" dirty="0">
                <a:solidFill>
                  <a:srgbClr val="292934"/>
                </a:solidFill>
                <a:latin typeface="Roboto Condensed Light"/>
              </a:rPr>
              <a:t>Will require Change Request.</a:t>
            </a:r>
          </a:p>
          <a:p>
            <a:pPr marL="171450" indent="-171450" defTabSz="449263" fontAlgn="base">
              <a:spcBef>
                <a:spcPct val="0"/>
              </a:spcBef>
              <a:spcAft>
                <a:spcPts val="400"/>
              </a:spcAft>
              <a:buClr>
                <a:srgbClr val="000000"/>
              </a:buClr>
              <a:buSzPct val="100000"/>
              <a:buFont typeface="Arial" panose="020B0604020202020204" pitchFamily="34" charset="0"/>
              <a:buChar char="•"/>
            </a:pPr>
            <a:r>
              <a:rPr lang="en-AU" sz="1000" dirty="0">
                <a:solidFill>
                  <a:srgbClr val="292934"/>
                </a:solidFill>
                <a:latin typeface="Roboto Condensed Light"/>
              </a:rPr>
              <a:t>Will require process change and training for Service Desk.</a:t>
            </a:r>
          </a:p>
        </p:txBody>
      </p:sp>
      <p:pic>
        <p:nvPicPr>
          <p:cNvPr id="3" name="Picture 2">
            <a:extLst>
              <a:ext uri="{FF2B5EF4-FFF2-40B4-BE49-F238E27FC236}">
                <a16:creationId xmlns:a16="http://schemas.microsoft.com/office/drawing/2014/main" id="{30FC6B59-A52C-4781-8189-1B1515307E42}"/>
              </a:ext>
            </a:extLst>
          </p:cNvPr>
          <p:cNvPicPr>
            <a:picLocks noChangeAspect="1"/>
          </p:cNvPicPr>
          <p:nvPr/>
        </p:nvPicPr>
        <p:blipFill>
          <a:blip r:embed="rId2"/>
          <a:stretch>
            <a:fillRect/>
          </a:stretch>
        </p:blipFill>
        <p:spPr>
          <a:xfrm>
            <a:off x="7372350" y="3003586"/>
            <a:ext cx="3340797" cy="479750"/>
          </a:xfrm>
          <a:prstGeom prst="rect">
            <a:avLst/>
          </a:prstGeom>
        </p:spPr>
      </p:pic>
      <p:pic>
        <p:nvPicPr>
          <p:cNvPr id="4" name="Picture 3">
            <a:extLst>
              <a:ext uri="{FF2B5EF4-FFF2-40B4-BE49-F238E27FC236}">
                <a16:creationId xmlns:a16="http://schemas.microsoft.com/office/drawing/2014/main" id="{E9A13A35-0A25-4CFE-9F9A-2FAD43587B65}"/>
              </a:ext>
            </a:extLst>
          </p:cNvPr>
          <p:cNvPicPr>
            <a:picLocks noChangeAspect="1"/>
          </p:cNvPicPr>
          <p:nvPr/>
        </p:nvPicPr>
        <p:blipFill>
          <a:blip r:embed="rId3"/>
          <a:stretch>
            <a:fillRect/>
          </a:stretch>
        </p:blipFill>
        <p:spPr>
          <a:xfrm>
            <a:off x="7354787" y="3350997"/>
            <a:ext cx="704851" cy="442123"/>
          </a:xfrm>
          <a:prstGeom prst="rect">
            <a:avLst/>
          </a:prstGeom>
        </p:spPr>
      </p:pic>
      <p:pic>
        <p:nvPicPr>
          <p:cNvPr id="7" name="Picture 6">
            <a:extLst>
              <a:ext uri="{FF2B5EF4-FFF2-40B4-BE49-F238E27FC236}">
                <a16:creationId xmlns:a16="http://schemas.microsoft.com/office/drawing/2014/main" id="{BC307914-64A1-42B1-8E31-BD18743F2B32}"/>
              </a:ext>
            </a:extLst>
          </p:cNvPr>
          <p:cNvPicPr>
            <a:picLocks noChangeAspect="1"/>
          </p:cNvPicPr>
          <p:nvPr/>
        </p:nvPicPr>
        <p:blipFill>
          <a:blip r:embed="rId4"/>
          <a:stretch>
            <a:fillRect/>
          </a:stretch>
        </p:blipFill>
        <p:spPr>
          <a:xfrm>
            <a:off x="8167849" y="3398619"/>
            <a:ext cx="685539" cy="395088"/>
          </a:xfrm>
          <a:prstGeom prst="rect">
            <a:avLst/>
          </a:prstGeom>
        </p:spPr>
      </p:pic>
      <p:pic>
        <p:nvPicPr>
          <p:cNvPr id="8" name="Picture 7">
            <a:extLst>
              <a:ext uri="{FF2B5EF4-FFF2-40B4-BE49-F238E27FC236}">
                <a16:creationId xmlns:a16="http://schemas.microsoft.com/office/drawing/2014/main" id="{4D219E5F-1A57-451C-9DBA-A8FAA21A25DA}"/>
              </a:ext>
            </a:extLst>
          </p:cNvPr>
          <p:cNvPicPr>
            <a:picLocks noChangeAspect="1"/>
          </p:cNvPicPr>
          <p:nvPr/>
        </p:nvPicPr>
        <p:blipFill>
          <a:blip r:embed="rId5"/>
          <a:stretch>
            <a:fillRect/>
          </a:stretch>
        </p:blipFill>
        <p:spPr>
          <a:xfrm>
            <a:off x="9016154" y="3413834"/>
            <a:ext cx="695195" cy="432716"/>
          </a:xfrm>
          <a:prstGeom prst="rect">
            <a:avLst/>
          </a:prstGeom>
        </p:spPr>
      </p:pic>
      <p:pic>
        <p:nvPicPr>
          <p:cNvPr id="9" name="Picture 8">
            <a:extLst>
              <a:ext uri="{FF2B5EF4-FFF2-40B4-BE49-F238E27FC236}">
                <a16:creationId xmlns:a16="http://schemas.microsoft.com/office/drawing/2014/main" id="{5F719AEB-D26C-44D2-89AB-6E2F9573B965}"/>
              </a:ext>
            </a:extLst>
          </p:cNvPr>
          <p:cNvPicPr>
            <a:picLocks noChangeAspect="1"/>
          </p:cNvPicPr>
          <p:nvPr/>
        </p:nvPicPr>
        <p:blipFill>
          <a:blip r:embed="rId6"/>
          <a:stretch>
            <a:fillRect/>
          </a:stretch>
        </p:blipFill>
        <p:spPr>
          <a:xfrm>
            <a:off x="9811815" y="3436048"/>
            <a:ext cx="753127" cy="329240"/>
          </a:xfrm>
          <a:prstGeom prst="rect">
            <a:avLst/>
          </a:prstGeom>
        </p:spPr>
      </p:pic>
      <p:sp>
        <p:nvSpPr>
          <p:cNvPr id="25" name="Oval 24">
            <a:extLst>
              <a:ext uri="{FF2B5EF4-FFF2-40B4-BE49-F238E27FC236}">
                <a16:creationId xmlns:a16="http://schemas.microsoft.com/office/drawing/2014/main" id="{5A011B5E-2B49-4D56-8AE8-769641809DAD}"/>
              </a:ext>
            </a:extLst>
          </p:cNvPr>
          <p:cNvSpPr/>
          <p:nvPr/>
        </p:nvSpPr>
        <p:spPr>
          <a:xfrm>
            <a:off x="7926881" y="3106403"/>
            <a:ext cx="115952" cy="9421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49263" fontAlgn="base">
              <a:spcBef>
                <a:spcPct val="0"/>
              </a:spcBef>
              <a:spcAft>
                <a:spcPct val="0"/>
              </a:spcAft>
              <a:buClr>
                <a:srgbClr val="000000"/>
              </a:buClr>
              <a:buSzPct val="100000"/>
            </a:pPr>
            <a:endParaRPr lang="en-AU">
              <a:solidFill>
                <a:prstClr val="white"/>
              </a:solidFill>
              <a:latin typeface="Roboto Condensed Light"/>
            </a:endParaRPr>
          </a:p>
        </p:txBody>
      </p:sp>
      <p:sp>
        <p:nvSpPr>
          <p:cNvPr id="26" name="Oval 25">
            <a:extLst>
              <a:ext uri="{FF2B5EF4-FFF2-40B4-BE49-F238E27FC236}">
                <a16:creationId xmlns:a16="http://schemas.microsoft.com/office/drawing/2014/main" id="{39AE0FE3-4780-4BE1-B9E7-50AD257804A9}"/>
              </a:ext>
            </a:extLst>
          </p:cNvPr>
          <p:cNvSpPr/>
          <p:nvPr/>
        </p:nvSpPr>
        <p:spPr>
          <a:xfrm>
            <a:off x="8786931" y="3106402"/>
            <a:ext cx="115952" cy="9421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49263" fontAlgn="base">
              <a:spcBef>
                <a:spcPct val="0"/>
              </a:spcBef>
              <a:spcAft>
                <a:spcPct val="0"/>
              </a:spcAft>
              <a:buClr>
                <a:srgbClr val="000000"/>
              </a:buClr>
              <a:buSzPct val="100000"/>
            </a:pPr>
            <a:endParaRPr lang="en-AU">
              <a:solidFill>
                <a:prstClr val="white"/>
              </a:solidFill>
              <a:latin typeface="Roboto Condensed Light"/>
            </a:endParaRPr>
          </a:p>
        </p:txBody>
      </p:sp>
      <p:sp>
        <p:nvSpPr>
          <p:cNvPr id="28" name="Oval 27">
            <a:extLst>
              <a:ext uri="{FF2B5EF4-FFF2-40B4-BE49-F238E27FC236}">
                <a16:creationId xmlns:a16="http://schemas.microsoft.com/office/drawing/2014/main" id="{B091940F-E849-4689-AF15-B9379DF6F13D}"/>
              </a:ext>
            </a:extLst>
          </p:cNvPr>
          <p:cNvSpPr/>
          <p:nvPr/>
        </p:nvSpPr>
        <p:spPr>
          <a:xfrm>
            <a:off x="9558544" y="3111651"/>
            <a:ext cx="115952" cy="94214"/>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49263" fontAlgn="base">
              <a:spcBef>
                <a:spcPct val="0"/>
              </a:spcBef>
              <a:spcAft>
                <a:spcPct val="0"/>
              </a:spcAft>
              <a:buClr>
                <a:srgbClr val="000000"/>
              </a:buClr>
              <a:buSzPct val="100000"/>
            </a:pPr>
            <a:endParaRPr lang="en-AU">
              <a:solidFill>
                <a:prstClr val="white"/>
              </a:solidFill>
              <a:latin typeface="Roboto Condensed Light"/>
            </a:endParaRPr>
          </a:p>
        </p:txBody>
      </p:sp>
      <p:sp>
        <p:nvSpPr>
          <p:cNvPr id="29" name="Oval 28">
            <a:extLst>
              <a:ext uri="{FF2B5EF4-FFF2-40B4-BE49-F238E27FC236}">
                <a16:creationId xmlns:a16="http://schemas.microsoft.com/office/drawing/2014/main" id="{65F531D6-62AE-41C6-AB79-FD3E6DEE46B6}"/>
              </a:ext>
            </a:extLst>
          </p:cNvPr>
          <p:cNvSpPr/>
          <p:nvPr/>
        </p:nvSpPr>
        <p:spPr>
          <a:xfrm>
            <a:off x="10361401" y="3101407"/>
            <a:ext cx="115952" cy="94214"/>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49263" fontAlgn="base">
              <a:spcBef>
                <a:spcPct val="0"/>
              </a:spcBef>
              <a:spcAft>
                <a:spcPct val="0"/>
              </a:spcAft>
              <a:buClr>
                <a:srgbClr val="000000"/>
              </a:buClr>
              <a:buSzPct val="100000"/>
            </a:pPr>
            <a:endParaRPr lang="en-AU">
              <a:solidFill>
                <a:prstClr val="white"/>
              </a:solidFill>
              <a:latin typeface="Roboto Condensed Light"/>
            </a:endParaRPr>
          </a:p>
        </p:txBody>
      </p:sp>
      <p:grpSp>
        <p:nvGrpSpPr>
          <p:cNvPr id="6" name="Group 5">
            <a:extLst>
              <a:ext uri="{FF2B5EF4-FFF2-40B4-BE49-F238E27FC236}">
                <a16:creationId xmlns:a16="http://schemas.microsoft.com/office/drawing/2014/main" id="{EDC70AE0-2C4D-D255-9346-81C5FDBB1137}"/>
              </a:ext>
            </a:extLst>
          </p:cNvPr>
          <p:cNvGrpSpPr/>
          <p:nvPr/>
        </p:nvGrpSpPr>
        <p:grpSpPr>
          <a:xfrm>
            <a:off x="7808916" y="4906477"/>
            <a:ext cx="2459307" cy="289632"/>
            <a:chOff x="3367373" y="2044599"/>
            <a:chExt cx="2459307" cy="289632"/>
          </a:xfrm>
        </p:grpSpPr>
        <p:sp>
          <p:nvSpPr>
            <p:cNvPr id="10" name="Rectangle 9">
              <a:extLst>
                <a:ext uri="{FF2B5EF4-FFF2-40B4-BE49-F238E27FC236}">
                  <a16:creationId xmlns:a16="http://schemas.microsoft.com/office/drawing/2014/main" id="{EE632577-54DB-C517-607B-139DC667EA8D}"/>
                </a:ext>
              </a:extLst>
            </p:cNvPr>
            <p:cNvSpPr/>
            <p:nvPr/>
          </p:nvSpPr>
          <p:spPr>
            <a:xfrm>
              <a:off x="3872798" y="2044599"/>
              <a:ext cx="510303" cy="289632"/>
            </a:xfrm>
            <a:prstGeom prst="rect">
              <a:avLst/>
            </a:prstGeom>
            <a:solidFill>
              <a:srgbClr val="66CBDA">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endParaRPr>
            </a:p>
          </p:txBody>
        </p:sp>
        <p:sp>
          <p:nvSpPr>
            <p:cNvPr id="17" name="Rectangle 16">
              <a:extLst>
                <a:ext uri="{FF2B5EF4-FFF2-40B4-BE49-F238E27FC236}">
                  <a16:creationId xmlns:a16="http://schemas.microsoft.com/office/drawing/2014/main" id="{3AF007DB-F7B9-FB6B-2EFD-EA6A6AC7179D}"/>
                </a:ext>
              </a:extLst>
            </p:cNvPr>
            <p:cNvSpPr/>
            <p:nvPr/>
          </p:nvSpPr>
          <p:spPr>
            <a:xfrm>
              <a:off x="4375295" y="2044599"/>
              <a:ext cx="484359" cy="289632"/>
            </a:xfrm>
            <a:prstGeom prst="rect">
              <a:avLst/>
            </a:prstGeom>
            <a:solidFill>
              <a:srgbClr val="66CBD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18" name="Rectangle 17">
              <a:extLst>
                <a:ext uri="{FF2B5EF4-FFF2-40B4-BE49-F238E27FC236}">
                  <a16:creationId xmlns:a16="http://schemas.microsoft.com/office/drawing/2014/main" id="{13B1004F-4993-2B73-A7C2-B19A797B41EF}"/>
                </a:ext>
              </a:extLst>
            </p:cNvPr>
            <p:cNvSpPr/>
            <p:nvPr/>
          </p:nvSpPr>
          <p:spPr>
            <a:xfrm>
              <a:off x="4858808" y="2044599"/>
              <a:ext cx="484359" cy="289632"/>
            </a:xfrm>
            <a:prstGeom prst="rect">
              <a:avLst/>
            </a:prstGeom>
            <a:solidFill>
              <a:srgbClr val="66CBDA">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21" name="Rectangle 20">
              <a:extLst>
                <a:ext uri="{FF2B5EF4-FFF2-40B4-BE49-F238E27FC236}">
                  <a16:creationId xmlns:a16="http://schemas.microsoft.com/office/drawing/2014/main" id="{D080088C-104A-3A83-378B-A992D986178D}"/>
                </a:ext>
              </a:extLst>
            </p:cNvPr>
            <p:cNvSpPr/>
            <p:nvPr/>
          </p:nvSpPr>
          <p:spPr>
            <a:xfrm>
              <a:off x="5316377" y="2044599"/>
              <a:ext cx="510303" cy="289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rPr>
                <a:t>&gt; 2M</a:t>
              </a:r>
            </a:p>
          </p:txBody>
        </p:sp>
        <p:sp>
          <p:nvSpPr>
            <p:cNvPr id="22" name="Rectangle 21">
              <a:extLst>
                <a:ext uri="{FF2B5EF4-FFF2-40B4-BE49-F238E27FC236}">
                  <a16:creationId xmlns:a16="http://schemas.microsoft.com/office/drawing/2014/main" id="{F5AFD793-68DE-A13C-6304-B64A088A3A2D}"/>
                </a:ext>
              </a:extLst>
            </p:cNvPr>
            <p:cNvSpPr/>
            <p:nvPr/>
          </p:nvSpPr>
          <p:spPr>
            <a:xfrm>
              <a:off x="3367373" y="2044599"/>
              <a:ext cx="510303" cy="289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rPr>
                <a:t>&lt; 250k</a:t>
              </a:r>
            </a:p>
          </p:txBody>
        </p:sp>
      </p:grpSp>
      <p:grpSp>
        <p:nvGrpSpPr>
          <p:cNvPr id="23" name="Group 22">
            <a:extLst>
              <a:ext uri="{FF2B5EF4-FFF2-40B4-BE49-F238E27FC236}">
                <a16:creationId xmlns:a16="http://schemas.microsoft.com/office/drawing/2014/main" id="{A520AE8F-26AC-72BB-8407-278919B376F7}"/>
              </a:ext>
            </a:extLst>
          </p:cNvPr>
          <p:cNvGrpSpPr/>
          <p:nvPr/>
        </p:nvGrpSpPr>
        <p:grpSpPr>
          <a:xfrm>
            <a:off x="7801295" y="5261766"/>
            <a:ext cx="2466265" cy="289632"/>
            <a:chOff x="3359752" y="2399888"/>
            <a:chExt cx="2466265" cy="289632"/>
          </a:xfrm>
        </p:grpSpPr>
        <p:sp>
          <p:nvSpPr>
            <p:cNvPr id="24" name="Rectangle 23">
              <a:extLst>
                <a:ext uri="{FF2B5EF4-FFF2-40B4-BE49-F238E27FC236}">
                  <a16:creationId xmlns:a16="http://schemas.microsoft.com/office/drawing/2014/main" id="{A85C4DAA-5469-8594-11E5-D46B16649F4C}"/>
                </a:ext>
              </a:extLst>
            </p:cNvPr>
            <p:cNvSpPr/>
            <p:nvPr/>
          </p:nvSpPr>
          <p:spPr>
            <a:xfrm>
              <a:off x="3865177" y="2399888"/>
              <a:ext cx="510302" cy="289632"/>
            </a:xfrm>
            <a:prstGeom prst="rect">
              <a:avLst/>
            </a:prstGeom>
            <a:solidFill>
              <a:srgbClr val="66CBDA">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endParaRPr>
            </a:p>
          </p:txBody>
        </p:sp>
        <p:sp>
          <p:nvSpPr>
            <p:cNvPr id="30" name="Rectangle 29">
              <a:extLst>
                <a:ext uri="{FF2B5EF4-FFF2-40B4-BE49-F238E27FC236}">
                  <a16:creationId xmlns:a16="http://schemas.microsoft.com/office/drawing/2014/main" id="{0CCDF3AB-5A61-7C45-A2E6-45A91AFD6A69}"/>
                </a:ext>
              </a:extLst>
            </p:cNvPr>
            <p:cNvSpPr/>
            <p:nvPr/>
          </p:nvSpPr>
          <p:spPr>
            <a:xfrm>
              <a:off x="4374632" y="2399888"/>
              <a:ext cx="484359" cy="289632"/>
            </a:xfrm>
            <a:prstGeom prst="rect">
              <a:avLst/>
            </a:prstGeom>
            <a:solidFill>
              <a:srgbClr val="66CBD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31" name="Rectangle 30">
              <a:extLst>
                <a:ext uri="{FF2B5EF4-FFF2-40B4-BE49-F238E27FC236}">
                  <a16:creationId xmlns:a16="http://schemas.microsoft.com/office/drawing/2014/main" id="{4064A5B4-60E0-82F5-E3DC-5E8460ACAFD1}"/>
                </a:ext>
              </a:extLst>
            </p:cNvPr>
            <p:cNvSpPr/>
            <p:nvPr/>
          </p:nvSpPr>
          <p:spPr>
            <a:xfrm>
              <a:off x="4858145" y="2399888"/>
              <a:ext cx="484359" cy="289632"/>
            </a:xfrm>
            <a:prstGeom prst="rect">
              <a:avLst/>
            </a:prstGeom>
            <a:solidFill>
              <a:srgbClr val="66CBDA">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32" name="Rectangle 31">
              <a:extLst>
                <a:ext uri="{FF2B5EF4-FFF2-40B4-BE49-F238E27FC236}">
                  <a16:creationId xmlns:a16="http://schemas.microsoft.com/office/drawing/2014/main" id="{3DC9E4A9-A13D-AADA-BF48-D201AC91BEAD}"/>
                </a:ext>
              </a:extLst>
            </p:cNvPr>
            <p:cNvSpPr/>
            <p:nvPr/>
          </p:nvSpPr>
          <p:spPr>
            <a:xfrm>
              <a:off x="5315715" y="2399888"/>
              <a:ext cx="510302" cy="289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rPr>
                <a:t>&gt; 24m</a:t>
              </a:r>
            </a:p>
          </p:txBody>
        </p:sp>
        <p:sp>
          <p:nvSpPr>
            <p:cNvPr id="33" name="Rectangle 32">
              <a:extLst>
                <a:ext uri="{FF2B5EF4-FFF2-40B4-BE49-F238E27FC236}">
                  <a16:creationId xmlns:a16="http://schemas.microsoft.com/office/drawing/2014/main" id="{730DABA7-3726-EB0A-9D32-FA577F04BED7}"/>
                </a:ext>
              </a:extLst>
            </p:cNvPr>
            <p:cNvSpPr/>
            <p:nvPr/>
          </p:nvSpPr>
          <p:spPr>
            <a:xfrm>
              <a:off x="3359752" y="2399888"/>
              <a:ext cx="510303" cy="289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rPr>
                <a:t>&lt; 6m</a:t>
              </a:r>
            </a:p>
          </p:txBody>
        </p:sp>
      </p:grpSp>
      <p:grpSp>
        <p:nvGrpSpPr>
          <p:cNvPr id="34" name="Group 33">
            <a:extLst>
              <a:ext uri="{FF2B5EF4-FFF2-40B4-BE49-F238E27FC236}">
                <a16:creationId xmlns:a16="http://schemas.microsoft.com/office/drawing/2014/main" id="{6210C43B-E85C-CAC1-9925-8BC19D85795B}"/>
              </a:ext>
            </a:extLst>
          </p:cNvPr>
          <p:cNvGrpSpPr/>
          <p:nvPr/>
        </p:nvGrpSpPr>
        <p:grpSpPr>
          <a:xfrm>
            <a:off x="7801295" y="4556728"/>
            <a:ext cx="2466265" cy="284093"/>
            <a:chOff x="3359752" y="1694850"/>
            <a:chExt cx="2466265" cy="284093"/>
          </a:xfrm>
        </p:grpSpPr>
        <p:sp>
          <p:nvSpPr>
            <p:cNvPr id="35" name="Rectangle 34">
              <a:extLst>
                <a:ext uri="{FF2B5EF4-FFF2-40B4-BE49-F238E27FC236}">
                  <a16:creationId xmlns:a16="http://schemas.microsoft.com/office/drawing/2014/main" id="{841B55C7-E39E-8AC4-0EDB-19DE26EEF8D9}"/>
                </a:ext>
              </a:extLst>
            </p:cNvPr>
            <p:cNvSpPr/>
            <p:nvPr/>
          </p:nvSpPr>
          <p:spPr>
            <a:xfrm>
              <a:off x="3865177" y="1694850"/>
              <a:ext cx="510302" cy="284093"/>
            </a:xfrm>
            <a:prstGeom prst="rect">
              <a:avLst/>
            </a:prstGeom>
            <a:solidFill>
              <a:srgbClr val="66CBDA">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endParaRPr>
            </a:p>
          </p:txBody>
        </p:sp>
        <p:sp>
          <p:nvSpPr>
            <p:cNvPr id="36" name="Rectangle 35">
              <a:extLst>
                <a:ext uri="{FF2B5EF4-FFF2-40B4-BE49-F238E27FC236}">
                  <a16:creationId xmlns:a16="http://schemas.microsoft.com/office/drawing/2014/main" id="{D33AE96B-0D5F-9154-93A9-148C9F03316C}"/>
                </a:ext>
              </a:extLst>
            </p:cNvPr>
            <p:cNvSpPr/>
            <p:nvPr/>
          </p:nvSpPr>
          <p:spPr>
            <a:xfrm>
              <a:off x="4374632" y="1694850"/>
              <a:ext cx="484359" cy="284093"/>
            </a:xfrm>
            <a:prstGeom prst="rect">
              <a:avLst/>
            </a:prstGeom>
            <a:solidFill>
              <a:srgbClr val="66CBD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37" name="Rectangle 36">
              <a:extLst>
                <a:ext uri="{FF2B5EF4-FFF2-40B4-BE49-F238E27FC236}">
                  <a16:creationId xmlns:a16="http://schemas.microsoft.com/office/drawing/2014/main" id="{24AACA3C-C740-244E-DD17-2713C17289B6}"/>
                </a:ext>
              </a:extLst>
            </p:cNvPr>
            <p:cNvSpPr/>
            <p:nvPr/>
          </p:nvSpPr>
          <p:spPr>
            <a:xfrm>
              <a:off x="4858145" y="1694850"/>
              <a:ext cx="484359" cy="284093"/>
            </a:xfrm>
            <a:prstGeom prst="rect">
              <a:avLst/>
            </a:prstGeom>
            <a:solidFill>
              <a:srgbClr val="66CBDA">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38" name="Rectangle 37">
              <a:extLst>
                <a:ext uri="{FF2B5EF4-FFF2-40B4-BE49-F238E27FC236}">
                  <a16:creationId xmlns:a16="http://schemas.microsoft.com/office/drawing/2014/main" id="{A8C47A39-D58D-C7BD-4537-F58FDD08F353}"/>
                </a:ext>
              </a:extLst>
            </p:cNvPr>
            <p:cNvSpPr/>
            <p:nvPr/>
          </p:nvSpPr>
          <p:spPr>
            <a:xfrm>
              <a:off x="5315715" y="1694850"/>
              <a:ext cx="510302" cy="284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rPr>
                <a:t>High</a:t>
              </a:r>
            </a:p>
          </p:txBody>
        </p:sp>
        <p:sp>
          <p:nvSpPr>
            <p:cNvPr id="39" name="Rectangle 38">
              <a:extLst>
                <a:ext uri="{FF2B5EF4-FFF2-40B4-BE49-F238E27FC236}">
                  <a16:creationId xmlns:a16="http://schemas.microsoft.com/office/drawing/2014/main" id="{B8A329CE-F885-6BD6-CC90-16740C0994A1}"/>
                </a:ext>
              </a:extLst>
            </p:cNvPr>
            <p:cNvSpPr/>
            <p:nvPr/>
          </p:nvSpPr>
          <p:spPr>
            <a:xfrm>
              <a:off x="3359752" y="1694850"/>
              <a:ext cx="510303" cy="284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rPr>
                <a:t>Low</a:t>
              </a:r>
            </a:p>
          </p:txBody>
        </p:sp>
      </p:grpSp>
      <p:grpSp>
        <p:nvGrpSpPr>
          <p:cNvPr id="40" name="Group 39">
            <a:extLst>
              <a:ext uri="{FF2B5EF4-FFF2-40B4-BE49-F238E27FC236}">
                <a16:creationId xmlns:a16="http://schemas.microsoft.com/office/drawing/2014/main" id="{9203D9FA-3FF5-12C0-DC71-A4ECE805F677}"/>
              </a:ext>
            </a:extLst>
          </p:cNvPr>
          <p:cNvGrpSpPr/>
          <p:nvPr/>
        </p:nvGrpSpPr>
        <p:grpSpPr>
          <a:xfrm>
            <a:off x="7803741" y="4212668"/>
            <a:ext cx="2464032" cy="278404"/>
            <a:chOff x="3362198" y="1350790"/>
            <a:chExt cx="2464032" cy="278404"/>
          </a:xfrm>
        </p:grpSpPr>
        <p:sp>
          <p:nvSpPr>
            <p:cNvPr id="41" name="Rectangle 40">
              <a:extLst>
                <a:ext uri="{FF2B5EF4-FFF2-40B4-BE49-F238E27FC236}">
                  <a16:creationId xmlns:a16="http://schemas.microsoft.com/office/drawing/2014/main" id="{655DB6BF-3AC2-F3C3-ADE2-2B74E982D630}"/>
                </a:ext>
              </a:extLst>
            </p:cNvPr>
            <p:cNvSpPr/>
            <p:nvPr/>
          </p:nvSpPr>
          <p:spPr>
            <a:xfrm>
              <a:off x="3867165" y="1350790"/>
              <a:ext cx="509841" cy="278404"/>
            </a:xfrm>
            <a:prstGeom prst="rect">
              <a:avLst/>
            </a:prstGeom>
            <a:solidFill>
              <a:srgbClr val="66CBDA">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42" name="Rectangle 41">
              <a:extLst>
                <a:ext uri="{FF2B5EF4-FFF2-40B4-BE49-F238E27FC236}">
                  <a16:creationId xmlns:a16="http://schemas.microsoft.com/office/drawing/2014/main" id="{3189FA39-D4A7-E0B1-59BE-7EB394C9E330}"/>
                </a:ext>
              </a:extLst>
            </p:cNvPr>
            <p:cNvSpPr/>
            <p:nvPr/>
          </p:nvSpPr>
          <p:spPr>
            <a:xfrm>
              <a:off x="4376159" y="1350790"/>
              <a:ext cx="483921" cy="278404"/>
            </a:xfrm>
            <a:prstGeom prst="rect">
              <a:avLst/>
            </a:prstGeom>
            <a:solidFill>
              <a:srgbClr val="66CBD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43" name="Rectangle 42">
              <a:extLst>
                <a:ext uri="{FF2B5EF4-FFF2-40B4-BE49-F238E27FC236}">
                  <a16:creationId xmlns:a16="http://schemas.microsoft.com/office/drawing/2014/main" id="{2421B18D-B2CE-CCC6-CAA2-6A2FEF3F73D7}"/>
                </a:ext>
              </a:extLst>
            </p:cNvPr>
            <p:cNvSpPr/>
            <p:nvPr/>
          </p:nvSpPr>
          <p:spPr>
            <a:xfrm>
              <a:off x="4859234" y="1350790"/>
              <a:ext cx="483921" cy="278404"/>
            </a:xfrm>
            <a:prstGeom prst="rect">
              <a:avLst/>
            </a:prstGeom>
            <a:solidFill>
              <a:srgbClr val="66CBDA">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800" b="0" i="0" u="none" strike="noStrike" kern="1200" cap="none" spc="0" normalizeH="0" baseline="0" noProof="0">
                <a:ln>
                  <a:noFill/>
                </a:ln>
                <a:solidFill>
                  <a:srgbClr val="FFFFFF"/>
                </a:solidFill>
                <a:effectLst/>
                <a:uLnTx/>
                <a:uFillTx/>
                <a:latin typeface="Roboto Condensed Light"/>
                <a:ea typeface="+mn-ea"/>
                <a:cs typeface="+mn-cs"/>
              </a:endParaRPr>
            </a:p>
          </p:txBody>
        </p:sp>
        <p:sp>
          <p:nvSpPr>
            <p:cNvPr id="44" name="Rectangle 43">
              <a:extLst>
                <a:ext uri="{FF2B5EF4-FFF2-40B4-BE49-F238E27FC236}">
                  <a16:creationId xmlns:a16="http://schemas.microsoft.com/office/drawing/2014/main" id="{79EA46E4-93C5-3202-43A0-371D3FFF09F6}"/>
                </a:ext>
              </a:extLst>
            </p:cNvPr>
            <p:cNvSpPr/>
            <p:nvPr/>
          </p:nvSpPr>
          <p:spPr>
            <a:xfrm>
              <a:off x="5316389" y="1350790"/>
              <a:ext cx="509841" cy="2784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rPr>
                <a:t>High</a:t>
              </a:r>
            </a:p>
          </p:txBody>
        </p:sp>
        <p:sp>
          <p:nvSpPr>
            <p:cNvPr id="45" name="Rectangle 44">
              <a:extLst>
                <a:ext uri="{FF2B5EF4-FFF2-40B4-BE49-F238E27FC236}">
                  <a16:creationId xmlns:a16="http://schemas.microsoft.com/office/drawing/2014/main" id="{477B1F73-A60F-3692-6F42-B7A5398489CC}"/>
                </a:ext>
              </a:extLst>
            </p:cNvPr>
            <p:cNvSpPr/>
            <p:nvPr/>
          </p:nvSpPr>
          <p:spPr>
            <a:xfrm>
              <a:off x="3362198" y="1350790"/>
              <a:ext cx="509841" cy="2784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kumimoji="0" lang="en-AU" sz="800" b="0" i="0" u="none" strike="noStrike" kern="1200" cap="none" spc="0" normalizeH="0" baseline="0" noProof="0">
                  <a:ln>
                    <a:noFill/>
                  </a:ln>
                  <a:solidFill>
                    <a:prstClr val="white">
                      <a:lumMod val="50000"/>
                    </a:prstClr>
                  </a:solidFill>
                  <a:effectLst/>
                  <a:uLnTx/>
                  <a:uFillTx/>
                  <a:latin typeface="Roboto Condensed Light"/>
                  <a:ea typeface="+mn-ea"/>
                  <a:cs typeface="+mn-cs"/>
                </a:rPr>
                <a:t>Low</a:t>
              </a:r>
            </a:p>
          </p:txBody>
        </p:sp>
      </p:grpSp>
      <p:grpSp>
        <p:nvGrpSpPr>
          <p:cNvPr id="46" name="Group 45">
            <a:extLst>
              <a:ext uri="{FF2B5EF4-FFF2-40B4-BE49-F238E27FC236}">
                <a16:creationId xmlns:a16="http://schemas.microsoft.com/office/drawing/2014/main" id="{74CD706C-D77E-E348-764D-88EE8EF96928}"/>
              </a:ext>
            </a:extLst>
          </p:cNvPr>
          <p:cNvGrpSpPr/>
          <p:nvPr/>
        </p:nvGrpSpPr>
        <p:grpSpPr>
          <a:xfrm>
            <a:off x="7433154" y="4906477"/>
            <a:ext cx="270000" cy="270000"/>
            <a:chOff x="4788024" y="6539628"/>
            <a:chExt cx="270000" cy="270000"/>
          </a:xfrm>
        </p:grpSpPr>
        <p:sp>
          <p:nvSpPr>
            <p:cNvPr id="47" name="Oval 46">
              <a:extLst>
                <a:ext uri="{FF2B5EF4-FFF2-40B4-BE49-F238E27FC236}">
                  <a16:creationId xmlns:a16="http://schemas.microsoft.com/office/drawing/2014/main" id="{E5112F8D-4916-2098-4F0C-2623F68642DD}"/>
                </a:ext>
              </a:extLst>
            </p:cNvPr>
            <p:cNvSpPr>
              <a:spLocks noChangeArrowheads="1"/>
            </p:cNvSpPr>
            <p:nvPr/>
          </p:nvSpPr>
          <p:spPr bwMode="auto">
            <a:xfrm>
              <a:off x="4788024" y="6539628"/>
              <a:ext cx="270000" cy="270000"/>
            </a:xfrm>
            <a:prstGeom prst="ellipse">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marL="0" marR="0" lvl="0" indent="0" algn="l" defTabSz="449263" rtl="0" eaLnBrk="1" fontAlgn="base" latinLnBrk="0" hangingPunct="1">
                <a:lnSpc>
                  <a:spcPct val="100000"/>
                </a:lnSpc>
                <a:spcBef>
                  <a:spcPct val="0"/>
                </a:spcBef>
                <a:spcAft>
                  <a:spcPts val="400"/>
                </a:spcAft>
                <a:buClr>
                  <a:srgbClr val="000000"/>
                </a:buClr>
                <a:buSzPct val="100000"/>
                <a:buFont typeface="Times New Roman" pitchFamily="16" charset="0"/>
                <a:buNone/>
                <a:tabLst/>
                <a:defRPr/>
              </a:pPr>
              <a:endParaRPr kumimoji="0" lang="en-IE" sz="1000" b="0" i="0" u="none" strike="noStrike" kern="1200" cap="none" spc="0" normalizeH="0" baseline="0" noProof="0">
                <a:ln>
                  <a:noFill/>
                </a:ln>
                <a:solidFill>
                  <a:srgbClr val="292934"/>
                </a:solidFill>
                <a:effectLst/>
                <a:uLnTx/>
                <a:uFillTx/>
                <a:latin typeface="Roboto Condensed Light"/>
                <a:ea typeface="+mn-ea"/>
                <a:cs typeface="+mn-cs"/>
              </a:endParaRPr>
            </a:p>
          </p:txBody>
        </p:sp>
        <p:grpSp>
          <p:nvGrpSpPr>
            <p:cNvPr id="48" name="Group 47">
              <a:extLst>
                <a:ext uri="{FF2B5EF4-FFF2-40B4-BE49-F238E27FC236}">
                  <a16:creationId xmlns:a16="http://schemas.microsoft.com/office/drawing/2014/main" id="{A60A26E9-E3E2-57C1-D204-76CD0F43A765}"/>
                </a:ext>
              </a:extLst>
            </p:cNvPr>
            <p:cNvGrpSpPr>
              <a:grpSpLocks noChangeAspect="1"/>
            </p:cNvGrpSpPr>
            <p:nvPr/>
          </p:nvGrpSpPr>
          <p:grpSpPr>
            <a:xfrm>
              <a:off x="4820154" y="6571758"/>
              <a:ext cx="205740" cy="205740"/>
              <a:chOff x="7074248" y="3718960"/>
              <a:chExt cx="914400" cy="914400"/>
            </a:xfrm>
          </p:grpSpPr>
          <p:pic>
            <p:nvPicPr>
              <p:cNvPr id="49" name="Graphic 48" descr="Laptop">
                <a:extLst>
                  <a:ext uri="{FF2B5EF4-FFF2-40B4-BE49-F238E27FC236}">
                    <a16:creationId xmlns:a16="http://schemas.microsoft.com/office/drawing/2014/main" id="{F523D405-E9BF-4102-BE4E-92ED9028850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74248" y="3718960"/>
                <a:ext cx="914400" cy="914400"/>
              </a:xfrm>
              <a:prstGeom prst="rect">
                <a:avLst/>
              </a:prstGeom>
            </p:spPr>
          </p:pic>
          <p:pic>
            <p:nvPicPr>
              <p:cNvPr id="50" name="Graphic 49" descr="Dollar">
                <a:extLst>
                  <a:ext uri="{FF2B5EF4-FFF2-40B4-BE49-F238E27FC236}">
                    <a16:creationId xmlns:a16="http://schemas.microsoft.com/office/drawing/2014/main" id="{16BD6E8B-0A7C-2A45-F967-EA1C032630C2}"/>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374654" y="3978081"/>
                <a:ext cx="304360" cy="304360"/>
              </a:xfrm>
              <a:prstGeom prst="rect">
                <a:avLst/>
              </a:prstGeom>
            </p:spPr>
          </p:pic>
        </p:grpSp>
      </p:grpSp>
      <p:grpSp>
        <p:nvGrpSpPr>
          <p:cNvPr id="51" name="Group 50">
            <a:extLst>
              <a:ext uri="{FF2B5EF4-FFF2-40B4-BE49-F238E27FC236}">
                <a16:creationId xmlns:a16="http://schemas.microsoft.com/office/drawing/2014/main" id="{1D0330D8-2A30-1C3D-701C-C46B4312CD8D}"/>
              </a:ext>
            </a:extLst>
          </p:cNvPr>
          <p:cNvGrpSpPr/>
          <p:nvPr/>
        </p:nvGrpSpPr>
        <p:grpSpPr>
          <a:xfrm>
            <a:off x="7433154" y="4556728"/>
            <a:ext cx="270000" cy="270000"/>
            <a:chOff x="3513524" y="6539628"/>
            <a:chExt cx="270000" cy="270000"/>
          </a:xfrm>
        </p:grpSpPr>
        <p:sp>
          <p:nvSpPr>
            <p:cNvPr id="52" name="Oval 51">
              <a:extLst>
                <a:ext uri="{FF2B5EF4-FFF2-40B4-BE49-F238E27FC236}">
                  <a16:creationId xmlns:a16="http://schemas.microsoft.com/office/drawing/2014/main" id="{28257716-99B8-9153-8B94-6255770C7E3D}"/>
                </a:ext>
              </a:extLst>
            </p:cNvPr>
            <p:cNvSpPr>
              <a:spLocks noChangeArrowheads="1"/>
            </p:cNvSpPr>
            <p:nvPr/>
          </p:nvSpPr>
          <p:spPr bwMode="auto">
            <a:xfrm>
              <a:off x="3513524" y="6539628"/>
              <a:ext cx="270000" cy="270000"/>
            </a:xfrm>
            <a:prstGeom prst="ellipse">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marL="0" marR="0" lvl="0" indent="0" algn="l" defTabSz="449263" rtl="0" eaLnBrk="1" fontAlgn="base" latinLnBrk="0" hangingPunct="1">
                <a:lnSpc>
                  <a:spcPct val="100000"/>
                </a:lnSpc>
                <a:spcBef>
                  <a:spcPct val="0"/>
                </a:spcBef>
                <a:spcAft>
                  <a:spcPts val="400"/>
                </a:spcAft>
                <a:buClr>
                  <a:srgbClr val="000000"/>
                </a:buClr>
                <a:buSzPct val="100000"/>
                <a:buFont typeface="Times New Roman" pitchFamily="16" charset="0"/>
                <a:buNone/>
                <a:tabLst/>
                <a:defRPr/>
              </a:pPr>
              <a:endParaRPr kumimoji="0" lang="en-IE" sz="1000" b="0" i="0" u="none" strike="noStrike" kern="1200" cap="none" spc="0" normalizeH="0" baseline="0" noProof="0">
                <a:ln>
                  <a:noFill/>
                </a:ln>
                <a:solidFill>
                  <a:srgbClr val="292934"/>
                </a:solidFill>
                <a:effectLst/>
                <a:uLnTx/>
                <a:uFillTx/>
                <a:latin typeface="Roboto Condensed Light"/>
                <a:ea typeface="+mn-ea"/>
                <a:cs typeface="+mn-cs"/>
              </a:endParaRPr>
            </a:p>
          </p:txBody>
        </p:sp>
        <p:pic>
          <p:nvPicPr>
            <p:cNvPr id="53" name="Graphic 52" descr="Meeting">
              <a:extLst>
                <a:ext uri="{FF2B5EF4-FFF2-40B4-BE49-F238E27FC236}">
                  <a16:creationId xmlns:a16="http://schemas.microsoft.com/office/drawing/2014/main" id="{0E007609-8C4A-CC21-C0F5-9306ED59F90A}"/>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534224" y="6560328"/>
              <a:ext cx="228600" cy="228600"/>
            </a:xfrm>
            <a:prstGeom prst="rect">
              <a:avLst/>
            </a:prstGeom>
          </p:spPr>
        </p:pic>
      </p:grpSp>
      <p:grpSp>
        <p:nvGrpSpPr>
          <p:cNvPr id="54" name="Group 53">
            <a:extLst>
              <a:ext uri="{FF2B5EF4-FFF2-40B4-BE49-F238E27FC236}">
                <a16:creationId xmlns:a16="http://schemas.microsoft.com/office/drawing/2014/main" id="{47712BED-DFBD-8AB7-D471-4A41E63785CC}"/>
              </a:ext>
            </a:extLst>
          </p:cNvPr>
          <p:cNvGrpSpPr/>
          <p:nvPr/>
        </p:nvGrpSpPr>
        <p:grpSpPr>
          <a:xfrm>
            <a:off x="7433154" y="4212668"/>
            <a:ext cx="270000" cy="270000"/>
            <a:chOff x="2195736" y="6525344"/>
            <a:chExt cx="270000" cy="270000"/>
          </a:xfrm>
        </p:grpSpPr>
        <p:sp>
          <p:nvSpPr>
            <p:cNvPr id="55" name="Oval 54">
              <a:extLst>
                <a:ext uri="{FF2B5EF4-FFF2-40B4-BE49-F238E27FC236}">
                  <a16:creationId xmlns:a16="http://schemas.microsoft.com/office/drawing/2014/main" id="{A552EC26-F078-4918-DC03-C4AC90752DB2}"/>
                </a:ext>
              </a:extLst>
            </p:cNvPr>
            <p:cNvSpPr>
              <a:spLocks noChangeArrowheads="1"/>
            </p:cNvSpPr>
            <p:nvPr/>
          </p:nvSpPr>
          <p:spPr bwMode="auto">
            <a:xfrm>
              <a:off x="2195736" y="6525344"/>
              <a:ext cx="270000" cy="270000"/>
            </a:xfrm>
            <a:prstGeom prst="ellipse">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marL="0" marR="0" lvl="0" indent="0" algn="l" defTabSz="449263" rtl="0" eaLnBrk="1" fontAlgn="base" latinLnBrk="0" hangingPunct="1">
                <a:lnSpc>
                  <a:spcPct val="100000"/>
                </a:lnSpc>
                <a:spcBef>
                  <a:spcPct val="0"/>
                </a:spcBef>
                <a:spcAft>
                  <a:spcPts val="400"/>
                </a:spcAft>
                <a:buClr>
                  <a:srgbClr val="000000"/>
                </a:buClr>
                <a:buSzPct val="100000"/>
                <a:buFont typeface="Times New Roman" pitchFamily="16" charset="0"/>
                <a:buNone/>
                <a:tabLst/>
                <a:defRPr/>
              </a:pPr>
              <a:endParaRPr kumimoji="0" lang="en-IE" sz="1000" b="0" i="0" u="none" strike="noStrike" kern="1200" cap="none" spc="0" normalizeH="0" baseline="0" noProof="0">
                <a:ln>
                  <a:noFill/>
                </a:ln>
                <a:solidFill>
                  <a:srgbClr val="292934"/>
                </a:solidFill>
                <a:effectLst/>
                <a:uLnTx/>
                <a:uFillTx/>
                <a:latin typeface="Roboto Condensed Light"/>
                <a:ea typeface="+mn-ea"/>
                <a:cs typeface="+mn-cs"/>
              </a:endParaRPr>
            </a:p>
          </p:txBody>
        </p:sp>
        <p:pic>
          <p:nvPicPr>
            <p:cNvPr id="56" name="Graphic 55" descr="Warning">
              <a:extLst>
                <a:ext uri="{FF2B5EF4-FFF2-40B4-BE49-F238E27FC236}">
                  <a16:creationId xmlns:a16="http://schemas.microsoft.com/office/drawing/2014/main" id="{48D62DF5-5008-52F1-0B3E-BE0101090262}"/>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239296" y="6568904"/>
              <a:ext cx="182880" cy="182880"/>
            </a:xfrm>
            <a:prstGeom prst="rect">
              <a:avLst/>
            </a:prstGeom>
          </p:spPr>
        </p:pic>
      </p:grpSp>
      <p:grpSp>
        <p:nvGrpSpPr>
          <p:cNvPr id="57" name="Group 56">
            <a:extLst>
              <a:ext uri="{FF2B5EF4-FFF2-40B4-BE49-F238E27FC236}">
                <a16:creationId xmlns:a16="http://schemas.microsoft.com/office/drawing/2014/main" id="{B0CE89D1-4DC4-8569-FE4A-B9D14E314DE3}"/>
              </a:ext>
            </a:extLst>
          </p:cNvPr>
          <p:cNvGrpSpPr/>
          <p:nvPr/>
        </p:nvGrpSpPr>
        <p:grpSpPr>
          <a:xfrm>
            <a:off x="7433154" y="5261766"/>
            <a:ext cx="270000" cy="270000"/>
            <a:chOff x="6804248" y="6525344"/>
            <a:chExt cx="270000" cy="270000"/>
          </a:xfrm>
        </p:grpSpPr>
        <p:sp>
          <p:nvSpPr>
            <p:cNvPr id="58" name="Oval 57">
              <a:extLst>
                <a:ext uri="{FF2B5EF4-FFF2-40B4-BE49-F238E27FC236}">
                  <a16:creationId xmlns:a16="http://schemas.microsoft.com/office/drawing/2014/main" id="{EB40B801-367B-7758-6070-B1A496947528}"/>
                </a:ext>
              </a:extLst>
            </p:cNvPr>
            <p:cNvSpPr>
              <a:spLocks noChangeArrowheads="1"/>
            </p:cNvSpPr>
            <p:nvPr/>
          </p:nvSpPr>
          <p:spPr bwMode="auto">
            <a:xfrm>
              <a:off x="6804248" y="6525344"/>
              <a:ext cx="270000" cy="270000"/>
            </a:xfrm>
            <a:prstGeom prst="ellipse">
              <a:avLst/>
            </a:prstGeom>
            <a:solidFill>
              <a:srgbClr val="66CBDA">
                <a:alpha val="25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833" tIns="54417" rIns="108833" bIns="54417" rtlCol="0" anchor="t"/>
            <a:lstStyle/>
            <a:p>
              <a:pPr marL="0" marR="0" lvl="0" indent="0" algn="l" defTabSz="449263" rtl="0" eaLnBrk="1" fontAlgn="base" latinLnBrk="0" hangingPunct="1">
                <a:lnSpc>
                  <a:spcPct val="100000"/>
                </a:lnSpc>
                <a:spcBef>
                  <a:spcPct val="0"/>
                </a:spcBef>
                <a:spcAft>
                  <a:spcPts val="400"/>
                </a:spcAft>
                <a:buClr>
                  <a:srgbClr val="000000"/>
                </a:buClr>
                <a:buSzPct val="100000"/>
                <a:buFont typeface="Times New Roman" pitchFamily="16" charset="0"/>
                <a:buNone/>
                <a:tabLst/>
                <a:defRPr/>
              </a:pPr>
              <a:endParaRPr kumimoji="0" lang="en-IE" sz="1000" b="0" i="0" u="none" strike="noStrike" kern="1200" cap="none" spc="0" normalizeH="0" baseline="0" noProof="0">
                <a:ln>
                  <a:noFill/>
                </a:ln>
                <a:solidFill>
                  <a:srgbClr val="292934"/>
                </a:solidFill>
                <a:effectLst/>
                <a:uLnTx/>
                <a:uFillTx/>
                <a:latin typeface="Roboto Condensed Light"/>
                <a:ea typeface="+mn-ea"/>
                <a:cs typeface="+mn-cs"/>
              </a:endParaRPr>
            </a:p>
          </p:txBody>
        </p:sp>
        <p:pic>
          <p:nvPicPr>
            <p:cNvPr id="59" name="Graphic 58" descr="Stopwatch">
              <a:extLst>
                <a:ext uri="{FF2B5EF4-FFF2-40B4-BE49-F238E27FC236}">
                  <a16:creationId xmlns:a16="http://schemas.microsoft.com/office/drawing/2014/main" id="{507F4279-B67D-F2BD-0724-640A16D2C12C}"/>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824948" y="6546044"/>
              <a:ext cx="228600" cy="228600"/>
            </a:xfrm>
            <a:prstGeom prst="rect">
              <a:avLst/>
            </a:prstGeom>
          </p:spPr>
        </p:pic>
      </p:grpSp>
      <p:sp>
        <p:nvSpPr>
          <p:cNvPr id="60" name="Oval 59">
            <a:extLst>
              <a:ext uri="{FF2B5EF4-FFF2-40B4-BE49-F238E27FC236}">
                <a16:creationId xmlns:a16="http://schemas.microsoft.com/office/drawing/2014/main" id="{E5C8758E-A4AD-B33D-EA5C-A9D0E1195792}"/>
              </a:ext>
            </a:extLst>
          </p:cNvPr>
          <p:cNvSpPr/>
          <p:nvPr/>
        </p:nvSpPr>
        <p:spPr>
          <a:xfrm>
            <a:off x="8527016" y="4324739"/>
            <a:ext cx="75575" cy="778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1800" b="0" i="0" u="none" strike="noStrike" kern="1200" cap="none" spc="0" normalizeH="0" baseline="0" noProof="0">
              <a:ln>
                <a:noFill/>
              </a:ln>
              <a:solidFill>
                <a:prstClr val="white"/>
              </a:solidFill>
              <a:effectLst/>
              <a:uLnTx/>
              <a:uFillTx/>
              <a:latin typeface="Roboto Condensed Light"/>
              <a:ea typeface="+mn-ea"/>
              <a:cs typeface="+mn-cs"/>
            </a:endParaRPr>
          </a:p>
        </p:txBody>
      </p:sp>
      <p:sp>
        <p:nvSpPr>
          <p:cNvPr id="61" name="Oval 60">
            <a:extLst>
              <a:ext uri="{FF2B5EF4-FFF2-40B4-BE49-F238E27FC236}">
                <a16:creationId xmlns:a16="http://schemas.microsoft.com/office/drawing/2014/main" id="{EB673644-5817-55C2-5508-B4359586A639}"/>
              </a:ext>
            </a:extLst>
          </p:cNvPr>
          <p:cNvSpPr/>
          <p:nvPr/>
        </p:nvSpPr>
        <p:spPr>
          <a:xfrm>
            <a:off x="8527016" y="4649094"/>
            <a:ext cx="75575" cy="778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1800" b="0" i="0" u="none" strike="noStrike" kern="1200" cap="none" spc="0" normalizeH="0" baseline="0" noProof="0">
              <a:ln>
                <a:noFill/>
              </a:ln>
              <a:solidFill>
                <a:prstClr val="white"/>
              </a:solidFill>
              <a:effectLst/>
              <a:uLnTx/>
              <a:uFillTx/>
              <a:latin typeface="Roboto Condensed Light"/>
              <a:ea typeface="+mn-ea"/>
              <a:cs typeface="+mn-cs"/>
            </a:endParaRPr>
          </a:p>
        </p:txBody>
      </p:sp>
      <p:sp>
        <p:nvSpPr>
          <p:cNvPr id="62" name="Oval 61">
            <a:extLst>
              <a:ext uri="{FF2B5EF4-FFF2-40B4-BE49-F238E27FC236}">
                <a16:creationId xmlns:a16="http://schemas.microsoft.com/office/drawing/2014/main" id="{8867D9BC-1CCD-58D5-AFFA-D566402274CF}"/>
              </a:ext>
            </a:extLst>
          </p:cNvPr>
          <p:cNvSpPr/>
          <p:nvPr/>
        </p:nvSpPr>
        <p:spPr>
          <a:xfrm>
            <a:off x="8541197" y="4982865"/>
            <a:ext cx="75575" cy="778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1800" b="0" i="0" u="none" strike="noStrike" kern="1200" cap="none" spc="0" normalizeH="0" baseline="0" noProof="0">
              <a:ln>
                <a:noFill/>
              </a:ln>
              <a:solidFill>
                <a:prstClr val="white"/>
              </a:solidFill>
              <a:effectLst/>
              <a:uLnTx/>
              <a:uFillTx/>
              <a:latin typeface="Roboto Condensed Light"/>
              <a:ea typeface="+mn-ea"/>
              <a:cs typeface="+mn-cs"/>
            </a:endParaRPr>
          </a:p>
        </p:txBody>
      </p:sp>
      <p:sp>
        <p:nvSpPr>
          <p:cNvPr id="63" name="Oval 62">
            <a:extLst>
              <a:ext uri="{FF2B5EF4-FFF2-40B4-BE49-F238E27FC236}">
                <a16:creationId xmlns:a16="http://schemas.microsoft.com/office/drawing/2014/main" id="{BC87A2C2-9F74-333F-BFB4-616293E93D71}"/>
              </a:ext>
            </a:extLst>
          </p:cNvPr>
          <p:cNvSpPr/>
          <p:nvPr/>
        </p:nvSpPr>
        <p:spPr>
          <a:xfrm>
            <a:off x="8527016" y="5347787"/>
            <a:ext cx="75575" cy="778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endParaRPr kumimoji="0" lang="en-AU" sz="1800" b="0" i="0" u="none" strike="noStrike" kern="1200" cap="none" spc="0" normalizeH="0" baseline="0" noProof="0">
              <a:ln>
                <a:noFill/>
              </a:ln>
              <a:solidFill>
                <a:prstClr val="white"/>
              </a:solidFill>
              <a:effectLst/>
              <a:uLnTx/>
              <a:uFillTx/>
              <a:latin typeface="Roboto Condensed Light"/>
              <a:ea typeface="+mn-ea"/>
              <a:cs typeface="+mn-cs"/>
            </a:endParaRPr>
          </a:p>
        </p:txBody>
      </p:sp>
    </p:spTree>
    <p:extLst>
      <p:ext uri="{BB962C8B-B14F-4D97-AF65-F5344CB8AC3E}">
        <p14:creationId xmlns:p14="http://schemas.microsoft.com/office/powerpoint/2010/main" val="706047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0F7A84C-E280-4BA2-BE34-2422141B0297}"/>
              </a:ext>
            </a:extLst>
          </p:cNvPr>
          <p:cNvSpPr>
            <a:spLocks noGrp="1"/>
          </p:cNvSpPr>
          <p:nvPr>
            <p:ph type="title"/>
          </p:nvPr>
        </p:nvSpPr>
        <p:spPr>
          <a:xfrm>
            <a:off x="838200" y="325166"/>
            <a:ext cx="4905375" cy="471587"/>
          </a:xfrm>
        </p:spPr>
        <p:txBody>
          <a:bodyPr/>
          <a:lstStyle/>
          <a:p>
            <a:r>
              <a:rPr lang="en-AU" sz="1800" dirty="0"/>
              <a:t>Business Problem</a:t>
            </a:r>
          </a:p>
        </p:txBody>
      </p:sp>
      <p:sp>
        <p:nvSpPr>
          <p:cNvPr id="5" name="Content Placeholder 2">
            <a:extLst>
              <a:ext uri="{FF2B5EF4-FFF2-40B4-BE49-F238E27FC236}">
                <a16:creationId xmlns:a16="http://schemas.microsoft.com/office/drawing/2014/main" id="{1B733C02-5AC8-FB69-7D49-1BE17FCA59E0}"/>
              </a:ext>
            </a:extLst>
          </p:cNvPr>
          <p:cNvSpPr>
            <a:spLocks noGrp="1"/>
          </p:cNvSpPr>
          <p:nvPr>
            <p:ph idx="1"/>
          </p:nvPr>
        </p:nvSpPr>
        <p:spPr>
          <a:xfrm>
            <a:off x="838200" y="1076048"/>
            <a:ext cx="4905374" cy="3981728"/>
          </a:xfrm>
        </p:spPr>
        <p:txBody>
          <a:bodyPr/>
          <a:lstStyle/>
          <a:p>
            <a:pPr marL="0" indent="0">
              <a:buNone/>
            </a:pPr>
            <a:r>
              <a:rPr lang="en-AU" sz="1400" dirty="0"/>
              <a:t>ServiceNow (SNOW) Hardware Asset Management (HAM) is our source of truth for asset management for G.James ICT department.</a:t>
            </a:r>
          </a:p>
          <a:p>
            <a:pPr marL="0" indent="0">
              <a:buNone/>
            </a:pPr>
            <a:r>
              <a:rPr lang="en-AU" sz="1400" dirty="0"/>
              <a:t>Asset Management and reporting is hindered by inconsistencies caused by:</a:t>
            </a:r>
          </a:p>
          <a:p>
            <a:r>
              <a:rPr lang="en-AU" sz="1200" dirty="0"/>
              <a:t>Multiple Asset Management systems used within G.James.</a:t>
            </a:r>
          </a:p>
          <a:p>
            <a:r>
              <a:rPr lang="en-AU" sz="1200" dirty="0"/>
              <a:t>Shipping devices straight to customers.</a:t>
            </a:r>
          </a:p>
          <a:p>
            <a:r>
              <a:rPr lang="en-AU" sz="1200" dirty="0"/>
              <a:t>Assets being moved between customers within the branch without Service Desk knowledge.</a:t>
            </a:r>
          </a:p>
          <a:p>
            <a:r>
              <a:rPr lang="en-AU" sz="1200" dirty="0"/>
              <a:t>Retired, missing, duplicate or obsolete assets being present within SNOW HAM.</a:t>
            </a:r>
          </a:p>
          <a:p>
            <a:r>
              <a:rPr lang="en-AU" sz="1200" dirty="0"/>
              <a:t>Duplicate devices present from the migration to Intune.</a:t>
            </a:r>
          </a:p>
          <a:p>
            <a:endParaRPr lang="en-AU" sz="1600" dirty="0"/>
          </a:p>
          <a:p>
            <a:endParaRPr lang="en-AU" sz="1600" dirty="0"/>
          </a:p>
        </p:txBody>
      </p:sp>
      <p:sp>
        <p:nvSpPr>
          <p:cNvPr id="6" name="Title 1">
            <a:extLst>
              <a:ext uri="{FF2B5EF4-FFF2-40B4-BE49-F238E27FC236}">
                <a16:creationId xmlns:a16="http://schemas.microsoft.com/office/drawing/2014/main" id="{D52AD268-228F-B723-E059-3E06AF123EFD}"/>
              </a:ext>
            </a:extLst>
          </p:cNvPr>
          <p:cNvSpPr txBox="1">
            <a:spLocks/>
          </p:cNvSpPr>
          <p:nvPr/>
        </p:nvSpPr>
        <p:spPr>
          <a:xfrm>
            <a:off x="6095999" y="325166"/>
            <a:ext cx="5873025" cy="471587"/>
          </a:xfrm>
        </p:spPr>
        <p:txBody>
          <a:bodyPr/>
          <a:lstStyle>
            <a:lvl1pPr algn="l" defTabSz="914400" rtl="0" eaLnBrk="1" latinLnBrk="0" hangingPunct="1">
              <a:lnSpc>
                <a:spcPct val="90000"/>
              </a:lnSpc>
              <a:spcBef>
                <a:spcPct val="0"/>
              </a:spcBef>
              <a:buNone/>
              <a:defRPr sz="2400" b="1" kern="1200">
                <a:solidFill>
                  <a:schemeClr val="tx1"/>
                </a:solidFill>
                <a:latin typeface="+mj-lt"/>
                <a:ea typeface="+mj-ea"/>
                <a:cs typeface="DINOT-Bold" panose="020B0804020101020102" pitchFamily="34" charset="0"/>
              </a:defRPr>
            </a:lvl1pPr>
          </a:lstStyle>
          <a:p>
            <a:r>
              <a:rPr lang="en-AU" sz="1800" dirty="0"/>
              <a:t>Proposed Solution</a:t>
            </a:r>
          </a:p>
        </p:txBody>
      </p:sp>
      <p:sp>
        <p:nvSpPr>
          <p:cNvPr id="7" name="Content Placeholder 2">
            <a:extLst>
              <a:ext uri="{FF2B5EF4-FFF2-40B4-BE49-F238E27FC236}">
                <a16:creationId xmlns:a16="http://schemas.microsoft.com/office/drawing/2014/main" id="{000D1524-FB74-8483-5236-24AFFF7218E1}"/>
              </a:ext>
            </a:extLst>
          </p:cNvPr>
          <p:cNvSpPr txBox="1">
            <a:spLocks/>
          </p:cNvSpPr>
          <p:nvPr/>
        </p:nvSpPr>
        <p:spPr>
          <a:xfrm>
            <a:off x="6096000" y="1076047"/>
            <a:ext cx="5873025" cy="543602"/>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dirty="0"/>
              <a:t>Create a system that exports a log of each of the asset management systems, resolves the fields, and uploads the amended asset list to SNOW HAM.</a:t>
            </a:r>
          </a:p>
        </p:txBody>
      </p:sp>
      <p:sp>
        <p:nvSpPr>
          <p:cNvPr id="8" name="Title 1">
            <a:extLst>
              <a:ext uri="{FF2B5EF4-FFF2-40B4-BE49-F238E27FC236}">
                <a16:creationId xmlns:a16="http://schemas.microsoft.com/office/drawing/2014/main" id="{592F97AC-047A-2219-7FF2-A947C5F0C85D}"/>
              </a:ext>
            </a:extLst>
          </p:cNvPr>
          <p:cNvSpPr txBox="1">
            <a:spLocks/>
          </p:cNvSpPr>
          <p:nvPr/>
        </p:nvSpPr>
        <p:spPr bwMode="auto">
          <a:xfrm>
            <a:off x="6095999" y="1619649"/>
            <a:ext cx="5873025" cy="4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lnSpc>
                <a:spcPct val="90000"/>
              </a:lnSpc>
              <a:spcBef>
                <a:spcPct val="0"/>
              </a:spcBef>
              <a:spcAft>
                <a:spcPct val="0"/>
              </a:spcAft>
              <a:defRPr sz="2400" b="1" kern="1200">
                <a:solidFill>
                  <a:schemeClr val="tx1"/>
                </a:solidFill>
                <a:latin typeface="+mj-lt"/>
                <a:ea typeface="+mj-ea"/>
                <a:cs typeface="DINOT-Bold" panose="020B0804020101020102" pitchFamily="34" charset="0"/>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r>
              <a:rPr lang="en-AU" sz="1800" dirty="0"/>
              <a:t>Desired Outcome of Project</a:t>
            </a:r>
          </a:p>
        </p:txBody>
      </p:sp>
      <p:sp>
        <p:nvSpPr>
          <p:cNvPr id="9" name="Content Placeholder 2">
            <a:extLst>
              <a:ext uri="{FF2B5EF4-FFF2-40B4-BE49-F238E27FC236}">
                <a16:creationId xmlns:a16="http://schemas.microsoft.com/office/drawing/2014/main" id="{5395A017-E014-06E7-4127-67455B4C5F97}"/>
              </a:ext>
            </a:extLst>
          </p:cNvPr>
          <p:cNvSpPr txBox="1">
            <a:spLocks/>
          </p:cNvSpPr>
          <p:nvPr/>
        </p:nvSpPr>
        <p:spPr bwMode="auto">
          <a:xfrm>
            <a:off x="6096001" y="2149087"/>
            <a:ext cx="5876924" cy="144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200" dirty="0"/>
              <a:t>SNOW HAM to accurately reflect the quantity, assignment, and state of hard assets owned and managed by G.James. </a:t>
            </a:r>
          </a:p>
          <a:p>
            <a:r>
              <a:rPr lang="en-AU" sz="1200" dirty="0"/>
              <a:t>ServiceNow (SNOW) Hardware Asset Management system, to be automatically updated from other Asset management Systems utilized by G.James ICT department.</a:t>
            </a:r>
          </a:p>
          <a:p>
            <a:r>
              <a:rPr lang="en-AU" sz="1200" dirty="0"/>
              <a:t>SNOW HAM to Deduplicate devices by serial number or unique key.</a:t>
            </a:r>
          </a:p>
        </p:txBody>
      </p:sp>
      <p:sp>
        <p:nvSpPr>
          <p:cNvPr id="10" name="Title 1">
            <a:extLst>
              <a:ext uri="{FF2B5EF4-FFF2-40B4-BE49-F238E27FC236}">
                <a16:creationId xmlns:a16="http://schemas.microsoft.com/office/drawing/2014/main" id="{51DCD71B-04DB-B113-F1B1-DDE06A8BB439}"/>
              </a:ext>
            </a:extLst>
          </p:cNvPr>
          <p:cNvSpPr txBox="1">
            <a:spLocks/>
          </p:cNvSpPr>
          <p:nvPr/>
        </p:nvSpPr>
        <p:spPr bwMode="auto">
          <a:xfrm>
            <a:off x="6099899" y="3664803"/>
            <a:ext cx="5873025" cy="4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lnSpc>
                <a:spcPct val="90000"/>
              </a:lnSpc>
              <a:spcBef>
                <a:spcPct val="0"/>
              </a:spcBef>
              <a:spcAft>
                <a:spcPct val="0"/>
              </a:spcAft>
              <a:defRPr sz="2400" b="1" kern="1200">
                <a:solidFill>
                  <a:schemeClr val="tx1"/>
                </a:solidFill>
                <a:latin typeface="+mj-lt"/>
                <a:ea typeface="+mj-ea"/>
                <a:cs typeface="DINOT-Bold" panose="020B0804020101020102" pitchFamily="34" charset="0"/>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r>
              <a:rPr lang="en-AU" sz="1800" dirty="0"/>
              <a:t>Limitations and Considerations</a:t>
            </a:r>
          </a:p>
        </p:txBody>
      </p:sp>
      <p:sp>
        <p:nvSpPr>
          <p:cNvPr id="11" name="Content Placeholder 2">
            <a:extLst>
              <a:ext uri="{FF2B5EF4-FFF2-40B4-BE49-F238E27FC236}">
                <a16:creationId xmlns:a16="http://schemas.microsoft.com/office/drawing/2014/main" id="{78A8FA93-3362-73AC-89BE-3C1D10618678}"/>
              </a:ext>
            </a:extLst>
          </p:cNvPr>
          <p:cNvSpPr txBox="1">
            <a:spLocks/>
          </p:cNvSpPr>
          <p:nvPr/>
        </p:nvSpPr>
        <p:spPr bwMode="auto">
          <a:xfrm>
            <a:off x="6096000" y="4208405"/>
            <a:ext cx="5873024" cy="205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200" dirty="0"/>
              <a:t>Fields between different asset management systems do not always directly correlate and may require transformation. </a:t>
            </a:r>
            <a:r>
              <a:rPr lang="en-AU" sz="1200" dirty="0" err="1"/>
              <a:t>i.e</a:t>
            </a:r>
            <a:r>
              <a:rPr lang="en-AU" sz="1200" dirty="0"/>
              <a:t> corporate device = G.James… </a:t>
            </a:r>
          </a:p>
          <a:p>
            <a:r>
              <a:rPr lang="en-AU" sz="1200" dirty="0"/>
              <a:t>Dirty Data, some data fields contain bad data. </a:t>
            </a:r>
            <a:r>
              <a:rPr lang="en-AU" sz="1200" dirty="0" err="1"/>
              <a:t>i.e</a:t>
            </a:r>
            <a:r>
              <a:rPr lang="en-AU" sz="1200" dirty="0"/>
              <a:t> Intune phone numbers (restricted by operating systems and ownership.), personal devices enrolled by Intune (phones), and almost all the data in MFM.</a:t>
            </a:r>
          </a:p>
          <a:p>
            <a:r>
              <a:rPr lang="en-AU" sz="1200" dirty="0"/>
              <a:t>G.James SNOW HAM has been customized to support the business, this coupled with financial constraints on the project makes available solutions potentially unfeasible. I.E Microsoft Graph.</a:t>
            </a:r>
          </a:p>
          <a:p>
            <a:endParaRPr lang="en-AU" sz="1200" dirty="0"/>
          </a:p>
        </p:txBody>
      </p:sp>
    </p:spTree>
    <p:extLst>
      <p:ext uri="{BB962C8B-B14F-4D97-AF65-F5344CB8AC3E}">
        <p14:creationId xmlns:p14="http://schemas.microsoft.com/office/powerpoint/2010/main" val="1801712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4FE08517-C0A5-0F2E-3C31-45311EA025BD}"/>
              </a:ext>
            </a:extLst>
          </p:cNvPr>
          <p:cNvGraphicFramePr>
            <a:graphicFrameLocks noGrp="1"/>
          </p:cNvGraphicFramePr>
          <p:nvPr>
            <p:extLst>
              <p:ext uri="{D42A27DB-BD31-4B8C-83A1-F6EECF244321}">
                <p14:modId xmlns:p14="http://schemas.microsoft.com/office/powerpoint/2010/main" val="3823147650"/>
              </p:ext>
            </p:extLst>
          </p:nvPr>
        </p:nvGraphicFramePr>
        <p:xfrm>
          <a:off x="838200" y="980728"/>
          <a:ext cx="10408920" cy="5031450"/>
        </p:xfrm>
        <a:graphic>
          <a:graphicData uri="http://schemas.openxmlformats.org/drawingml/2006/table">
            <a:tbl>
              <a:tblPr firstRow="1" bandRow="1">
                <a:tableStyleId>{5C22544A-7EE6-4342-B048-85BDC9FD1C3A}</a:tableStyleId>
              </a:tblPr>
              <a:tblGrid>
                <a:gridCol w="3469640">
                  <a:extLst>
                    <a:ext uri="{9D8B030D-6E8A-4147-A177-3AD203B41FA5}">
                      <a16:colId xmlns:a16="http://schemas.microsoft.com/office/drawing/2014/main" val="4042081804"/>
                    </a:ext>
                  </a:extLst>
                </a:gridCol>
                <a:gridCol w="3469640">
                  <a:extLst>
                    <a:ext uri="{9D8B030D-6E8A-4147-A177-3AD203B41FA5}">
                      <a16:colId xmlns:a16="http://schemas.microsoft.com/office/drawing/2014/main" val="765832814"/>
                    </a:ext>
                  </a:extLst>
                </a:gridCol>
                <a:gridCol w="3469640">
                  <a:extLst>
                    <a:ext uri="{9D8B030D-6E8A-4147-A177-3AD203B41FA5}">
                      <a16:colId xmlns:a16="http://schemas.microsoft.com/office/drawing/2014/main" val="2528399238"/>
                    </a:ext>
                  </a:extLst>
                </a:gridCol>
              </a:tblGrid>
              <a:tr h="501086">
                <a:tc>
                  <a:txBody>
                    <a:bodyPr/>
                    <a:lstStyle/>
                    <a:p>
                      <a:r>
                        <a:rPr lang="en-AU" sz="1400" dirty="0"/>
                        <a:t>Infrastructure Manager</a:t>
                      </a:r>
                    </a:p>
                  </a:txBody>
                  <a:tcPr/>
                </a:tc>
                <a:tc>
                  <a:txBody>
                    <a:bodyPr/>
                    <a:lstStyle/>
                    <a:p>
                      <a:r>
                        <a:rPr lang="en-AU" sz="1400" dirty="0"/>
                        <a:t>Service Desk Manager</a:t>
                      </a:r>
                    </a:p>
                  </a:txBody>
                  <a:tcPr/>
                </a:tc>
                <a:tc>
                  <a:txBody>
                    <a:bodyPr/>
                    <a:lstStyle/>
                    <a:p>
                      <a:r>
                        <a:rPr lang="en-AU" sz="1400" dirty="0"/>
                        <a:t>Service Desk Staff</a:t>
                      </a:r>
                    </a:p>
                  </a:txBody>
                  <a:tcPr/>
                </a:tc>
                <a:extLst>
                  <a:ext uri="{0D108BD9-81ED-4DB2-BD59-A6C34878D82A}">
                    <a16:rowId xmlns:a16="http://schemas.microsoft.com/office/drawing/2014/main" val="1676866258"/>
                  </a:ext>
                </a:extLst>
              </a:tr>
              <a:tr h="9884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dirty="0"/>
                        <a:t>Address “Close enough is good enough” concerning non existent models</a:t>
                      </a:r>
                    </a:p>
                  </a:txBody>
                  <a:tcPr/>
                </a:tc>
                <a:tc>
                  <a:txBody>
                    <a:bodyPr/>
                    <a:lstStyle/>
                    <a:p>
                      <a:r>
                        <a:rPr lang="en-AU" sz="1400" dirty="0"/>
                        <a:t>Address “Close enough is good enough” concerning non existent models</a:t>
                      </a:r>
                    </a:p>
                  </a:txBody>
                  <a:tcPr/>
                </a:tc>
                <a:tc>
                  <a:txBody>
                    <a:bodyPr/>
                    <a:lstStyle/>
                    <a:p>
                      <a:r>
                        <a:rPr lang="en-AU" sz="1400" dirty="0"/>
                        <a:t>Portable</a:t>
                      </a:r>
                    </a:p>
                  </a:txBody>
                  <a:tcPr/>
                </a:tc>
                <a:extLst>
                  <a:ext uri="{0D108BD9-81ED-4DB2-BD59-A6C34878D82A}">
                    <a16:rowId xmlns:a16="http://schemas.microsoft.com/office/drawing/2014/main" val="611270652"/>
                  </a:ext>
                </a:extLst>
              </a:tr>
              <a:tr h="1276739">
                <a:tc>
                  <a:txBody>
                    <a:bodyPr/>
                    <a:lstStyle/>
                    <a:p>
                      <a:r>
                        <a:rPr lang="en-AU" sz="1400" dirty="0"/>
                        <a:t>Update all mandatory fields currently manually entered, for accurate data for reporting.</a:t>
                      </a:r>
                    </a:p>
                  </a:txBody>
                  <a:tcPr/>
                </a:tc>
                <a:tc>
                  <a:txBody>
                    <a:bodyPr/>
                    <a:lstStyle/>
                    <a:p>
                      <a:r>
                        <a:rPr lang="en-AU" sz="1400" dirty="0"/>
                        <a:t>Import all devices including monitors and headsets </a:t>
                      </a:r>
                      <a:r>
                        <a:rPr lang="en-AU" sz="1400" dirty="0" err="1"/>
                        <a:t>ect</a:t>
                      </a:r>
                      <a:r>
                        <a:rPr lang="en-AU" sz="1400" dirty="0"/>
                        <a:t>..</a:t>
                      </a:r>
                    </a:p>
                  </a:txBody>
                  <a:tcPr/>
                </a:tc>
                <a:tc>
                  <a:txBody>
                    <a:bodyPr/>
                    <a:lstStyle/>
                    <a:p>
                      <a:r>
                        <a:rPr lang="en-AU" sz="1400" dirty="0"/>
                        <a:t>Simplistic use for Service Desk member</a:t>
                      </a:r>
                    </a:p>
                  </a:txBody>
                  <a:tcPr/>
                </a:tc>
                <a:extLst>
                  <a:ext uri="{0D108BD9-81ED-4DB2-BD59-A6C34878D82A}">
                    <a16:rowId xmlns:a16="http://schemas.microsoft.com/office/drawing/2014/main" val="3740670637"/>
                  </a:ext>
                </a:extLst>
              </a:tr>
              <a:tr h="988443">
                <a:tc>
                  <a:txBody>
                    <a:bodyPr/>
                    <a:lstStyle/>
                    <a:p>
                      <a:r>
                        <a:rPr lang="en-AU" sz="1400" dirty="0"/>
                        <a:t>Populate last signed-in and date of last sign. Feature previously supplied by SCCM</a:t>
                      </a:r>
                    </a:p>
                  </a:txBody>
                  <a:tcPr/>
                </a:tc>
                <a:tc>
                  <a:txBody>
                    <a:bodyPr/>
                    <a:lstStyle/>
                    <a:p>
                      <a:r>
                        <a:rPr lang="en-AU" sz="1400" dirty="0"/>
                        <a:t>Import purchase order numbers and costings</a:t>
                      </a:r>
                    </a:p>
                  </a:txBody>
                  <a:tcPr/>
                </a:tc>
                <a:tc>
                  <a:txBody>
                    <a:bodyPr/>
                    <a:lstStyle/>
                    <a:p>
                      <a:r>
                        <a:rPr lang="en-AU" sz="1400" dirty="0"/>
                        <a:t>Minimal additional permissions or set up required.</a:t>
                      </a:r>
                    </a:p>
                  </a:txBody>
                  <a:tcPr/>
                </a:tc>
                <a:extLst>
                  <a:ext uri="{0D108BD9-81ED-4DB2-BD59-A6C34878D82A}">
                    <a16:rowId xmlns:a16="http://schemas.microsoft.com/office/drawing/2014/main" val="467512637"/>
                  </a:ext>
                </a:extLst>
              </a:tr>
              <a:tr h="1276739">
                <a:tc>
                  <a:txBody>
                    <a:bodyPr/>
                    <a:lstStyle/>
                    <a:p>
                      <a:r>
                        <a:rPr lang="en-AU" sz="1400" dirty="0"/>
                        <a:t>Focus on Phones and computers with Intune as a source of truth for data to replicate from.</a:t>
                      </a:r>
                    </a:p>
                  </a:txBody>
                  <a:tcPr/>
                </a:tc>
                <a:tc>
                  <a:txBody>
                    <a:bodyPr/>
                    <a:lstStyle/>
                    <a:p>
                      <a:endParaRPr lang="en-AU" sz="1400" dirty="0"/>
                    </a:p>
                  </a:txBody>
                  <a:tcPr/>
                </a:tc>
                <a:tc>
                  <a:txBody>
                    <a:bodyPr/>
                    <a:lstStyle/>
                    <a:p>
                      <a:r>
                        <a:rPr lang="en-AU" sz="1400" dirty="0"/>
                        <a:t>Minimal upkeep or support</a:t>
                      </a:r>
                    </a:p>
                  </a:txBody>
                  <a:tcPr/>
                </a:tc>
                <a:extLst>
                  <a:ext uri="{0D108BD9-81ED-4DB2-BD59-A6C34878D82A}">
                    <a16:rowId xmlns:a16="http://schemas.microsoft.com/office/drawing/2014/main" val="405351259"/>
                  </a:ext>
                </a:extLst>
              </a:tr>
            </a:tbl>
          </a:graphicData>
        </a:graphic>
      </p:graphicFrame>
      <p:sp>
        <p:nvSpPr>
          <p:cNvPr id="5" name="Title 4">
            <a:extLst>
              <a:ext uri="{FF2B5EF4-FFF2-40B4-BE49-F238E27FC236}">
                <a16:creationId xmlns:a16="http://schemas.microsoft.com/office/drawing/2014/main" id="{D772D659-59C3-5C3C-B9DB-9105C3708E9E}"/>
              </a:ext>
            </a:extLst>
          </p:cNvPr>
          <p:cNvSpPr>
            <a:spLocks noGrp="1"/>
          </p:cNvSpPr>
          <p:nvPr>
            <p:ph type="title"/>
          </p:nvPr>
        </p:nvSpPr>
        <p:spPr/>
        <p:txBody>
          <a:bodyPr/>
          <a:lstStyle/>
          <a:p>
            <a:r>
              <a:rPr lang="en-AU" dirty="0"/>
              <a:t>Stake Holders</a:t>
            </a:r>
          </a:p>
        </p:txBody>
      </p:sp>
    </p:spTree>
    <p:extLst>
      <p:ext uri="{BB962C8B-B14F-4D97-AF65-F5344CB8AC3E}">
        <p14:creationId xmlns:p14="http://schemas.microsoft.com/office/powerpoint/2010/main" val="1864291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6DF11-DEC1-8E34-4D13-9820FF7C512C}"/>
              </a:ext>
            </a:extLst>
          </p:cNvPr>
          <p:cNvSpPr>
            <a:spLocks noGrp="1"/>
          </p:cNvSpPr>
          <p:nvPr>
            <p:ph type="title"/>
          </p:nvPr>
        </p:nvSpPr>
        <p:spPr/>
        <p:txBody>
          <a:bodyPr/>
          <a:lstStyle/>
          <a:p>
            <a:r>
              <a:rPr lang="en-AU" dirty="0"/>
              <a:t>Sprints</a:t>
            </a:r>
          </a:p>
        </p:txBody>
      </p:sp>
      <p:sp>
        <p:nvSpPr>
          <p:cNvPr id="3" name="Content Placeholder 2">
            <a:extLst>
              <a:ext uri="{FF2B5EF4-FFF2-40B4-BE49-F238E27FC236}">
                <a16:creationId xmlns:a16="http://schemas.microsoft.com/office/drawing/2014/main" id="{F41172A2-4CA8-06F1-5759-90B5CD150269}"/>
              </a:ext>
            </a:extLst>
          </p:cNvPr>
          <p:cNvSpPr>
            <a:spLocks noGrp="1"/>
          </p:cNvSpPr>
          <p:nvPr>
            <p:ph idx="1"/>
          </p:nvPr>
        </p:nvSpPr>
        <p:spPr>
          <a:xfrm>
            <a:off x="838200" y="1076665"/>
            <a:ext cx="3733800" cy="4721862"/>
          </a:xfrm>
          <a:ln w="44450" cmpd="sng">
            <a:solidFill>
              <a:schemeClr val="tx1">
                <a:alpha val="99000"/>
              </a:schemeClr>
            </a:solidFill>
            <a:extLst>
              <a:ext uri="{C807C97D-BFC1-408E-A445-0C87EB9F89A2}">
                <ask:lineSketchStyleProps xmlns:ask="http://schemas.microsoft.com/office/drawing/2018/sketchyshapes">
                  <ask:type>
                    <ask:lineSketchNone/>
                  </ask:type>
                </ask:lineSketchStyleProps>
              </a:ext>
            </a:extLst>
          </a:ln>
        </p:spPr>
        <p:txBody>
          <a:bodyPr/>
          <a:lstStyle/>
          <a:p>
            <a:pPr marL="0" indent="0">
              <a:buNone/>
            </a:pPr>
            <a:r>
              <a:rPr lang="en-AU" dirty="0"/>
              <a:t>Sprint 1 Objectives / Deliverables.</a:t>
            </a:r>
          </a:p>
          <a:p>
            <a:pPr marL="457200" indent="-457200">
              <a:buFont typeface="+mj-lt"/>
              <a:buAutoNum type="arabicPeriod"/>
            </a:pPr>
            <a:r>
              <a:rPr lang="en-AU" sz="1600" dirty="0"/>
              <a:t>Map asset fields from SNOW and Intune.</a:t>
            </a:r>
          </a:p>
          <a:p>
            <a:pPr marL="457200" indent="-457200">
              <a:buFont typeface="+mj-lt"/>
              <a:buAutoNum type="arabicPeriod"/>
            </a:pPr>
            <a:r>
              <a:rPr lang="en-AU" sz="1600" dirty="0"/>
              <a:t>Create a script that creates spreadsheets with the required Snow fields.</a:t>
            </a:r>
          </a:p>
          <a:p>
            <a:pPr marL="457200" indent="-457200" fontAlgn="base">
              <a:spcAft>
                <a:spcPts val="400"/>
              </a:spcAft>
              <a:buClr>
                <a:srgbClr val="000000"/>
              </a:buClr>
              <a:buSzPct val="100000"/>
              <a:buFont typeface="+mj-lt"/>
              <a:buAutoNum type="arabicPeriod"/>
              <a:defRPr/>
            </a:pPr>
            <a:r>
              <a:rPr lang="en-AU" sz="1600" dirty="0"/>
              <a:t>Add functionality to manage Phones and computers.</a:t>
            </a:r>
          </a:p>
          <a:p>
            <a:pPr marL="457200" indent="-457200" fontAlgn="base">
              <a:spcAft>
                <a:spcPts val="400"/>
              </a:spcAft>
              <a:buClr>
                <a:srgbClr val="000000"/>
              </a:buClr>
              <a:buSzPct val="100000"/>
              <a:buFont typeface="+mj-lt"/>
              <a:buAutoNum type="arabicPeriod"/>
              <a:defRPr/>
            </a:pPr>
            <a:r>
              <a:rPr lang="en-AU" sz="1600" dirty="0"/>
              <a:t>Add functionality to adjust mandatory fields in snow.</a:t>
            </a:r>
          </a:p>
          <a:p>
            <a:pPr marL="457200" indent="-457200" fontAlgn="base">
              <a:spcAft>
                <a:spcPts val="400"/>
              </a:spcAft>
              <a:buClr>
                <a:srgbClr val="000000"/>
              </a:buClr>
              <a:buSzPct val="100000"/>
              <a:buFont typeface="+mj-lt"/>
              <a:buAutoNum type="arabicPeriod"/>
              <a:defRPr/>
            </a:pPr>
            <a:r>
              <a:rPr lang="en-AU" sz="1600" dirty="0"/>
              <a:t>Add functionality to populate last logged-in and date.</a:t>
            </a:r>
          </a:p>
          <a:p>
            <a:pPr marL="457200" indent="-457200" fontAlgn="base">
              <a:spcAft>
                <a:spcPts val="400"/>
              </a:spcAft>
              <a:buClr>
                <a:srgbClr val="000000"/>
              </a:buClr>
              <a:buSzPct val="100000"/>
              <a:buFont typeface="+mj-lt"/>
              <a:buAutoNum type="arabicPeriod"/>
              <a:defRPr/>
            </a:pPr>
            <a:r>
              <a:rPr lang="en-AU" sz="1600" dirty="0"/>
              <a:t>Add error handling and portability.</a:t>
            </a:r>
          </a:p>
          <a:p>
            <a:pPr marL="0" indent="0">
              <a:buNone/>
            </a:pPr>
            <a:endParaRPr lang="en-AU" dirty="0"/>
          </a:p>
          <a:p>
            <a:pPr marL="0" indent="0">
              <a:buNone/>
            </a:pPr>
            <a:endParaRPr lang="en-AU" dirty="0"/>
          </a:p>
        </p:txBody>
      </p:sp>
      <p:sp>
        <p:nvSpPr>
          <p:cNvPr id="4" name="Content Placeholder 2">
            <a:extLst>
              <a:ext uri="{FF2B5EF4-FFF2-40B4-BE49-F238E27FC236}">
                <a16:creationId xmlns:a16="http://schemas.microsoft.com/office/drawing/2014/main" id="{67D1CA54-2D5E-8F7F-8A24-C737CED4143E}"/>
              </a:ext>
            </a:extLst>
          </p:cNvPr>
          <p:cNvSpPr txBox="1">
            <a:spLocks/>
          </p:cNvSpPr>
          <p:nvPr/>
        </p:nvSpPr>
        <p:spPr>
          <a:xfrm>
            <a:off x="4572000" y="1059474"/>
            <a:ext cx="3733800" cy="5196235"/>
          </a:xfrm>
          <a:ln w="44450" cmpd="sng">
            <a:solidFill>
              <a:schemeClr val="tx1">
                <a:alpha val="99000"/>
              </a:schemeClr>
            </a:solidFill>
            <a:extLst>
              <a:ext uri="{C807C97D-BFC1-408E-A445-0C87EB9F89A2}">
                <ask:lineSketchStyleProps xmlns:ask="http://schemas.microsoft.com/office/drawing/2018/sketchyshapes">
                  <ask:type>
                    <ask:lineSketchNone/>
                  </ask:type>
                </ask:lineSketchStyleProps>
              </a:ext>
            </a:extLst>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dirty="0"/>
              <a:t>Sprint 2 Objectives / Deliverables</a:t>
            </a:r>
          </a:p>
          <a:p>
            <a:pPr marL="457200" indent="-457200">
              <a:buFont typeface="+mj-lt"/>
              <a:buAutoNum type="arabicPeriod"/>
            </a:pPr>
            <a:r>
              <a:rPr lang="en-AU" sz="1600" dirty="0"/>
              <a:t>Add functionality to include PO and Cost fields that are not currently populated.</a:t>
            </a:r>
          </a:p>
          <a:p>
            <a:pPr marL="457200" indent="-457200">
              <a:buFont typeface="+mj-lt"/>
              <a:buAutoNum type="arabicPeriod"/>
            </a:pPr>
            <a:r>
              <a:rPr lang="en-AU" sz="1600" dirty="0"/>
              <a:t>Add functionality to include monitors from ‘HP Monitors Fleet Management project.’</a:t>
            </a:r>
          </a:p>
          <a:p>
            <a:pPr marL="457200" indent="-457200">
              <a:buFont typeface="+mj-lt"/>
              <a:buAutoNum type="arabicPeriod"/>
            </a:pPr>
            <a:r>
              <a:rPr lang="en-AU" sz="1600" dirty="0"/>
              <a:t>Create Training and support material.</a:t>
            </a:r>
          </a:p>
          <a:p>
            <a:pPr marL="457200" indent="-457200">
              <a:buFont typeface="+mj-lt"/>
              <a:buAutoNum type="arabicPeriod"/>
            </a:pPr>
            <a:endParaRPr lang="en-AU" sz="1600" dirty="0"/>
          </a:p>
          <a:p>
            <a:pPr marL="457200" indent="-457200">
              <a:buFont typeface="+mj-lt"/>
              <a:buAutoNum type="arabicPeriod"/>
            </a:pPr>
            <a:endParaRPr lang="en-AU" sz="1600" dirty="0"/>
          </a:p>
        </p:txBody>
      </p:sp>
      <p:sp>
        <p:nvSpPr>
          <p:cNvPr id="5" name="Content Placeholder 2">
            <a:extLst>
              <a:ext uri="{FF2B5EF4-FFF2-40B4-BE49-F238E27FC236}">
                <a16:creationId xmlns:a16="http://schemas.microsoft.com/office/drawing/2014/main" id="{C0012070-C812-2EE0-D5F7-9AFD2AC2AF4B}"/>
              </a:ext>
            </a:extLst>
          </p:cNvPr>
          <p:cNvSpPr txBox="1">
            <a:spLocks/>
          </p:cNvSpPr>
          <p:nvPr/>
        </p:nvSpPr>
        <p:spPr>
          <a:xfrm>
            <a:off x="8305800" y="1076664"/>
            <a:ext cx="3733800" cy="5196235"/>
          </a:xfrm>
          <a:ln w="44450" cmpd="sng">
            <a:solidFill>
              <a:schemeClr val="tx1">
                <a:alpha val="99000"/>
              </a:schemeClr>
            </a:solidFill>
            <a:extLst>
              <a:ext uri="{C807C97D-BFC1-408E-A445-0C87EB9F89A2}">
                <ask:lineSketchStyleProps xmlns:ask="http://schemas.microsoft.com/office/drawing/2018/sketchyshapes">
                  <ask:type>
                    <ask:lineSketchNone/>
                  </ask:type>
                </ask:lineSketchStyleProps>
              </a:ext>
            </a:extLst>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dirty="0"/>
              <a:t>Sprint 3 Objectives / Deliverables</a:t>
            </a:r>
          </a:p>
          <a:p>
            <a:pPr marL="457200" indent="-457200" defTabSz="449263" fontAlgn="base">
              <a:spcBef>
                <a:spcPct val="0"/>
              </a:spcBef>
              <a:spcAft>
                <a:spcPct val="0"/>
              </a:spcAft>
              <a:buClr>
                <a:srgbClr val="000000"/>
              </a:buClr>
              <a:buSzPct val="100000"/>
              <a:buFont typeface="+mj-lt"/>
              <a:buAutoNum type="arabicPeriod"/>
            </a:pPr>
            <a:r>
              <a:rPr lang="en-AU" sz="1600" dirty="0"/>
              <a:t>Add functionality to include Peripherals.</a:t>
            </a:r>
          </a:p>
          <a:p>
            <a:pPr marL="457200" indent="-457200" defTabSz="449263" fontAlgn="base">
              <a:spcBef>
                <a:spcPct val="0"/>
              </a:spcBef>
              <a:spcAft>
                <a:spcPct val="0"/>
              </a:spcAft>
              <a:buClr>
                <a:srgbClr val="000000"/>
              </a:buClr>
              <a:buSzPct val="100000"/>
              <a:buFont typeface="+mj-lt"/>
              <a:buAutoNum type="arabicPeriod"/>
            </a:pPr>
            <a:r>
              <a:rPr lang="en-AU" sz="1600" dirty="0"/>
              <a:t>Add functionality to include Network Infrastructure.</a:t>
            </a:r>
          </a:p>
          <a:p>
            <a:pPr marL="457200" indent="-457200" defTabSz="449263" fontAlgn="base">
              <a:spcBef>
                <a:spcPct val="0"/>
              </a:spcBef>
              <a:spcAft>
                <a:spcPct val="0"/>
              </a:spcAft>
              <a:buClr>
                <a:srgbClr val="000000"/>
              </a:buClr>
              <a:buSzPct val="100000"/>
              <a:buFont typeface="+mj-lt"/>
              <a:buAutoNum type="arabicPeriod"/>
            </a:pPr>
            <a:r>
              <a:rPr lang="en-AU" sz="1600" dirty="0"/>
              <a:t>Add functionality to include Audio Visual equipment</a:t>
            </a:r>
          </a:p>
          <a:p>
            <a:pPr marL="457200" indent="-457200">
              <a:buFont typeface="+mj-lt"/>
              <a:buAutoNum type="arabicPeriod"/>
            </a:pPr>
            <a:endParaRPr lang="en-AU" dirty="0"/>
          </a:p>
        </p:txBody>
      </p:sp>
    </p:spTree>
    <p:extLst>
      <p:ext uri="{BB962C8B-B14F-4D97-AF65-F5344CB8AC3E}">
        <p14:creationId xmlns:p14="http://schemas.microsoft.com/office/powerpoint/2010/main" val="180011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hangingPunct="1">
              <a:defRPr/>
            </a:pPr>
            <a:r>
              <a:rPr lang="en-US" dirty="0"/>
              <a:t>Intune Snow asset Import</a:t>
            </a:r>
            <a:br>
              <a:rPr lang="en-US" dirty="0"/>
            </a:br>
            <a:r>
              <a:rPr lang="en-US" dirty="0"/>
              <a:t>Sprint 1 </a:t>
            </a:r>
            <a:endParaRPr lang="en-AU" dirty="0"/>
          </a:p>
        </p:txBody>
      </p:sp>
      <p:sp>
        <p:nvSpPr>
          <p:cNvPr id="3" name="Title 1">
            <a:extLst>
              <a:ext uri="{FF2B5EF4-FFF2-40B4-BE49-F238E27FC236}">
                <a16:creationId xmlns:a16="http://schemas.microsoft.com/office/drawing/2014/main" id="{0831C0C8-2ADE-EA0E-B5A1-5ADF9370AA70}"/>
              </a:ext>
            </a:extLst>
          </p:cNvPr>
          <p:cNvSpPr txBox="1">
            <a:spLocks/>
          </p:cNvSpPr>
          <p:nvPr/>
        </p:nvSpPr>
        <p:spPr bwMode="auto">
          <a:xfrm>
            <a:off x="2688600" y="4343720"/>
            <a:ext cx="6858000" cy="610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fontScale="97500"/>
          </a:bodyPr>
          <a:lstStyle>
            <a:lvl1pPr algn="l" rtl="0" eaLnBrk="1" fontAlgn="base" hangingPunct="1">
              <a:lnSpc>
                <a:spcPct val="90000"/>
              </a:lnSpc>
              <a:spcBef>
                <a:spcPct val="0"/>
              </a:spcBef>
              <a:spcAft>
                <a:spcPct val="0"/>
              </a:spcAft>
              <a:defRPr sz="40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Light" panose="020F0302020204030204"/>
                <a:ea typeface="+mj-ea"/>
                <a:cs typeface="+mj-cs"/>
              </a:rPr>
              <a:t>By Mathew Gallehawk</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Light" panose="020F0302020204030204"/>
                <a:ea typeface="+mj-ea"/>
                <a:cs typeface="+mj-cs"/>
              </a:rPr>
              <a:t>For: Darren Daly, Bruce Absolom, Joel Porgand</a:t>
            </a:r>
          </a:p>
        </p:txBody>
      </p:sp>
    </p:spTree>
    <p:extLst>
      <p:ext uri="{BB962C8B-B14F-4D97-AF65-F5344CB8AC3E}">
        <p14:creationId xmlns:p14="http://schemas.microsoft.com/office/powerpoint/2010/main" val="1108084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D0BF-F1AF-E87B-CDFC-FF9FE4849B44}"/>
              </a:ext>
            </a:extLst>
          </p:cNvPr>
          <p:cNvSpPr>
            <a:spLocks noGrp="1"/>
          </p:cNvSpPr>
          <p:nvPr>
            <p:ph type="title"/>
          </p:nvPr>
        </p:nvSpPr>
        <p:spPr/>
        <p:txBody>
          <a:bodyPr/>
          <a:lstStyle/>
          <a:p>
            <a:r>
              <a:rPr lang="en-AU" dirty="0"/>
              <a:t>Sprint 1 Overview</a:t>
            </a:r>
          </a:p>
        </p:txBody>
      </p:sp>
      <p:graphicFrame>
        <p:nvGraphicFramePr>
          <p:cNvPr id="7" name="Table 7">
            <a:extLst>
              <a:ext uri="{FF2B5EF4-FFF2-40B4-BE49-F238E27FC236}">
                <a16:creationId xmlns:a16="http://schemas.microsoft.com/office/drawing/2014/main" id="{602CEB80-8753-340E-6554-43F007E4011C}"/>
              </a:ext>
            </a:extLst>
          </p:cNvPr>
          <p:cNvGraphicFramePr>
            <a:graphicFrameLocks noGrp="1"/>
          </p:cNvGraphicFramePr>
          <p:nvPr>
            <p:extLst>
              <p:ext uri="{D42A27DB-BD31-4B8C-83A1-F6EECF244321}">
                <p14:modId xmlns:p14="http://schemas.microsoft.com/office/powerpoint/2010/main" val="584908707"/>
              </p:ext>
            </p:extLst>
          </p:nvPr>
        </p:nvGraphicFramePr>
        <p:xfrm>
          <a:off x="334297" y="836712"/>
          <a:ext cx="11444748" cy="5315754"/>
        </p:xfrm>
        <a:graphic>
          <a:graphicData uri="http://schemas.openxmlformats.org/drawingml/2006/table">
            <a:tbl>
              <a:tblPr firstRow="1" bandRow="1">
                <a:tableStyleId>{5C22544A-7EE6-4342-B048-85BDC9FD1C3A}</a:tableStyleId>
              </a:tblPr>
              <a:tblGrid>
                <a:gridCol w="3814916">
                  <a:extLst>
                    <a:ext uri="{9D8B030D-6E8A-4147-A177-3AD203B41FA5}">
                      <a16:colId xmlns:a16="http://schemas.microsoft.com/office/drawing/2014/main" val="4132253562"/>
                    </a:ext>
                  </a:extLst>
                </a:gridCol>
                <a:gridCol w="3814916">
                  <a:extLst>
                    <a:ext uri="{9D8B030D-6E8A-4147-A177-3AD203B41FA5}">
                      <a16:colId xmlns:a16="http://schemas.microsoft.com/office/drawing/2014/main" val="948196162"/>
                    </a:ext>
                  </a:extLst>
                </a:gridCol>
                <a:gridCol w="3814916">
                  <a:extLst>
                    <a:ext uri="{9D8B030D-6E8A-4147-A177-3AD203B41FA5}">
                      <a16:colId xmlns:a16="http://schemas.microsoft.com/office/drawing/2014/main" val="3476541696"/>
                    </a:ext>
                  </a:extLst>
                </a:gridCol>
              </a:tblGrid>
              <a:tr h="382866">
                <a:tc>
                  <a:txBody>
                    <a:bodyPr/>
                    <a:lstStyle/>
                    <a:p>
                      <a:r>
                        <a:rPr lang="en-AU" sz="1100" dirty="0"/>
                        <a:t>Deliverable</a:t>
                      </a:r>
                    </a:p>
                  </a:txBody>
                  <a:tcPr/>
                </a:tc>
                <a:tc>
                  <a:txBody>
                    <a:bodyPr/>
                    <a:lstStyle/>
                    <a:p>
                      <a:r>
                        <a:rPr lang="en-AU" sz="1100" dirty="0"/>
                        <a:t>Requirements</a:t>
                      </a:r>
                    </a:p>
                  </a:txBody>
                  <a:tcPr/>
                </a:tc>
                <a:tc>
                  <a:txBody>
                    <a:bodyPr/>
                    <a:lstStyle/>
                    <a:p>
                      <a:r>
                        <a:rPr lang="en-AU" sz="1100" dirty="0"/>
                        <a:t>Status</a:t>
                      </a:r>
                    </a:p>
                  </a:txBody>
                  <a:tcPr/>
                </a:tc>
                <a:extLst>
                  <a:ext uri="{0D108BD9-81ED-4DB2-BD59-A6C34878D82A}">
                    <a16:rowId xmlns:a16="http://schemas.microsoft.com/office/drawing/2014/main" val="2259148695"/>
                  </a:ext>
                </a:extLst>
              </a:tr>
              <a:tr h="6136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dirty="0"/>
                        <a:t>Map asset fields from SNOW and Intune.</a:t>
                      </a:r>
                    </a:p>
                    <a:p>
                      <a:endParaRPr lang="en-AU" sz="1100" dirty="0"/>
                    </a:p>
                  </a:txBody>
                  <a:tcPr/>
                </a:tc>
                <a:tc>
                  <a:txBody>
                    <a:bodyPr/>
                    <a:lstStyle/>
                    <a:p>
                      <a:pPr marL="285750" indent="-285750">
                        <a:buFont typeface="Arial" panose="020B0604020202020204" pitchFamily="34" charset="0"/>
                        <a:buChar char="•"/>
                      </a:pPr>
                      <a:r>
                        <a:rPr lang="en-AU" sz="1100" dirty="0"/>
                        <a:t>Identify mandatory fields for SNOW bulk asset upload to be successful.</a:t>
                      </a:r>
                    </a:p>
                    <a:p>
                      <a:pPr marL="285750" indent="-285750">
                        <a:buFont typeface="Arial" panose="020B0604020202020204" pitchFamily="34" charset="0"/>
                        <a:buChar char="•"/>
                      </a:pPr>
                      <a:r>
                        <a:rPr lang="en-AU" sz="1100" dirty="0"/>
                        <a:t>Relate these to Intune device export fields.</a:t>
                      </a:r>
                    </a:p>
                  </a:txBody>
                  <a:tcPr/>
                </a:tc>
                <a:tc>
                  <a:txBody>
                    <a:bodyPr/>
                    <a:lstStyle/>
                    <a:p>
                      <a:pPr marL="171450" indent="-171450">
                        <a:buFont typeface="Arial" panose="020B0604020202020204" pitchFamily="34" charset="0"/>
                        <a:buChar char="•"/>
                      </a:pPr>
                      <a:r>
                        <a:rPr lang="en-AU" sz="1100" dirty="0"/>
                        <a:t>Completed</a:t>
                      </a:r>
                    </a:p>
                  </a:txBody>
                  <a:tcPr/>
                </a:tc>
                <a:extLst>
                  <a:ext uri="{0D108BD9-81ED-4DB2-BD59-A6C34878D82A}">
                    <a16:rowId xmlns:a16="http://schemas.microsoft.com/office/drawing/2014/main" val="2319500268"/>
                  </a:ext>
                </a:extLst>
              </a:tr>
              <a:tr h="440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dirty="0"/>
                        <a:t>Create a script that creates spreadsheets with the required Snowfields.</a:t>
                      </a:r>
                    </a:p>
                  </a:txBody>
                  <a:tcPr/>
                </a:tc>
                <a:tc>
                  <a:txBody>
                    <a:bodyPr/>
                    <a:lstStyle/>
                    <a:p>
                      <a:pPr marL="285750" indent="-285750">
                        <a:buFont typeface="Arial" panose="020B0604020202020204" pitchFamily="34" charset="0"/>
                        <a:buChar char="•"/>
                      </a:pPr>
                      <a:r>
                        <a:rPr lang="en-AU" sz="1100" dirty="0"/>
                        <a:t>Script takes in Intune export fields and outputs SNOW bulk upload list and snow model update list</a:t>
                      </a:r>
                    </a:p>
                  </a:txBody>
                  <a:tcPr/>
                </a:tc>
                <a:tc>
                  <a:txBody>
                    <a:bodyPr/>
                    <a:lstStyle/>
                    <a:p>
                      <a:pPr marL="171450" indent="-171450">
                        <a:buFont typeface="Arial" panose="020B0604020202020204" pitchFamily="34" charset="0"/>
                        <a:buChar char="•"/>
                      </a:pPr>
                      <a:r>
                        <a:rPr lang="en-AU" sz="1100" dirty="0"/>
                        <a:t>Completed</a:t>
                      </a:r>
                    </a:p>
                  </a:txBody>
                  <a:tcPr/>
                </a:tc>
                <a:extLst>
                  <a:ext uri="{0D108BD9-81ED-4DB2-BD59-A6C34878D82A}">
                    <a16:rowId xmlns:a16="http://schemas.microsoft.com/office/drawing/2014/main" val="166418669"/>
                  </a:ext>
                </a:extLst>
              </a:tr>
              <a:tr h="6136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dirty="0"/>
                        <a:t>Add functionality to manage Phones and computers.</a:t>
                      </a:r>
                    </a:p>
                    <a:p>
                      <a:endParaRPr lang="en-AU" sz="1100" dirty="0"/>
                    </a:p>
                  </a:txBody>
                  <a:tcPr/>
                </a:tc>
                <a:tc>
                  <a:txBody>
                    <a:bodyPr/>
                    <a:lstStyle/>
                    <a:p>
                      <a:pPr marL="285750" indent="-285750">
                        <a:buFont typeface="Arial" panose="020B0604020202020204" pitchFamily="34" charset="0"/>
                        <a:buChar char="•"/>
                      </a:pPr>
                      <a:r>
                        <a:rPr lang="en-AU" sz="1100" dirty="0"/>
                        <a:t>Focus is on Phones and Computers for this sprint.</a:t>
                      </a:r>
                    </a:p>
                    <a:p>
                      <a:pPr marL="285750" indent="-285750">
                        <a:buFont typeface="Arial" panose="020B0604020202020204" pitchFamily="34" charset="0"/>
                        <a:buChar char="•"/>
                      </a:pPr>
                      <a:r>
                        <a:rPr lang="en-AU" sz="1100" dirty="0"/>
                        <a:t>Script to create objects of computers and phones from Intune export file.</a:t>
                      </a:r>
                    </a:p>
                  </a:txBody>
                  <a:tcPr/>
                </a:tc>
                <a:tc>
                  <a:txBody>
                    <a:bodyPr/>
                    <a:lstStyle/>
                    <a:p>
                      <a:pPr marL="171450" indent="-171450">
                        <a:buFont typeface="Arial" panose="020B0604020202020204" pitchFamily="34" charset="0"/>
                        <a:buChar char="•"/>
                      </a:pPr>
                      <a:r>
                        <a:rPr lang="en-AU" sz="1100" dirty="0"/>
                        <a:t>Completed</a:t>
                      </a:r>
                    </a:p>
                  </a:txBody>
                  <a:tcPr/>
                </a:tc>
                <a:extLst>
                  <a:ext uri="{0D108BD9-81ED-4DB2-BD59-A6C34878D82A}">
                    <a16:rowId xmlns:a16="http://schemas.microsoft.com/office/drawing/2014/main" val="2617775264"/>
                  </a:ext>
                </a:extLst>
              </a:tr>
              <a:tr h="6136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dirty="0"/>
                        <a:t>Add functionality to adjust mandatory fields in snow.</a:t>
                      </a:r>
                    </a:p>
                    <a:p>
                      <a:endParaRPr lang="en-AU" sz="1100" dirty="0"/>
                    </a:p>
                  </a:txBody>
                  <a:tcPr/>
                </a:tc>
                <a:tc>
                  <a:txBody>
                    <a:bodyPr/>
                    <a:lstStyle/>
                    <a:p>
                      <a:pPr marL="285750" indent="-285750">
                        <a:buFont typeface="Arial" panose="020B0604020202020204" pitchFamily="34" charset="0"/>
                        <a:buChar char="•"/>
                      </a:pPr>
                      <a:r>
                        <a:rPr lang="en-AU" sz="1100" kern="1200" dirty="0">
                          <a:solidFill>
                            <a:schemeClr val="dk1"/>
                          </a:solidFill>
                          <a:latin typeface="+mn-lt"/>
                          <a:ea typeface="+mn-ea"/>
                          <a:cs typeface="+mn-cs"/>
                        </a:rPr>
                        <a:t>Script is to transform Intune fields to Snow fields.</a:t>
                      </a:r>
                    </a:p>
                    <a:p>
                      <a:pPr marL="285750" indent="-285750">
                        <a:buFont typeface="Arial" panose="020B0604020202020204" pitchFamily="34" charset="0"/>
                        <a:buChar char="•"/>
                      </a:pPr>
                      <a:r>
                        <a:rPr lang="en-AU" sz="1100" kern="1200" dirty="0">
                          <a:solidFill>
                            <a:schemeClr val="dk1"/>
                          </a:solidFill>
                          <a:latin typeface="+mn-lt"/>
                          <a:ea typeface="+mn-ea"/>
                          <a:cs typeface="+mn-cs"/>
                        </a:rPr>
                        <a:t>Where values cant be directly passed some transformation will be required. </a:t>
                      </a:r>
                    </a:p>
                  </a:txBody>
                  <a:tcPr/>
                </a:tc>
                <a:tc>
                  <a:txBody>
                    <a:bodyPr/>
                    <a:lstStyle/>
                    <a:p>
                      <a:pPr marL="171450" indent="-171450">
                        <a:buFont typeface="Arial" panose="020B0604020202020204" pitchFamily="34" charset="0"/>
                        <a:buChar char="•"/>
                      </a:pPr>
                      <a:r>
                        <a:rPr lang="en-AU" sz="1100" kern="1200" dirty="0">
                          <a:solidFill>
                            <a:schemeClr val="dk1"/>
                          </a:solidFill>
                          <a:latin typeface="+mn-lt"/>
                          <a:ea typeface="+mn-ea"/>
                          <a:cs typeface="+mn-cs"/>
                        </a:rPr>
                        <a:t>Completed </a:t>
                      </a:r>
                    </a:p>
                  </a:txBody>
                  <a:tcPr/>
                </a:tc>
                <a:extLst>
                  <a:ext uri="{0D108BD9-81ED-4DB2-BD59-A6C34878D82A}">
                    <a16:rowId xmlns:a16="http://schemas.microsoft.com/office/drawing/2014/main" val="465737046"/>
                  </a:ext>
                </a:extLst>
              </a:tr>
              <a:tr h="959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dirty="0"/>
                        <a:t>Add functionality to populate last logged-in and date.</a:t>
                      </a:r>
                    </a:p>
                    <a:p>
                      <a:endParaRPr lang="en-AU" sz="1100" dirty="0"/>
                    </a:p>
                  </a:txBody>
                  <a:tcPr/>
                </a:tc>
                <a:tc>
                  <a:txBody>
                    <a:bodyPr/>
                    <a:lstStyle/>
                    <a:p>
                      <a:pPr marL="285750" indent="-285750">
                        <a:buFont typeface="Arial" panose="020B0604020202020204" pitchFamily="34" charset="0"/>
                        <a:buChar char="•"/>
                      </a:pPr>
                      <a:r>
                        <a:rPr lang="en-AU" sz="1100" dirty="0"/>
                        <a:t>This functionality was formerly supplied by SCCM, has not been populated since the deactivation of SCCM.</a:t>
                      </a:r>
                    </a:p>
                    <a:p>
                      <a:pPr marL="285750" indent="-285750">
                        <a:buFont typeface="Arial" panose="020B0604020202020204" pitchFamily="34" charset="0"/>
                        <a:buChar char="•"/>
                      </a:pPr>
                      <a:r>
                        <a:rPr lang="en-AU" sz="1100" dirty="0"/>
                        <a:t>Not “Required for successful upload to SNOW.</a:t>
                      </a:r>
                    </a:p>
                    <a:p>
                      <a:pPr marL="285750" indent="-285750">
                        <a:buFont typeface="Arial" panose="020B0604020202020204" pitchFamily="34" charset="0"/>
                        <a:buChar char="•"/>
                      </a:pPr>
                      <a:r>
                        <a:rPr lang="en-AU" sz="1100" dirty="0"/>
                        <a:t>Stake holder would prefer this functionality from Microsoft if possible. </a:t>
                      </a:r>
                    </a:p>
                  </a:txBody>
                  <a:tcPr/>
                </a:tc>
                <a:tc>
                  <a:txBody>
                    <a:bodyPr/>
                    <a:lstStyle/>
                    <a:p>
                      <a:pPr marL="285750" indent="-285750">
                        <a:buFont typeface="Arial" panose="020B0604020202020204" pitchFamily="34" charset="0"/>
                        <a:buChar char="•"/>
                      </a:pPr>
                      <a:r>
                        <a:rPr lang="en-AU" sz="1100" dirty="0"/>
                        <a:t>Functional, fields populate with the addition of a Sophos export.</a:t>
                      </a:r>
                    </a:p>
                    <a:p>
                      <a:pPr marL="285750" indent="-285750">
                        <a:buFont typeface="Arial" panose="020B0604020202020204" pitchFamily="34" charset="0"/>
                        <a:buChar char="•"/>
                      </a:pPr>
                      <a:r>
                        <a:rPr lang="en-AU" sz="1100" dirty="0"/>
                        <a:t>Have a ticket with Microsoft to see if this functionality is available without the usage of graph.</a:t>
                      </a:r>
                    </a:p>
                  </a:txBody>
                  <a:tcPr/>
                </a:tc>
                <a:extLst>
                  <a:ext uri="{0D108BD9-81ED-4DB2-BD59-A6C34878D82A}">
                    <a16:rowId xmlns:a16="http://schemas.microsoft.com/office/drawing/2014/main" val="3074930914"/>
                  </a:ext>
                </a:extLst>
              </a:tr>
              <a:tr h="11491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dirty="0"/>
                        <a:t>Add error handling and portability.</a:t>
                      </a:r>
                    </a:p>
                    <a:p>
                      <a:endParaRPr lang="en-AU" sz="1100" dirty="0"/>
                    </a:p>
                  </a:txBody>
                  <a:tcPr/>
                </a:tc>
                <a:tc>
                  <a:txBody>
                    <a:bodyPr/>
                    <a:lstStyle/>
                    <a:p>
                      <a:pPr marL="171450" indent="-171450">
                        <a:buFont typeface="Arial" panose="020B0604020202020204" pitchFamily="34" charset="0"/>
                        <a:buChar char="•"/>
                      </a:pPr>
                      <a:r>
                        <a:rPr lang="en-AU" sz="1100" dirty="0"/>
                        <a:t>Terminate the app gracefully with an error message if the required export sheets are not present.</a:t>
                      </a:r>
                    </a:p>
                    <a:p>
                      <a:pPr marL="171450" indent="-171450">
                        <a:buFont typeface="Arial" panose="020B0604020202020204" pitchFamily="34" charset="0"/>
                        <a:buChar char="•"/>
                      </a:pPr>
                      <a:r>
                        <a:rPr lang="en-AU" sz="1100" dirty="0"/>
                        <a:t>Clean up old sheets so that old data does not get re-populated.</a:t>
                      </a:r>
                    </a:p>
                    <a:p>
                      <a:pPr marL="171450" indent="-171450">
                        <a:buFont typeface="Arial" panose="020B0604020202020204" pitchFamily="34" charset="0"/>
                        <a:buChar char="•"/>
                      </a:pPr>
                      <a:r>
                        <a:rPr lang="en-AU" sz="1100" dirty="0"/>
                        <a:t>Close all connections to </a:t>
                      </a:r>
                      <a:r>
                        <a:rPr lang="en-AU" sz="1100" dirty="0" err="1"/>
                        <a:t>AzureAd</a:t>
                      </a:r>
                      <a:r>
                        <a:rPr lang="en-AU" sz="1100" dirty="0"/>
                        <a:t> on close.</a:t>
                      </a:r>
                    </a:p>
                    <a:p>
                      <a:pPr marL="171450" indent="-171450">
                        <a:buFont typeface="Arial" panose="020B0604020202020204" pitchFamily="34" charset="0"/>
                        <a:buChar char="•"/>
                      </a:pPr>
                      <a:r>
                        <a:rPr lang="en-AU" sz="1100" dirty="0"/>
                        <a:t>Script and required folders should just unpack on a pc and work.</a:t>
                      </a:r>
                    </a:p>
                  </a:txBody>
                  <a:tcPr/>
                </a:tc>
                <a:tc>
                  <a:txBody>
                    <a:bodyPr/>
                    <a:lstStyle/>
                    <a:p>
                      <a:pPr marL="171450" indent="-171450">
                        <a:buFont typeface="Arial" panose="020B0604020202020204" pitchFamily="34" charset="0"/>
                        <a:buChar char="•"/>
                      </a:pPr>
                      <a:r>
                        <a:rPr lang="en-AU" sz="1100" dirty="0"/>
                        <a:t>Completed </a:t>
                      </a:r>
                    </a:p>
                  </a:txBody>
                  <a:tcPr/>
                </a:tc>
                <a:extLst>
                  <a:ext uri="{0D108BD9-81ED-4DB2-BD59-A6C34878D82A}">
                    <a16:rowId xmlns:a16="http://schemas.microsoft.com/office/drawing/2014/main" val="2284210639"/>
                  </a:ext>
                </a:extLst>
              </a:tr>
              <a:tr h="387674">
                <a:tc>
                  <a:txBody>
                    <a:bodyPr/>
                    <a:lstStyle/>
                    <a:p>
                      <a:r>
                        <a:rPr lang="en-AU" sz="1100" dirty="0"/>
                        <a:t>Create Training and support material</a:t>
                      </a:r>
                    </a:p>
                  </a:txBody>
                  <a:tcPr/>
                </a:tc>
                <a:tc>
                  <a:txBody>
                    <a:bodyPr/>
                    <a:lstStyle/>
                    <a:p>
                      <a:pPr marL="171450" indent="-171450">
                        <a:buFont typeface="Arial" panose="020B0604020202020204" pitchFamily="34" charset="0"/>
                        <a:buChar char="•"/>
                      </a:pPr>
                      <a:r>
                        <a:rPr lang="en-AU" sz="1100" dirty="0"/>
                        <a:t>Document technical support.</a:t>
                      </a:r>
                    </a:p>
                    <a:p>
                      <a:pPr marL="171450" indent="-171450">
                        <a:buFont typeface="Arial" panose="020B0604020202020204" pitchFamily="34" charset="0"/>
                        <a:buChar char="•"/>
                      </a:pPr>
                      <a:r>
                        <a:rPr lang="en-AU" sz="1100" dirty="0"/>
                        <a:t>Document end-user setup and requirements.</a:t>
                      </a:r>
                    </a:p>
                  </a:txBody>
                  <a:tcPr/>
                </a:tc>
                <a:tc>
                  <a:txBody>
                    <a:bodyPr/>
                    <a:lstStyle/>
                    <a:p>
                      <a:pPr marL="171450" indent="-171450">
                        <a:buFont typeface="Arial" panose="020B0604020202020204" pitchFamily="34" charset="0"/>
                        <a:buChar char="•"/>
                      </a:pPr>
                      <a:r>
                        <a:rPr lang="en-AU" sz="1100" dirty="0"/>
                        <a:t>Not yet Completed (Pushed over to sprint 2)</a:t>
                      </a:r>
                    </a:p>
                  </a:txBody>
                  <a:tcPr/>
                </a:tc>
                <a:extLst>
                  <a:ext uri="{0D108BD9-81ED-4DB2-BD59-A6C34878D82A}">
                    <a16:rowId xmlns:a16="http://schemas.microsoft.com/office/drawing/2014/main" val="87596743"/>
                  </a:ext>
                </a:extLst>
              </a:tr>
            </a:tbl>
          </a:graphicData>
        </a:graphic>
      </p:graphicFrame>
    </p:spTree>
    <p:extLst>
      <p:ext uri="{BB962C8B-B14F-4D97-AF65-F5344CB8AC3E}">
        <p14:creationId xmlns:p14="http://schemas.microsoft.com/office/powerpoint/2010/main" val="2002724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1E4AF28A-175E-1E08-E442-4459C3591FE7}"/>
              </a:ext>
            </a:extLst>
          </p:cNvPr>
          <p:cNvGraphicFramePr>
            <a:graphicFrameLocks noGrp="1"/>
          </p:cNvGraphicFramePr>
          <p:nvPr>
            <p:extLst>
              <p:ext uri="{D42A27DB-BD31-4B8C-83A1-F6EECF244321}">
                <p14:modId xmlns:p14="http://schemas.microsoft.com/office/powerpoint/2010/main" val="3985018820"/>
              </p:ext>
            </p:extLst>
          </p:nvPr>
        </p:nvGraphicFramePr>
        <p:xfrm>
          <a:off x="584916" y="588220"/>
          <a:ext cx="1375043" cy="1522968"/>
        </p:xfrm>
        <a:graphic>
          <a:graphicData uri="http://schemas.openxmlformats.org/drawingml/2006/table">
            <a:tbl>
              <a:tblPr firstRow="1" bandRow="1">
                <a:tableStyleId>{5C22544A-7EE6-4342-B048-85BDC9FD1C3A}</a:tableStyleId>
              </a:tblPr>
              <a:tblGrid>
                <a:gridCol w="1375043">
                  <a:extLst>
                    <a:ext uri="{9D8B030D-6E8A-4147-A177-3AD203B41FA5}">
                      <a16:colId xmlns:a16="http://schemas.microsoft.com/office/drawing/2014/main" val="3851322346"/>
                    </a:ext>
                  </a:extLst>
                </a:gridCol>
              </a:tblGrid>
              <a:tr h="370840">
                <a:tc>
                  <a:txBody>
                    <a:bodyPr/>
                    <a:lstStyle/>
                    <a:p>
                      <a:r>
                        <a:rPr lang="en-AU" sz="800" b="0" i="0" u="none" strike="noStrike" kern="1200" baseline="0" dirty="0">
                          <a:solidFill>
                            <a:schemeClr val="lt1"/>
                          </a:solidFill>
                          <a:latin typeface="+mn-lt"/>
                          <a:ea typeface="+mn-ea"/>
                          <a:cs typeface="+mn-cs"/>
                        </a:rPr>
                        <a:t>Sophos Device Export</a:t>
                      </a:r>
                      <a:endParaRPr lang="en-AU" sz="800" dirty="0"/>
                    </a:p>
                  </a:txBody>
                  <a:tcPr/>
                </a:tc>
                <a:extLst>
                  <a:ext uri="{0D108BD9-81ED-4DB2-BD59-A6C34878D82A}">
                    <a16:rowId xmlns:a16="http://schemas.microsoft.com/office/drawing/2014/main" val="2250887042"/>
                  </a:ext>
                </a:extLst>
              </a:tr>
              <a:tr h="370840">
                <a:tc>
                  <a:txBody>
                    <a:bodyPr/>
                    <a:lstStyle/>
                    <a:p>
                      <a:r>
                        <a:rPr lang="en-AU" sz="800" b="0" i="0" u="none" strike="noStrike" kern="1200" baseline="0" dirty="0">
                          <a:solidFill>
                            <a:schemeClr val="dk1"/>
                          </a:solidFill>
                          <a:latin typeface="+mn-lt"/>
                          <a:ea typeface="+mn-ea"/>
                          <a:cs typeface="+mn-cs"/>
                        </a:rPr>
                        <a:t>Name (Device Name)</a:t>
                      </a:r>
                      <a:endParaRPr lang="en-AU" sz="800" dirty="0"/>
                    </a:p>
                  </a:txBody>
                  <a:tcPr/>
                </a:tc>
                <a:extLst>
                  <a:ext uri="{0D108BD9-81ED-4DB2-BD59-A6C34878D82A}">
                    <a16:rowId xmlns:a16="http://schemas.microsoft.com/office/drawing/2014/main" val="3118971204"/>
                  </a:ext>
                </a:extLst>
              </a:tr>
              <a:tr h="410448">
                <a:tc>
                  <a:txBody>
                    <a:bodyPr/>
                    <a:lstStyle/>
                    <a:p>
                      <a:r>
                        <a:rPr lang="en-AU" sz="800" b="0" i="0" u="none" strike="noStrike" kern="1200" baseline="0" dirty="0">
                          <a:solidFill>
                            <a:schemeClr val="dk1"/>
                          </a:solidFill>
                          <a:latin typeface="+mn-lt"/>
                          <a:ea typeface="+mn-ea"/>
                          <a:cs typeface="+mn-cs"/>
                        </a:rPr>
                        <a:t>Last logged on (User)</a:t>
                      </a:r>
                      <a:endParaRPr lang="en-AU" sz="800" dirty="0"/>
                    </a:p>
                  </a:txBody>
                  <a:tcPr/>
                </a:tc>
                <a:extLst>
                  <a:ext uri="{0D108BD9-81ED-4DB2-BD59-A6C34878D82A}">
                    <a16:rowId xmlns:a16="http://schemas.microsoft.com/office/drawing/2014/main" val="3722643304"/>
                  </a:ext>
                </a:extLst>
              </a:tr>
              <a:tr h="370840">
                <a:tc>
                  <a:txBody>
                    <a:bodyPr/>
                    <a:lstStyle/>
                    <a:p>
                      <a:r>
                        <a:rPr lang="en-AU" sz="800" b="0" i="0" u="none" strike="noStrike" kern="1200" baseline="0" dirty="0">
                          <a:solidFill>
                            <a:schemeClr val="dk1"/>
                          </a:solidFill>
                          <a:latin typeface="+mn-lt"/>
                          <a:ea typeface="+mn-ea"/>
                          <a:cs typeface="+mn-cs"/>
                        </a:rPr>
                        <a:t>Last logged on Date</a:t>
                      </a:r>
                      <a:endParaRPr lang="en-AU" sz="800" dirty="0"/>
                    </a:p>
                  </a:txBody>
                  <a:tcPr/>
                </a:tc>
                <a:extLst>
                  <a:ext uri="{0D108BD9-81ED-4DB2-BD59-A6C34878D82A}">
                    <a16:rowId xmlns:a16="http://schemas.microsoft.com/office/drawing/2014/main" val="1284678169"/>
                  </a:ext>
                </a:extLst>
              </a:tr>
            </a:tbl>
          </a:graphicData>
        </a:graphic>
      </p:graphicFrame>
      <p:graphicFrame>
        <p:nvGraphicFramePr>
          <p:cNvPr id="11" name="Table 10">
            <a:extLst>
              <a:ext uri="{FF2B5EF4-FFF2-40B4-BE49-F238E27FC236}">
                <a16:creationId xmlns:a16="http://schemas.microsoft.com/office/drawing/2014/main" id="{254AF10D-AFFE-A541-2C14-2D7A7185ED57}"/>
              </a:ext>
            </a:extLst>
          </p:cNvPr>
          <p:cNvGraphicFramePr>
            <a:graphicFrameLocks noGrp="1"/>
          </p:cNvGraphicFramePr>
          <p:nvPr>
            <p:extLst>
              <p:ext uri="{D42A27DB-BD31-4B8C-83A1-F6EECF244321}">
                <p14:modId xmlns:p14="http://schemas.microsoft.com/office/powerpoint/2010/main" val="3834692194"/>
              </p:ext>
            </p:extLst>
          </p:nvPr>
        </p:nvGraphicFramePr>
        <p:xfrm>
          <a:off x="584916" y="2290164"/>
          <a:ext cx="1375043" cy="3157896"/>
        </p:xfrm>
        <a:graphic>
          <a:graphicData uri="http://schemas.openxmlformats.org/drawingml/2006/table">
            <a:tbl>
              <a:tblPr firstRow="1" bandRow="1">
                <a:tableStyleId>{5C22544A-7EE6-4342-B048-85BDC9FD1C3A}</a:tableStyleId>
              </a:tblPr>
              <a:tblGrid>
                <a:gridCol w="1375043">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Intune device export CSV</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Device Name</a:t>
                      </a:r>
                      <a:endParaRPr lang="en-AU" sz="800" dirty="0"/>
                    </a:p>
                  </a:txBody>
                  <a:tcPr/>
                </a:tc>
                <a:extLst>
                  <a:ext uri="{0D108BD9-81ED-4DB2-BD59-A6C34878D82A}">
                    <a16:rowId xmlns:a16="http://schemas.microsoft.com/office/drawing/2014/main" val="591996937"/>
                  </a:ext>
                </a:extLst>
              </a:tr>
              <a:tr h="370840">
                <a:tc>
                  <a:txBody>
                    <a:bodyPr/>
                    <a:lstStyle/>
                    <a:p>
                      <a:r>
                        <a:rPr lang="en-AU" sz="800" b="0" i="0" u="none" strike="noStrike" kern="1200" baseline="0" dirty="0">
                          <a:solidFill>
                            <a:schemeClr val="dk1"/>
                          </a:solidFill>
                          <a:latin typeface="+mn-lt"/>
                          <a:ea typeface="+mn-ea"/>
                          <a:cs typeface="+mn-cs"/>
                        </a:rPr>
                        <a:t>Serial Number</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a:solidFill>
                            <a:schemeClr val="dk1"/>
                          </a:solidFill>
                          <a:latin typeface="+mn-lt"/>
                          <a:ea typeface="+mn-ea"/>
                          <a:cs typeface="+mn-cs"/>
                        </a:rPr>
                        <a:t>Manufacturer</a:t>
                      </a:r>
                      <a:endParaRPr lang="en-AU" sz="800" dirty="0"/>
                    </a:p>
                  </a:txBody>
                  <a:tcPr/>
                </a:tc>
                <a:extLst>
                  <a:ext uri="{0D108BD9-81ED-4DB2-BD59-A6C34878D82A}">
                    <a16:rowId xmlns:a16="http://schemas.microsoft.com/office/drawing/2014/main" val="1218798081"/>
                  </a:ext>
                </a:extLst>
              </a:tr>
              <a:tr h="255672">
                <a:tc>
                  <a:txBody>
                    <a:bodyPr/>
                    <a:lstStyle/>
                    <a:p>
                      <a:r>
                        <a:rPr lang="en-AU" sz="800" dirty="0"/>
                        <a:t>Model</a:t>
                      </a:r>
                    </a:p>
                  </a:txBody>
                  <a:tcPr/>
                </a:tc>
                <a:extLst>
                  <a:ext uri="{0D108BD9-81ED-4DB2-BD59-A6C34878D82A}">
                    <a16:rowId xmlns:a16="http://schemas.microsoft.com/office/drawing/2014/main" val="2043098150"/>
                  </a:ext>
                </a:extLst>
              </a:tr>
              <a:tr h="255672">
                <a:tc>
                  <a:txBody>
                    <a:bodyPr/>
                    <a:lstStyle/>
                    <a:p>
                      <a:r>
                        <a:rPr lang="en-AU" sz="800" dirty="0"/>
                        <a:t>IMEI</a:t>
                      </a:r>
                    </a:p>
                  </a:txBody>
                  <a:tcPr/>
                </a:tc>
                <a:extLst>
                  <a:ext uri="{0D108BD9-81ED-4DB2-BD59-A6C34878D82A}">
                    <a16:rowId xmlns:a16="http://schemas.microsoft.com/office/drawing/2014/main" val="465176910"/>
                  </a:ext>
                </a:extLst>
              </a:tr>
              <a:tr h="255672">
                <a:tc>
                  <a:txBody>
                    <a:bodyPr/>
                    <a:lstStyle/>
                    <a:p>
                      <a:r>
                        <a:rPr lang="en-AU" sz="800" dirty="0"/>
                        <a:t>Subscriber Carrier</a:t>
                      </a:r>
                    </a:p>
                  </a:txBody>
                  <a:tcPr/>
                </a:tc>
                <a:extLst>
                  <a:ext uri="{0D108BD9-81ED-4DB2-BD59-A6C34878D82A}">
                    <a16:rowId xmlns:a16="http://schemas.microsoft.com/office/drawing/2014/main" val="2154120256"/>
                  </a:ext>
                </a:extLst>
              </a:tr>
              <a:tr h="255672">
                <a:tc>
                  <a:txBody>
                    <a:bodyPr/>
                    <a:lstStyle/>
                    <a:p>
                      <a:r>
                        <a:rPr lang="en-AU" sz="800" dirty="0"/>
                        <a:t>Primary User</a:t>
                      </a:r>
                    </a:p>
                  </a:txBody>
                  <a:tcPr/>
                </a:tc>
                <a:extLst>
                  <a:ext uri="{0D108BD9-81ED-4DB2-BD59-A6C34878D82A}">
                    <a16:rowId xmlns:a16="http://schemas.microsoft.com/office/drawing/2014/main" val="1951266954"/>
                  </a:ext>
                </a:extLst>
              </a:tr>
              <a:tr h="255672">
                <a:tc>
                  <a:txBody>
                    <a:bodyPr/>
                    <a:lstStyle/>
                    <a:p>
                      <a:r>
                        <a:rPr lang="en-AU" sz="800" dirty="0"/>
                        <a:t>Ownership</a:t>
                      </a:r>
                    </a:p>
                  </a:txBody>
                  <a:tcPr/>
                </a:tc>
                <a:extLst>
                  <a:ext uri="{0D108BD9-81ED-4DB2-BD59-A6C34878D82A}">
                    <a16:rowId xmlns:a16="http://schemas.microsoft.com/office/drawing/2014/main" val="1579041597"/>
                  </a:ext>
                </a:extLst>
              </a:tr>
              <a:tr h="255672">
                <a:tc>
                  <a:txBody>
                    <a:bodyPr/>
                    <a:lstStyle/>
                    <a:p>
                      <a:r>
                        <a:rPr lang="en-AU" sz="800" dirty="0"/>
                        <a:t>OS</a:t>
                      </a:r>
                    </a:p>
                  </a:txBody>
                  <a:tcPr/>
                </a:tc>
                <a:extLst>
                  <a:ext uri="{0D108BD9-81ED-4DB2-BD59-A6C34878D82A}">
                    <a16:rowId xmlns:a16="http://schemas.microsoft.com/office/drawing/2014/main" val="2990167066"/>
                  </a:ext>
                </a:extLst>
              </a:tr>
              <a:tr h="255672">
                <a:tc>
                  <a:txBody>
                    <a:bodyPr/>
                    <a:lstStyle/>
                    <a:p>
                      <a:r>
                        <a:rPr lang="en-AU" sz="800" dirty="0"/>
                        <a:t>Phone Number</a:t>
                      </a:r>
                    </a:p>
                  </a:txBody>
                  <a:tcPr/>
                </a:tc>
                <a:extLst>
                  <a:ext uri="{0D108BD9-81ED-4DB2-BD59-A6C34878D82A}">
                    <a16:rowId xmlns:a16="http://schemas.microsoft.com/office/drawing/2014/main" val="3128674502"/>
                  </a:ext>
                </a:extLst>
              </a:tr>
            </a:tbl>
          </a:graphicData>
        </a:graphic>
      </p:graphicFrame>
      <p:graphicFrame>
        <p:nvGraphicFramePr>
          <p:cNvPr id="13" name="Table 12">
            <a:extLst>
              <a:ext uri="{FF2B5EF4-FFF2-40B4-BE49-F238E27FC236}">
                <a16:creationId xmlns:a16="http://schemas.microsoft.com/office/drawing/2014/main" id="{7180A945-44A9-9BE4-1F1A-D0E4E4487B73}"/>
              </a:ext>
            </a:extLst>
          </p:cNvPr>
          <p:cNvGraphicFramePr>
            <a:graphicFrameLocks noGrp="1"/>
          </p:cNvGraphicFramePr>
          <p:nvPr>
            <p:extLst>
              <p:ext uri="{D42A27DB-BD31-4B8C-83A1-F6EECF244321}">
                <p14:modId xmlns:p14="http://schemas.microsoft.com/office/powerpoint/2010/main" val="299580017"/>
              </p:ext>
            </p:extLst>
          </p:nvPr>
        </p:nvGraphicFramePr>
        <p:xfrm>
          <a:off x="10598169" y="104284"/>
          <a:ext cx="1296145" cy="5343776"/>
        </p:xfrm>
        <a:graphic>
          <a:graphicData uri="http://schemas.openxmlformats.org/drawingml/2006/table">
            <a:tbl>
              <a:tblPr firstRow="1" bandRow="1">
                <a:tableStyleId>{5C22544A-7EE6-4342-B048-85BDC9FD1C3A}</a:tableStyleId>
              </a:tblPr>
              <a:tblGrid>
                <a:gridCol w="1296145">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Asset Bulk Upload CSV (SNOW)</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Serial Number</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a:solidFill>
                            <a:schemeClr val="dk1"/>
                          </a:solidFill>
                          <a:latin typeface="+mn-lt"/>
                          <a:ea typeface="+mn-ea"/>
                          <a:cs typeface="+mn-cs"/>
                        </a:rPr>
                        <a:t>Asset tag</a:t>
                      </a:r>
                      <a:endParaRPr lang="en-AU" sz="800" dirty="0"/>
                    </a:p>
                  </a:txBody>
                  <a:tcPr/>
                </a:tc>
                <a:extLst>
                  <a:ext uri="{0D108BD9-81ED-4DB2-BD59-A6C34878D82A}">
                    <a16:rowId xmlns:a16="http://schemas.microsoft.com/office/drawing/2014/main" val="1218798081"/>
                  </a:ext>
                </a:extLst>
              </a:tr>
              <a:tr h="255672">
                <a:tc>
                  <a:txBody>
                    <a:bodyPr/>
                    <a:lstStyle/>
                    <a:p>
                      <a:r>
                        <a:rPr lang="en-AU" sz="800" dirty="0"/>
                        <a:t>Model name</a:t>
                      </a:r>
                    </a:p>
                  </a:txBody>
                  <a:tcPr/>
                </a:tc>
                <a:extLst>
                  <a:ext uri="{0D108BD9-81ED-4DB2-BD59-A6C34878D82A}">
                    <a16:rowId xmlns:a16="http://schemas.microsoft.com/office/drawing/2014/main" val="2043098150"/>
                  </a:ext>
                </a:extLst>
              </a:tr>
              <a:tr h="255672">
                <a:tc>
                  <a:txBody>
                    <a:bodyPr/>
                    <a:lstStyle/>
                    <a:p>
                      <a:r>
                        <a:rPr lang="en-AU" sz="800" dirty="0"/>
                        <a:t>Model Display Name</a:t>
                      </a:r>
                    </a:p>
                  </a:txBody>
                  <a:tcPr/>
                </a:tc>
                <a:extLst>
                  <a:ext uri="{0D108BD9-81ED-4DB2-BD59-A6C34878D82A}">
                    <a16:rowId xmlns:a16="http://schemas.microsoft.com/office/drawing/2014/main" val="465176910"/>
                  </a:ext>
                </a:extLst>
              </a:tr>
              <a:tr h="255672">
                <a:tc>
                  <a:txBody>
                    <a:bodyPr/>
                    <a:lstStyle/>
                    <a:p>
                      <a:r>
                        <a:rPr lang="en-AU" sz="800" dirty="0"/>
                        <a:t>Assigned To</a:t>
                      </a:r>
                    </a:p>
                  </a:txBody>
                  <a:tcPr/>
                </a:tc>
                <a:extLst>
                  <a:ext uri="{0D108BD9-81ED-4DB2-BD59-A6C34878D82A}">
                    <a16:rowId xmlns:a16="http://schemas.microsoft.com/office/drawing/2014/main" val="2857522500"/>
                  </a:ext>
                </a:extLst>
              </a:tr>
              <a:tr h="255672">
                <a:tc>
                  <a:txBody>
                    <a:bodyPr/>
                    <a:lstStyle/>
                    <a:p>
                      <a:r>
                        <a:rPr lang="en-AU" sz="800" dirty="0"/>
                        <a:t>Company</a:t>
                      </a:r>
                    </a:p>
                  </a:txBody>
                  <a:tcPr/>
                </a:tc>
                <a:extLst>
                  <a:ext uri="{0D108BD9-81ED-4DB2-BD59-A6C34878D82A}">
                    <a16:rowId xmlns:a16="http://schemas.microsoft.com/office/drawing/2014/main" val="2154120256"/>
                  </a:ext>
                </a:extLst>
              </a:tr>
              <a:tr h="255672">
                <a:tc>
                  <a:txBody>
                    <a:bodyPr/>
                    <a:lstStyle/>
                    <a:p>
                      <a:r>
                        <a:rPr lang="en-AU" sz="800" dirty="0"/>
                        <a:t>State</a:t>
                      </a:r>
                    </a:p>
                  </a:txBody>
                  <a:tcPr/>
                </a:tc>
                <a:extLst>
                  <a:ext uri="{0D108BD9-81ED-4DB2-BD59-A6C34878D82A}">
                    <a16:rowId xmlns:a16="http://schemas.microsoft.com/office/drawing/2014/main" val="1951266954"/>
                  </a:ext>
                </a:extLst>
              </a:tr>
              <a:tr h="255672">
                <a:tc>
                  <a:txBody>
                    <a:bodyPr/>
                    <a:lstStyle/>
                    <a:p>
                      <a:r>
                        <a:rPr lang="en-AU" sz="800" dirty="0"/>
                        <a:t>Owned By</a:t>
                      </a:r>
                    </a:p>
                  </a:txBody>
                  <a:tcPr/>
                </a:tc>
                <a:extLst>
                  <a:ext uri="{0D108BD9-81ED-4DB2-BD59-A6C34878D82A}">
                    <a16:rowId xmlns:a16="http://schemas.microsoft.com/office/drawing/2014/main" val="1579041597"/>
                  </a:ext>
                </a:extLst>
              </a:tr>
              <a:tr h="255672">
                <a:tc>
                  <a:txBody>
                    <a:bodyPr/>
                    <a:lstStyle/>
                    <a:p>
                      <a:r>
                        <a:rPr lang="en-AU" sz="800" dirty="0"/>
                        <a:t>Managed By</a:t>
                      </a:r>
                    </a:p>
                  </a:txBody>
                  <a:tcPr/>
                </a:tc>
                <a:extLst>
                  <a:ext uri="{0D108BD9-81ED-4DB2-BD59-A6C34878D82A}">
                    <a16:rowId xmlns:a16="http://schemas.microsoft.com/office/drawing/2014/main" val="2990167066"/>
                  </a:ext>
                </a:extLst>
              </a:tr>
              <a:tr h="255672">
                <a:tc>
                  <a:txBody>
                    <a:bodyPr/>
                    <a:lstStyle/>
                    <a:p>
                      <a:r>
                        <a:rPr lang="en-AU" sz="800" dirty="0"/>
                        <a:t>Support Group</a:t>
                      </a:r>
                    </a:p>
                  </a:txBody>
                  <a:tcPr/>
                </a:tc>
                <a:extLst>
                  <a:ext uri="{0D108BD9-81ED-4DB2-BD59-A6C34878D82A}">
                    <a16:rowId xmlns:a16="http://schemas.microsoft.com/office/drawing/2014/main" val="3128674502"/>
                  </a:ext>
                </a:extLst>
              </a:tr>
              <a:tr h="255672">
                <a:tc>
                  <a:txBody>
                    <a:bodyPr/>
                    <a:lstStyle/>
                    <a:p>
                      <a:r>
                        <a:rPr lang="en-AU" sz="800" dirty="0"/>
                        <a:t>Comments</a:t>
                      </a:r>
                    </a:p>
                  </a:txBody>
                  <a:tcPr/>
                </a:tc>
                <a:extLst>
                  <a:ext uri="{0D108BD9-81ED-4DB2-BD59-A6C34878D82A}">
                    <a16:rowId xmlns:a16="http://schemas.microsoft.com/office/drawing/2014/main" val="1587831524"/>
                  </a:ext>
                </a:extLst>
              </a:tr>
              <a:tr h="255672">
                <a:tc>
                  <a:txBody>
                    <a:bodyPr/>
                    <a:lstStyle/>
                    <a:p>
                      <a:r>
                        <a:rPr lang="en-AU" sz="800" dirty="0"/>
                        <a:t>Depreciated amount</a:t>
                      </a:r>
                    </a:p>
                  </a:txBody>
                  <a:tcPr/>
                </a:tc>
                <a:extLst>
                  <a:ext uri="{0D108BD9-81ED-4DB2-BD59-A6C34878D82A}">
                    <a16:rowId xmlns:a16="http://schemas.microsoft.com/office/drawing/2014/main" val="2607160482"/>
                  </a:ext>
                </a:extLst>
              </a:tr>
              <a:tr h="255672">
                <a:tc>
                  <a:txBody>
                    <a:bodyPr/>
                    <a:lstStyle/>
                    <a:p>
                      <a:r>
                        <a:rPr lang="en-AU" sz="800" dirty="0"/>
                        <a:t>Pre-allocated</a:t>
                      </a:r>
                    </a:p>
                  </a:txBody>
                  <a:tcPr/>
                </a:tc>
                <a:extLst>
                  <a:ext uri="{0D108BD9-81ED-4DB2-BD59-A6C34878D82A}">
                    <a16:rowId xmlns:a16="http://schemas.microsoft.com/office/drawing/2014/main" val="2068218282"/>
                  </a:ext>
                </a:extLst>
              </a:tr>
              <a:tr h="255672">
                <a:tc>
                  <a:txBody>
                    <a:bodyPr/>
                    <a:lstStyle/>
                    <a:p>
                      <a:r>
                        <a:rPr lang="en-AU" sz="800" dirty="0"/>
                        <a:t>Quantity</a:t>
                      </a:r>
                    </a:p>
                  </a:txBody>
                  <a:tcPr/>
                </a:tc>
                <a:extLst>
                  <a:ext uri="{0D108BD9-81ED-4DB2-BD59-A6C34878D82A}">
                    <a16:rowId xmlns:a16="http://schemas.microsoft.com/office/drawing/2014/main" val="2698713126"/>
                  </a:ext>
                </a:extLst>
              </a:tr>
              <a:tr h="255672">
                <a:tc>
                  <a:txBody>
                    <a:bodyPr/>
                    <a:lstStyle/>
                    <a:p>
                      <a:r>
                        <a:rPr lang="en-AU" sz="800" dirty="0"/>
                        <a:t>Resale price</a:t>
                      </a:r>
                    </a:p>
                  </a:txBody>
                  <a:tcPr/>
                </a:tc>
                <a:extLst>
                  <a:ext uri="{0D108BD9-81ED-4DB2-BD59-A6C34878D82A}">
                    <a16:rowId xmlns:a16="http://schemas.microsoft.com/office/drawing/2014/main" val="3082083011"/>
                  </a:ext>
                </a:extLst>
              </a:tr>
              <a:tr h="255672">
                <a:tc>
                  <a:txBody>
                    <a:bodyPr/>
                    <a:lstStyle/>
                    <a:p>
                      <a:r>
                        <a:rPr lang="en-AU" sz="800" dirty="0"/>
                        <a:t>Salvage price</a:t>
                      </a:r>
                    </a:p>
                  </a:txBody>
                  <a:tcPr/>
                </a:tc>
                <a:extLst>
                  <a:ext uri="{0D108BD9-81ED-4DB2-BD59-A6C34878D82A}">
                    <a16:rowId xmlns:a16="http://schemas.microsoft.com/office/drawing/2014/main" val="2685586583"/>
                  </a:ext>
                </a:extLst>
              </a:tr>
              <a:tr h="255672">
                <a:tc>
                  <a:txBody>
                    <a:bodyPr/>
                    <a:lstStyle/>
                    <a:p>
                      <a:r>
                        <a:rPr lang="en-AU" sz="800" dirty="0"/>
                        <a:t>Last logged on</a:t>
                      </a:r>
                    </a:p>
                  </a:txBody>
                  <a:tcPr/>
                </a:tc>
                <a:extLst>
                  <a:ext uri="{0D108BD9-81ED-4DB2-BD59-A6C34878D82A}">
                    <a16:rowId xmlns:a16="http://schemas.microsoft.com/office/drawing/2014/main" val="1058110496"/>
                  </a:ext>
                </a:extLst>
              </a:tr>
              <a:tr h="255672">
                <a:tc>
                  <a:txBody>
                    <a:bodyPr/>
                    <a:lstStyle/>
                    <a:p>
                      <a:r>
                        <a:rPr lang="en-AU" sz="800" dirty="0"/>
                        <a:t>Last log on date</a:t>
                      </a:r>
                    </a:p>
                  </a:txBody>
                  <a:tcPr/>
                </a:tc>
                <a:extLst>
                  <a:ext uri="{0D108BD9-81ED-4DB2-BD59-A6C34878D82A}">
                    <a16:rowId xmlns:a16="http://schemas.microsoft.com/office/drawing/2014/main" val="305572695"/>
                  </a:ext>
                </a:extLst>
              </a:tr>
              <a:tr h="255672">
                <a:tc>
                  <a:txBody>
                    <a:bodyPr/>
                    <a:lstStyle/>
                    <a:p>
                      <a:r>
                        <a:rPr lang="en-AU" sz="800" dirty="0"/>
                        <a:t>Model category</a:t>
                      </a:r>
                    </a:p>
                  </a:txBody>
                  <a:tcPr/>
                </a:tc>
                <a:extLst>
                  <a:ext uri="{0D108BD9-81ED-4DB2-BD59-A6C34878D82A}">
                    <a16:rowId xmlns:a16="http://schemas.microsoft.com/office/drawing/2014/main" val="3369031667"/>
                  </a:ext>
                </a:extLst>
              </a:tr>
            </a:tbl>
          </a:graphicData>
        </a:graphic>
      </p:graphicFrame>
      <p:graphicFrame>
        <p:nvGraphicFramePr>
          <p:cNvPr id="15" name="Table 14">
            <a:extLst>
              <a:ext uri="{FF2B5EF4-FFF2-40B4-BE49-F238E27FC236}">
                <a16:creationId xmlns:a16="http://schemas.microsoft.com/office/drawing/2014/main" id="{6E039EB7-2774-1AC2-7A5D-379389ABA848}"/>
              </a:ext>
            </a:extLst>
          </p:cNvPr>
          <p:cNvGraphicFramePr>
            <a:graphicFrameLocks noGrp="1"/>
          </p:cNvGraphicFramePr>
          <p:nvPr>
            <p:extLst>
              <p:ext uri="{D42A27DB-BD31-4B8C-83A1-F6EECF244321}">
                <p14:modId xmlns:p14="http://schemas.microsoft.com/office/powerpoint/2010/main" val="2421092596"/>
              </p:ext>
            </p:extLst>
          </p:nvPr>
        </p:nvGraphicFramePr>
        <p:xfrm>
          <a:off x="9174020" y="3774327"/>
          <a:ext cx="1296145" cy="2787056"/>
        </p:xfrm>
        <a:graphic>
          <a:graphicData uri="http://schemas.openxmlformats.org/drawingml/2006/table">
            <a:tbl>
              <a:tblPr firstRow="1" bandRow="1">
                <a:tableStyleId>{5C22544A-7EE6-4342-B048-85BDC9FD1C3A}</a:tableStyleId>
              </a:tblPr>
              <a:tblGrid>
                <a:gridCol w="1296145">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Model Update CSV (SNOW)</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Model Categories</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a:solidFill>
                            <a:schemeClr val="dk1"/>
                          </a:solidFill>
                          <a:latin typeface="+mn-lt"/>
                          <a:ea typeface="+mn-ea"/>
                          <a:cs typeface="+mn-cs"/>
                        </a:rPr>
                        <a:t>Class</a:t>
                      </a:r>
                      <a:endParaRPr lang="en-AU" sz="800" dirty="0"/>
                    </a:p>
                  </a:txBody>
                  <a:tcPr/>
                </a:tc>
                <a:extLst>
                  <a:ext uri="{0D108BD9-81ED-4DB2-BD59-A6C34878D82A}">
                    <a16:rowId xmlns:a16="http://schemas.microsoft.com/office/drawing/2014/main" val="1218798081"/>
                  </a:ext>
                </a:extLst>
              </a:tr>
              <a:tr h="255672">
                <a:tc>
                  <a:txBody>
                    <a:bodyPr/>
                    <a:lstStyle/>
                    <a:p>
                      <a:r>
                        <a:rPr lang="en-AU" sz="800" dirty="0"/>
                        <a:t>Manufacturer</a:t>
                      </a:r>
                    </a:p>
                  </a:txBody>
                  <a:tcPr/>
                </a:tc>
                <a:extLst>
                  <a:ext uri="{0D108BD9-81ED-4DB2-BD59-A6C34878D82A}">
                    <a16:rowId xmlns:a16="http://schemas.microsoft.com/office/drawing/2014/main" val="2043098150"/>
                  </a:ext>
                </a:extLst>
              </a:tr>
              <a:tr h="255672">
                <a:tc>
                  <a:txBody>
                    <a:bodyPr/>
                    <a:lstStyle/>
                    <a:p>
                      <a:r>
                        <a:rPr lang="en-AU" sz="800" dirty="0"/>
                        <a:t>Model Number</a:t>
                      </a:r>
                    </a:p>
                  </a:txBody>
                  <a:tcPr/>
                </a:tc>
                <a:extLst>
                  <a:ext uri="{0D108BD9-81ED-4DB2-BD59-A6C34878D82A}">
                    <a16:rowId xmlns:a16="http://schemas.microsoft.com/office/drawing/2014/main" val="465176910"/>
                  </a:ext>
                </a:extLst>
              </a:tr>
              <a:tr h="255672">
                <a:tc>
                  <a:txBody>
                    <a:bodyPr/>
                    <a:lstStyle/>
                    <a:p>
                      <a:r>
                        <a:rPr lang="en-AU" sz="800" dirty="0"/>
                        <a:t>Owner</a:t>
                      </a:r>
                    </a:p>
                  </a:txBody>
                  <a:tcPr/>
                </a:tc>
                <a:extLst>
                  <a:ext uri="{0D108BD9-81ED-4DB2-BD59-A6C34878D82A}">
                    <a16:rowId xmlns:a16="http://schemas.microsoft.com/office/drawing/2014/main" val="2857522500"/>
                  </a:ext>
                </a:extLst>
              </a:tr>
              <a:tr h="255672">
                <a:tc>
                  <a:txBody>
                    <a:bodyPr/>
                    <a:lstStyle/>
                    <a:p>
                      <a:r>
                        <a:rPr lang="en-AU" sz="800" dirty="0"/>
                        <a:t>Status</a:t>
                      </a:r>
                    </a:p>
                  </a:txBody>
                  <a:tcPr/>
                </a:tc>
                <a:extLst>
                  <a:ext uri="{0D108BD9-81ED-4DB2-BD59-A6C34878D82A}">
                    <a16:rowId xmlns:a16="http://schemas.microsoft.com/office/drawing/2014/main" val="2154120256"/>
                  </a:ext>
                </a:extLst>
              </a:tr>
              <a:tr h="255672">
                <a:tc>
                  <a:txBody>
                    <a:bodyPr/>
                    <a:lstStyle/>
                    <a:p>
                      <a:r>
                        <a:rPr lang="en-AU" sz="800" dirty="0"/>
                        <a:t>Expenditure Type</a:t>
                      </a:r>
                    </a:p>
                  </a:txBody>
                  <a:tcPr/>
                </a:tc>
                <a:extLst>
                  <a:ext uri="{0D108BD9-81ED-4DB2-BD59-A6C34878D82A}">
                    <a16:rowId xmlns:a16="http://schemas.microsoft.com/office/drawing/2014/main" val="1951266954"/>
                  </a:ext>
                </a:extLst>
              </a:tr>
              <a:tr h="255672">
                <a:tc>
                  <a:txBody>
                    <a:bodyPr/>
                    <a:lstStyle/>
                    <a:p>
                      <a:r>
                        <a:rPr lang="en-AU" sz="800" dirty="0"/>
                        <a:t>Asset tracking strategy</a:t>
                      </a:r>
                    </a:p>
                  </a:txBody>
                  <a:tcPr/>
                </a:tc>
                <a:extLst>
                  <a:ext uri="{0D108BD9-81ED-4DB2-BD59-A6C34878D82A}">
                    <a16:rowId xmlns:a16="http://schemas.microsoft.com/office/drawing/2014/main" val="1579041597"/>
                  </a:ext>
                </a:extLst>
              </a:tr>
              <a:tr h="255672">
                <a:tc>
                  <a:txBody>
                    <a:bodyPr/>
                    <a:lstStyle/>
                    <a:p>
                      <a:r>
                        <a:rPr lang="en-AU" sz="800" dirty="0"/>
                        <a:t>Asset Tracking Unit</a:t>
                      </a:r>
                    </a:p>
                  </a:txBody>
                  <a:tcPr/>
                </a:tc>
                <a:extLst>
                  <a:ext uri="{0D108BD9-81ED-4DB2-BD59-A6C34878D82A}">
                    <a16:rowId xmlns:a16="http://schemas.microsoft.com/office/drawing/2014/main" val="2990167066"/>
                  </a:ext>
                </a:extLst>
              </a:tr>
            </a:tbl>
          </a:graphicData>
        </a:graphic>
      </p:graphicFrame>
      <p:graphicFrame>
        <p:nvGraphicFramePr>
          <p:cNvPr id="16" name="Table 15">
            <a:extLst>
              <a:ext uri="{FF2B5EF4-FFF2-40B4-BE49-F238E27FC236}">
                <a16:creationId xmlns:a16="http://schemas.microsoft.com/office/drawing/2014/main" id="{77F26825-4F0C-BBCE-60FA-A033540D0A6B}"/>
              </a:ext>
            </a:extLst>
          </p:cNvPr>
          <p:cNvGraphicFramePr>
            <a:graphicFrameLocks noGrp="1"/>
          </p:cNvGraphicFramePr>
          <p:nvPr>
            <p:extLst>
              <p:ext uri="{D42A27DB-BD31-4B8C-83A1-F6EECF244321}">
                <p14:modId xmlns:p14="http://schemas.microsoft.com/office/powerpoint/2010/main" val="2776057359"/>
              </p:ext>
            </p:extLst>
          </p:nvPr>
        </p:nvGraphicFramePr>
        <p:xfrm>
          <a:off x="2746656" y="509846"/>
          <a:ext cx="6141704" cy="5954301"/>
        </p:xfrm>
        <a:graphic>
          <a:graphicData uri="http://schemas.openxmlformats.org/drawingml/2006/table">
            <a:tbl>
              <a:tblPr firstRow="1" bandRow="1">
                <a:tableStyleId>{5C22544A-7EE6-4342-B048-85BDC9FD1C3A}</a:tableStyleId>
              </a:tblPr>
              <a:tblGrid>
                <a:gridCol w="2021989">
                  <a:extLst>
                    <a:ext uri="{9D8B030D-6E8A-4147-A177-3AD203B41FA5}">
                      <a16:colId xmlns:a16="http://schemas.microsoft.com/office/drawing/2014/main" val="3071921245"/>
                    </a:ext>
                  </a:extLst>
                </a:gridCol>
                <a:gridCol w="1032387">
                  <a:extLst>
                    <a:ext uri="{9D8B030D-6E8A-4147-A177-3AD203B41FA5}">
                      <a16:colId xmlns:a16="http://schemas.microsoft.com/office/drawing/2014/main" val="3015177925"/>
                    </a:ext>
                  </a:extLst>
                </a:gridCol>
                <a:gridCol w="1651820">
                  <a:extLst>
                    <a:ext uri="{9D8B030D-6E8A-4147-A177-3AD203B41FA5}">
                      <a16:colId xmlns:a16="http://schemas.microsoft.com/office/drawing/2014/main" val="910839556"/>
                    </a:ext>
                  </a:extLst>
                </a:gridCol>
                <a:gridCol w="1435508">
                  <a:extLst>
                    <a:ext uri="{9D8B030D-6E8A-4147-A177-3AD203B41FA5}">
                      <a16:colId xmlns:a16="http://schemas.microsoft.com/office/drawing/2014/main" val="745721190"/>
                    </a:ext>
                  </a:extLst>
                </a:gridCol>
              </a:tblGrid>
              <a:tr h="250377">
                <a:tc gridSpan="4">
                  <a:txBody>
                    <a:bodyPr/>
                    <a:lstStyle/>
                    <a:p>
                      <a:pPr algn="ctr"/>
                      <a:r>
                        <a:rPr lang="en-AU" sz="1100" b="0" dirty="0"/>
                        <a:t>Transform Table</a:t>
                      </a:r>
                    </a:p>
                  </a:txBody>
                  <a:tcPr/>
                </a:tc>
                <a:tc hMerge="1">
                  <a:txBody>
                    <a:bodyPr/>
                    <a:lstStyle/>
                    <a:p>
                      <a:endParaRPr lang="en-AU" sz="800" dirty="0"/>
                    </a:p>
                  </a:txBody>
                  <a:tcPr/>
                </a:tc>
                <a:tc hMerge="1">
                  <a:txBody>
                    <a:bodyPr/>
                    <a:lstStyle/>
                    <a:p>
                      <a:endParaRPr lang="en-AU" sz="800" dirty="0"/>
                    </a:p>
                  </a:txBody>
                  <a:tcPr/>
                </a:tc>
                <a:tc hMerge="1">
                  <a:txBody>
                    <a:bodyPr/>
                    <a:lstStyle/>
                    <a:p>
                      <a:endParaRPr lang="en-AU" sz="800" dirty="0"/>
                    </a:p>
                  </a:txBody>
                  <a:tcPr/>
                </a:tc>
                <a:extLst>
                  <a:ext uri="{0D108BD9-81ED-4DB2-BD59-A6C34878D82A}">
                    <a16:rowId xmlns:a16="http://schemas.microsoft.com/office/drawing/2014/main" val="3867800790"/>
                  </a:ext>
                </a:extLst>
              </a:tr>
              <a:tr h="382929">
                <a:tc>
                  <a:txBody>
                    <a:bodyPr/>
                    <a:lstStyle/>
                    <a:p>
                      <a:r>
                        <a:rPr lang="en-AU" sz="1000" b="1" dirty="0">
                          <a:solidFill>
                            <a:schemeClr val="tx1"/>
                          </a:solidFill>
                        </a:rPr>
                        <a:t>Data In Asset</a:t>
                      </a:r>
                    </a:p>
                  </a:txBody>
                  <a:tcPr/>
                </a:tc>
                <a:tc>
                  <a:txBody>
                    <a:bodyPr/>
                    <a:lstStyle/>
                    <a:p>
                      <a:r>
                        <a:rPr lang="en-AU" sz="1000" b="1" dirty="0">
                          <a:solidFill>
                            <a:schemeClr val="tx1"/>
                          </a:solidFill>
                        </a:rPr>
                        <a:t>Data out Asset </a:t>
                      </a:r>
                    </a:p>
                    <a:p>
                      <a:endParaRPr lang="en-AU" sz="1000" b="1" dirty="0">
                        <a:solidFill>
                          <a:schemeClr val="tx1"/>
                        </a:solidFill>
                      </a:endParaRPr>
                    </a:p>
                  </a:txBody>
                  <a:tcPr/>
                </a:tc>
                <a:tc>
                  <a:txBody>
                    <a:bodyPr/>
                    <a:lstStyle/>
                    <a:p>
                      <a:r>
                        <a:rPr lang="en-AU" sz="1000" b="1" dirty="0">
                          <a:solidFill>
                            <a:schemeClr val="tx1"/>
                          </a:solidFill>
                        </a:rPr>
                        <a:t>Data IN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b="1" dirty="0">
                          <a:solidFill>
                            <a:schemeClr val="tx1"/>
                          </a:solidFill>
                        </a:rPr>
                        <a:t>Data Out Model</a:t>
                      </a:r>
                    </a:p>
                    <a:p>
                      <a:endParaRPr lang="en-AU" sz="1000" b="1" dirty="0">
                        <a:solidFill>
                          <a:schemeClr val="tx1"/>
                        </a:solidFill>
                      </a:endParaRPr>
                    </a:p>
                  </a:txBody>
                  <a:tcPr/>
                </a:tc>
                <a:extLst>
                  <a:ext uri="{0D108BD9-81ED-4DB2-BD59-A6C34878D82A}">
                    <a16:rowId xmlns:a16="http://schemas.microsoft.com/office/drawing/2014/main" val="2181904365"/>
                  </a:ext>
                </a:extLst>
              </a:tr>
              <a:tr h="3976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Serial Number</a:t>
                      </a:r>
                      <a:endParaRPr lang="en-AU" sz="700" dirty="0"/>
                    </a:p>
                    <a:p>
                      <a:r>
                        <a:rPr lang="en-AU" sz="700" dirty="0"/>
                        <a:t>(no transformation)</a:t>
                      </a:r>
                    </a:p>
                  </a:txBody>
                  <a:tcPr/>
                </a:tc>
                <a:tc>
                  <a:txBody>
                    <a:bodyPr/>
                    <a:lstStyle/>
                    <a:p>
                      <a:r>
                        <a:rPr lang="en-AU" sz="700" b="0" i="0" u="none" strike="noStrike" kern="1200" baseline="0" dirty="0">
                          <a:solidFill>
                            <a:schemeClr val="dk1"/>
                          </a:solidFill>
                          <a:latin typeface="+mn-lt"/>
                          <a:ea typeface="+mn-ea"/>
                          <a:cs typeface="+mn-cs"/>
                        </a:rPr>
                        <a:t>Serial Number</a:t>
                      </a:r>
                      <a:endParaRPr lang="en-AU" sz="7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dirty="0"/>
                        <a:t>Model (Transformations for Some devices)</a:t>
                      </a:r>
                    </a:p>
                    <a:p>
                      <a:endParaRPr lang="en-AU" sz="700" dirty="0"/>
                    </a:p>
                  </a:txBody>
                  <a:tcPr/>
                </a:tc>
                <a:tc>
                  <a:txBody>
                    <a:bodyPr/>
                    <a:lstStyle/>
                    <a:p>
                      <a:r>
                        <a:rPr lang="en-AU" sz="700" b="0" i="0" u="none" strike="noStrike" kern="1200" baseline="0" dirty="0">
                          <a:solidFill>
                            <a:schemeClr val="dk1"/>
                          </a:solidFill>
                          <a:latin typeface="+mn-lt"/>
                          <a:ea typeface="+mn-ea"/>
                          <a:cs typeface="+mn-cs"/>
                        </a:rPr>
                        <a:t>Model Categories</a:t>
                      </a:r>
                      <a:endParaRPr lang="en-AU" sz="700" dirty="0"/>
                    </a:p>
                  </a:txBody>
                  <a:tcPr/>
                </a:tc>
                <a:extLst>
                  <a:ext uri="{0D108BD9-81ED-4DB2-BD59-A6C34878D82A}">
                    <a16:rowId xmlns:a16="http://schemas.microsoft.com/office/drawing/2014/main" val="738195392"/>
                  </a:ext>
                </a:extLst>
              </a:tr>
              <a:tr h="3829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Device Name</a:t>
                      </a:r>
                      <a:endParaRPr lang="en-AU" sz="700" dirty="0"/>
                    </a:p>
                    <a:p>
                      <a:r>
                        <a:rPr lang="en-AU" sz="700" dirty="0"/>
                        <a:t>(Drops ‘Desktop’)</a:t>
                      </a:r>
                    </a:p>
                  </a:txBody>
                  <a:tcPr/>
                </a:tc>
                <a:tc>
                  <a:txBody>
                    <a:bodyPr/>
                    <a:lstStyle/>
                    <a:p>
                      <a:r>
                        <a:rPr lang="en-AU" sz="700" b="0" i="0" u="none" strike="noStrike" kern="1200" baseline="0" dirty="0">
                          <a:solidFill>
                            <a:schemeClr val="dk1"/>
                          </a:solidFill>
                          <a:latin typeface="+mn-lt"/>
                          <a:ea typeface="+mn-ea"/>
                          <a:cs typeface="+mn-cs"/>
                        </a:rPr>
                        <a:t>Asset tag</a:t>
                      </a:r>
                      <a:endParaRPr lang="en-AU" sz="700" dirty="0"/>
                    </a:p>
                  </a:txBody>
                  <a:tcPr/>
                </a:tc>
                <a:tc>
                  <a:txBody>
                    <a:bodyPr/>
                    <a:lstStyle/>
                    <a:p>
                      <a:r>
                        <a:rPr lang="en-AU" sz="700" dirty="0"/>
                        <a:t>Hard coded </a:t>
                      </a:r>
                      <a:r>
                        <a:rPr lang="en-US" sz="700" dirty="0"/>
                        <a:t>= '</a:t>
                      </a:r>
                      <a:r>
                        <a:rPr lang="en-US" sz="700" dirty="0" err="1"/>
                        <a:t>cmdb_hardware_product_model</a:t>
                      </a:r>
                      <a:r>
                        <a:rPr lang="en-US" sz="700" dirty="0"/>
                        <a:t>'</a:t>
                      </a:r>
                      <a:endParaRPr lang="en-AU" sz="700" dirty="0"/>
                    </a:p>
                  </a:txBody>
                  <a:tcPr/>
                </a:tc>
                <a:tc>
                  <a:txBody>
                    <a:bodyPr/>
                    <a:lstStyle/>
                    <a:p>
                      <a:r>
                        <a:rPr lang="en-AU" sz="700" b="0" i="0" u="none" strike="noStrike" kern="1200" baseline="0" dirty="0">
                          <a:solidFill>
                            <a:schemeClr val="dk1"/>
                          </a:solidFill>
                          <a:latin typeface="+mn-lt"/>
                          <a:ea typeface="+mn-ea"/>
                          <a:cs typeface="+mn-cs"/>
                        </a:rPr>
                        <a:t>Class</a:t>
                      </a:r>
                      <a:endParaRPr lang="en-AU" sz="700" dirty="0"/>
                    </a:p>
                  </a:txBody>
                  <a:tcPr/>
                </a:tc>
                <a:extLst>
                  <a:ext uri="{0D108BD9-81ED-4DB2-BD59-A6C34878D82A}">
                    <a16:rowId xmlns:a16="http://schemas.microsoft.com/office/drawing/2014/main" val="1218798081"/>
                  </a:ext>
                </a:extLst>
              </a:tr>
              <a:tr h="294561">
                <a:tc>
                  <a:txBody>
                    <a:bodyPr/>
                    <a:lstStyle/>
                    <a:p>
                      <a:r>
                        <a:rPr lang="en-AU" sz="700" dirty="0"/>
                        <a:t>Model (Transformations for Some devices)</a:t>
                      </a:r>
                    </a:p>
                  </a:txBody>
                  <a:tcPr/>
                </a:tc>
                <a:tc>
                  <a:txBody>
                    <a:bodyPr/>
                    <a:lstStyle/>
                    <a:p>
                      <a:r>
                        <a:rPr lang="en-AU" sz="700" dirty="0"/>
                        <a:t>Model name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Manufacturer</a:t>
                      </a:r>
                      <a:endParaRPr lang="en-AU" sz="700" dirty="0"/>
                    </a:p>
                    <a:p>
                      <a:endParaRPr lang="en-AU" sz="700" dirty="0"/>
                    </a:p>
                  </a:txBody>
                  <a:tcPr/>
                </a:tc>
                <a:tc>
                  <a:txBody>
                    <a:bodyPr/>
                    <a:lstStyle/>
                    <a:p>
                      <a:r>
                        <a:rPr lang="en-AU" sz="700" dirty="0"/>
                        <a:t>Manufacturer</a:t>
                      </a:r>
                    </a:p>
                  </a:txBody>
                  <a:tcPr/>
                </a:tc>
                <a:extLst>
                  <a:ext uri="{0D108BD9-81ED-4DB2-BD59-A6C34878D82A}">
                    <a16:rowId xmlns:a16="http://schemas.microsoft.com/office/drawing/2014/main" val="2043098150"/>
                  </a:ext>
                </a:extLst>
              </a:tr>
              <a:tr h="232993">
                <a:tc>
                  <a:txBody>
                    <a:bodyPr/>
                    <a:lstStyle/>
                    <a:p>
                      <a:r>
                        <a:rPr lang="en-AU" sz="700" dirty="0"/>
                        <a:t>Manufacturer + Device Name</a:t>
                      </a:r>
                    </a:p>
                  </a:txBody>
                  <a:tcPr/>
                </a:tc>
                <a:tc>
                  <a:txBody>
                    <a:bodyPr/>
                    <a:lstStyle/>
                    <a:p>
                      <a:r>
                        <a:rPr lang="en-AU" sz="700" dirty="0"/>
                        <a:t>Model Display Name</a:t>
                      </a:r>
                    </a:p>
                  </a:txBody>
                  <a:tcPr/>
                </a:tc>
                <a:tc>
                  <a:txBody>
                    <a:bodyPr/>
                    <a:lstStyle/>
                    <a:p>
                      <a:r>
                        <a:rPr lang="en-AU" sz="700" dirty="0"/>
                        <a:t>Model</a:t>
                      </a:r>
                    </a:p>
                  </a:txBody>
                  <a:tcPr/>
                </a:tc>
                <a:tc>
                  <a:txBody>
                    <a:bodyPr/>
                    <a:lstStyle/>
                    <a:p>
                      <a:r>
                        <a:rPr lang="en-AU" sz="700" dirty="0"/>
                        <a:t>Model Number</a:t>
                      </a:r>
                    </a:p>
                  </a:txBody>
                  <a:tcPr/>
                </a:tc>
                <a:extLst>
                  <a:ext uri="{0D108BD9-81ED-4DB2-BD59-A6C34878D82A}">
                    <a16:rowId xmlns:a16="http://schemas.microsoft.com/office/drawing/2014/main" val="465176910"/>
                  </a:ext>
                </a:extLst>
              </a:tr>
              <a:tr h="397658">
                <a:tc>
                  <a:txBody>
                    <a:bodyPr/>
                    <a:lstStyle/>
                    <a:p>
                      <a:r>
                        <a:rPr lang="en-AU" sz="700" dirty="0"/>
                        <a:t>Primary User</a:t>
                      </a:r>
                    </a:p>
                  </a:txBody>
                  <a:tcPr/>
                </a:tc>
                <a:tc>
                  <a:txBody>
                    <a:bodyPr/>
                    <a:lstStyle/>
                    <a:p>
                      <a:r>
                        <a:rPr lang="en-AU" sz="700" dirty="0"/>
                        <a:t>Assigned To</a:t>
                      </a:r>
                    </a:p>
                  </a:txBody>
                  <a:tcPr/>
                </a:tc>
                <a:tc>
                  <a:txBody>
                    <a:bodyPr/>
                    <a:lstStyle/>
                    <a:p>
                      <a:r>
                        <a:rPr lang="en-AU" sz="700" dirty="0"/>
                        <a:t>Ownership</a:t>
                      </a:r>
                    </a:p>
                    <a:p>
                      <a:r>
                        <a:rPr lang="en-AU" sz="700" dirty="0"/>
                        <a:t>(If Corporate = Ross)</a:t>
                      </a:r>
                    </a:p>
                    <a:p>
                      <a:endParaRPr lang="en-AU" sz="700" dirty="0"/>
                    </a:p>
                  </a:txBody>
                  <a:tcPr/>
                </a:tc>
                <a:tc>
                  <a:txBody>
                    <a:bodyPr/>
                    <a:lstStyle/>
                    <a:p>
                      <a:r>
                        <a:rPr lang="en-AU" sz="700" dirty="0"/>
                        <a:t>Owner</a:t>
                      </a:r>
                    </a:p>
                  </a:txBody>
                  <a:tcPr/>
                </a:tc>
                <a:extLst>
                  <a:ext uri="{0D108BD9-81ED-4DB2-BD59-A6C34878D82A}">
                    <a16:rowId xmlns:a16="http://schemas.microsoft.com/office/drawing/2014/main" val="2857522500"/>
                  </a:ext>
                </a:extLst>
              </a:tr>
              <a:tr h="294561">
                <a:tc>
                  <a:txBody>
                    <a:bodyPr/>
                    <a:lstStyle/>
                    <a:p>
                      <a:r>
                        <a:rPr lang="en-AU" sz="700" dirty="0"/>
                        <a:t>Ownership</a:t>
                      </a:r>
                    </a:p>
                    <a:p>
                      <a:r>
                        <a:rPr lang="en-AU" sz="700" dirty="0"/>
                        <a:t>(Corporate = G.James…)</a:t>
                      </a:r>
                    </a:p>
                  </a:txBody>
                  <a:tcPr/>
                </a:tc>
                <a:tc>
                  <a:txBody>
                    <a:bodyPr/>
                    <a:lstStyle/>
                    <a:p>
                      <a:r>
                        <a:rPr lang="en-AU" sz="700" dirty="0"/>
                        <a:t>Company</a:t>
                      </a:r>
                    </a:p>
                  </a:txBody>
                  <a:tcPr/>
                </a:tc>
                <a:tc>
                  <a:txBody>
                    <a:bodyPr/>
                    <a:lstStyle/>
                    <a:p>
                      <a:r>
                        <a:rPr lang="en-AU" sz="700" dirty="0"/>
                        <a:t>Hard coded = 'In Production'</a:t>
                      </a:r>
                    </a:p>
                  </a:txBody>
                  <a:tcPr/>
                </a:tc>
                <a:tc>
                  <a:txBody>
                    <a:bodyPr/>
                    <a:lstStyle/>
                    <a:p>
                      <a:r>
                        <a:rPr lang="en-AU" sz="700" dirty="0"/>
                        <a:t>Status</a:t>
                      </a:r>
                    </a:p>
                  </a:txBody>
                  <a:tcPr/>
                </a:tc>
                <a:extLst>
                  <a:ext uri="{0D108BD9-81ED-4DB2-BD59-A6C34878D82A}">
                    <a16:rowId xmlns:a16="http://schemas.microsoft.com/office/drawing/2014/main" val="2154120256"/>
                  </a:ext>
                </a:extLst>
              </a:tr>
              <a:tr h="191465">
                <a:tc>
                  <a:txBody>
                    <a:bodyPr/>
                    <a:lstStyle/>
                    <a:p>
                      <a:r>
                        <a:rPr lang="en-AU" sz="700" dirty="0"/>
                        <a:t>Hard code = in use</a:t>
                      </a:r>
                    </a:p>
                  </a:txBody>
                  <a:tcPr/>
                </a:tc>
                <a:tc>
                  <a:txBody>
                    <a:bodyPr/>
                    <a:lstStyle/>
                    <a:p>
                      <a:r>
                        <a:rPr lang="en-AU" sz="700" dirty="0"/>
                        <a:t>State</a:t>
                      </a:r>
                    </a:p>
                  </a:txBody>
                  <a:tcPr/>
                </a:tc>
                <a:tc>
                  <a:txBody>
                    <a:bodyPr/>
                    <a:lstStyle/>
                    <a:p>
                      <a:r>
                        <a:rPr lang="en-AU" sz="700" dirty="0"/>
                        <a:t>Hard coded = Capex</a:t>
                      </a:r>
                    </a:p>
                  </a:txBody>
                  <a:tcPr/>
                </a:tc>
                <a:tc>
                  <a:txBody>
                    <a:bodyPr/>
                    <a:lstStyle/>
                    <a:p>
                      <a:r>
                        <a:rPr lang="en-AU" sz="700" dirty="0"/>
                        <a:t>Expenditure Type</a:t>
                      </a:r>
                    </a:p>
                  </a:txBody>
                  <a:tcPr/>
                </a:tc>
                <a:extLst>
                  <a:ext uri="{0D108BD9-81ED-4DB2-BD59-A6C34878D82A}">
                    <a16:rowId xmlns:a16="http://schemas.microsoft.com/office/drawing/2014/main" val="1951266954"/>
                  </a:ext>
                </a:extLst>
              </a:tr>
              <a:tr h="294561">
                <a:tc>
                  <a:txBody>
                    <a:bodyPr/>
                    <a:lstStyle/>
                    <a:p>
                      <a:r>
                        <a:rPr lang="en-AU" sz="700" dirty="0"/>
                        <a:t>Ownership</a:t>
                      </a:r>
                    </a:p>
                    <a:p>
                      <a:r>
                        <a:rPr lang="en-AU" sz="700" dirty="0"/>
                        <a:t>(If Corporate = Ross)</a:t>
                      </a:r>
                    </a:p>
                  </a:txBody>
                  <a:tcPr/>
                </a:tc>
                <a:tc>
                  <a:txBody>
                    <a:bodyPr/>
                    <a:lstStyle/>
                    <a:p>
                      <a:r>
                        <a:rPr lang="en-AU" sz="700" dirty="0"/>
                        <a:t>Owned By</a:t>
                      </a:r>
                    </a:p>
                  </a:txBody>
                  <a:tcPr/>
                </a:tc>
                <a:tc>
                  <a:txBody>
                    <a:bodyPr/>
                    <a:lstStyle/>
                    <a:p>
                      <a:r>
                        <a:rPr lang="en-AU" sz="700" dirty="0"/>
                        <a:t>Hard coded = 'Leave to category'</a:t>
                      </a:r>
                    </a:p>
                  </a:txBody>
                  <a:tcPr/>
                </a:tc>
                <a:tc>
                  <a:txBody>
                    <a:bodyPr/>
                    <a:lstStyle/>
                    <a:p>
                      <a:r>
                        <a:rPr lang="en-AU" sz="700" dirty="0"/>
                        <a:t>Asset tracking strategy</a:t>
                      </a:r>
                    </a:p>
                  </a:txBody>
                  <a:tcPr/>
                </a:tc>
                <a:extLst>
                  <a:ext uri="{0D108BD9-81ED-4DB2-BD59-A6C34878D82A}">
                    <a16:rowId xmlns:a16="http://schemas.microsoft.com/office/drawing/2014/main" val="1579041597"/>
                  </a:ext>
                </a:extLst>
              </a:tr>
              <a:tr h="294561">
                <a:tc>
                  <a:txBody>
                    <a:bodyPr/>
                    <a:lstStyle/>
                    <a:p>
                      <a:r>
                        <a:rPr lang="en-AU" sz="700" dirty="0"/>
                        <a:t>Ownership</a:t>
                      </a:r>
                    </a:p>
                    <a:p>
                      <a:r>
                        <a:rPr lang="en-AU" sz="700" dirty="0"/>
                        <a:t>(If Corporate = Ross)</a:t>
                      </a:r>
                    </a:p>
                  </a:txBody>
                  <a:tcPr/>
                </a:tc>
                <a:tc>
                  <a:txBody>
                    <a:bodyPr/>
                    <a:lstStyle/>
                    <a:p>
                      <a:r>
                        <a:rPr lang="en-AU" sz="700" dirty="0"/>
                        <a:t>Managed By</a:t>
                      </a:r>
                    </a:p>
                  </a:txBody>
                  <a:tcPr/>
                </a:tc>
                <a:tc>
                  <a:txBody>
                    <a:bodyPr/>
                    <a:lstStyle/>
                    <a:p>
                      <a:r>
                        <a:rPr lang="en-AU" sz="700" dirty="0"/>
                        <a:t>Hard coded = 'Individual Unit'</a:t>
                      </a:r>
                    </a:p>
                  </a:txBody>
                  <a:tcPr/>
                </a:tc>
                <a:tc>
                  <a:txBody>
                    <a:bodyPr/>
                    <a:lstStyle/>
                    <a:p>
                      <a:r>
                        <a:rPr lang="en-AU" sz="700" dirty="0"/>
                        <a:t>Asset Tracking Unit</a:t>
                      </a:r>
                    </a:p>
                  </a:txBody>
                  <a:tcPr/>
                </a:tc>
                <a:extLst>
                  <a:ext uri="{0D108BD9-81ED-4DB2-BD59-A6C34878D82A}">
                    <a16:rowId xmlns:a16="http://schemas.microsoft.com/office/drawing/2014/main" val="2990167066"/>
                  </a:ext>
                </a:extLst>
              </a:tr>
              <a:tr h="191465">
                <a:tc>
                  <a:txBody>
                    <a:bodyPr/>
                    <a:lstStyle/>
                    <a:p>
                      <a:r>
                        <a:rPr lang="en-AU" sz="700" dirty="0"/>
                        <a:t>Hard code = 'ICT - Service Desk'</a:t>
                      </a:r>
                    </a:p>
                  </a:txBody>
                  <a:tcPr/>
                </a:tc>
                <a:tc>
                  <a:txBody>
                    <a:bodyPr/>
                    <a:lstStyle/>
                    <a:p>
                      <a:r>
                        <a:rPr lang="en-AU" sz="700" dirty="0"/>
                        <a:t>Support Group</a:t>
                      </a:r>
                    </a:p>
                  </a:txBody>
                  <a:tcPr/>
                </a:tc>
                <a:tc>
                  <a:txBody>
                    <a:bodyPr/>
                    <a:lstStyle/>
                    <a:p>
                      <a:r>
                        <a:rPr lang="en-AU" sz="700" dirty="0"/>
                        <a:t>Model</a:t>
                      </a:r>
                    </a:p>
                  </a:txBody>
                  <a:tcPr/>
                </a:tc>
                <a:tc>
                  <a:txBody>
                    <a:bodyPr/>
                    <a:lstStyle/>
                    <a:p>
                      <a:r>
                        <a:rPr lang="en-AU" sz="700" dirty="0"/>
                        <a:t>Name</a:t>
                      </a:r>
                    </a:p>
                  </a:txBody>
                  <a:tcPr/>
                </a:tc>
                <a:extLst>
                  <a:ext uri="{0D108BD9-81ED-4DB2-BD59-A6C34878D82A}">
                    <a16:rowId xmlns:a16="http://schemas.microsoft.com/office/drawing/2014/main" val="3128674502"/>
                  </a:ext>
                </a:extLst>
              </a:tr>
              <a:tr h="191465">
                <a:tc>
                  <a:txBody>
                    <a:bodyPr/>
                    <a:lstStyle/>
                    <a:p>
                      <a:r>
                        <a:rPr lang="en-AU" sz="700" dirty="0"/>
                        <a:t>IMEI + Subscriber Carrier + Phone Number</a:t>
                      </a:r>
                    </a:p>
                  </a:txBody>
                  <a:tcPr/>
                </a:tc>
                <a:tc>
                  <a:txBody>
                    <a:bodyPr/>
                    <a:lstStyle/>
                    <a:p>
                      <a:r>
                        <a:rPr lang="en-AU" sz="700" dirty="0"/>
                        <a:t>Comments</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587831524"/>
                  </a:ext>
                </a:extLst>
              </a:tr>
              <a:tr h="232993">
                <a:tc>
                  <a:txBody>
                    <a:bodyPr/>
                    <a:lstStyle/>
                    <a:p>
                      <a:r>
                        <a:rPr lang="en-AU" sz="700" dirty="0"/>
                        <a:t>Hard code = 'AUD0.00'</a:t>
                      </a:r>
                    </a:p>
                  </a:txBody>
                  <a:tcPr/>
                </a:tc>
                <a:tc>
                  <a:txBody>
                    <a:bodyPr/>
                    <a:lstStyle/>
                    <a:p>
                      <a:r>
                        <a:rPr lang="en-AU" sz="700" dirty="0"/>
                        <a:t>Depreciated amount</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07160482"/>
                  </a:ext>
                </a:extLst>
              </a:tr>
              <a:tr h="191465">
                <a:tc>
                  <a:txBody>
                    <a:bodyPr/>
                    <a:lstStyle/>
                    <a:p>
                      <a:r>
                        <a:rPr lang="en-AU" sz="700" dirty="0"/>
                        <a:t>Hard Code = False</a:t>
                      </a:r>
                    </a:p>
                  </a:txBody>
                  <a:tcPr/>
                </a:tc>
                <a:tc>
                  <a:txBody>
                    <a:bodyPr/>
                    <a:lstStyle/>
                    <a:p>
                      <a:r>
                        <a:rPr lang="en-AU" sz="700" dirty="0"/>
                        <a:t>Pre-allocated</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068218282"/>
                  </a:ext>
                </a:extLst>
              </a:tr>
              <a:tr h="191465">
                <a:tc>
                  <a:txBody>
                    <a:bodyPr/>
                    <a:lstStyle/>
                    <a:p>
                      <a:r>
                        <a:rPr lang="en-AU" sz="700" dirty="0"/>
                        <a:t>Hard code = 1</a:t>
                      </a:r>
                    </a:p>
                  </a:txBody>
                  <a:tcPr/>
                </a:tc>
                <a:tc>
                  <a:txBody>
                    <a:bodyPr/>
                    <a:lstStyle/>
                    <a:p>
                      <a:r>
                        <a:rPr lang="en-AU" sz="700" dirty="0"/>
                        <a:t>Quantity</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98713126"/>
                  </a:ext>
                </a:extLst>
              </a:tr>
              <a:tr h="191465">
                <a:tc>
                  <a:txBody>
                    <a:bodyPr/>
                    <a:lstStyle/>
                    <a:p>
                      <a:r>
                        <a:rPr lang="en-AU" sz="700" dirty="0"/>
                        <a:t>Hard code = 'AUD0.00'</a:t>
                      </a:r>
                    </a:p>
                  </a:txBody>
                  <a:tcPr/>
                </a:tc>
                <a:tc>
                  <a:txBody>
                    <a:bodyPr/>
                    <a:lstStyle/>
                    <a:p>
                      <a:r>
                        <a:rPr lang="en-AU" sz="700" dirty="0"/>
                        <a:t>Resale price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3082083011"/>
                  </a:ext>
                </a:extLst>
              </a:tr>
              <a:tr h="294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dirty="0"/>
                        <a:t>Hard code = 'AUD0.00'</a:t>
                      </a:r>
                    </a:p>
                    <a:p>
                      <a:endParaRPr lang="en-AU" sz="700" dirty="0"/>
                    </a:p>
                  </a:txBody>
                  <a:tcPr/>
                </a:tc>
                <a:tc>
                  <a:txBody>
                    <a:bodyPr/>
                    <a:lstStyle/>
                    <a:p>
                      <a:r>
                        <a:rPr lang="en-AU" sz="700" dirty="0"/>
                        <a:t>Salvage price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85586583"/>
                  </a:ext>
                </a:extLst>
              </a:tr>
              <a:tr h="294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Last logged on (User)</a:t>
                      </a:r>
                      <a:endParaRPr lang="en-AU" sz="700" dirty="0"/>
                    </a:p>
                    <a:p>
                      <a:endParaRPr lang="en-AU" sz="700" dirty="0"/>
                    </a:p>
                  </a:txBody>
                  <a:tcPr/>
                </a:tc>
                <a:tc>
                  <a:txBody>
                    <a:bodyPr/>
                    <a:lstStyle/>
                    <a:p>
                      <a:r>
                        <a:rPr lang="en-AU" sz="700" dirty="0"/>
                        <a:t>Last logged on</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058110496"/>
                  </a:ext>
                </a:extLst>
              </a:tr>
              <a:tr h="294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Last logged on Date</a:t>
                      </a:r>
                      <a:endParaRPr lang="en-AU" sz="700" dirty="0"/>
                    </a:p>
                    <a:p>
                      <a:endParaRPr lang="en-AU" sz="700" dirty="0"/>
                    </a:p>
                  </a:txBody>
                  <a:tcPr/>
                </a:tc>
                <a:tc>
                  <a:txBody>
                    <a:bodyPr/>
                    <a:lstStyle/>
                    <a:p>
                      <a:r>
                        <a:rPr lang="en-AU" sz="700" dirty="0"/>
                        <a:t>Last log on date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781074294"/>
                  </a:ext>
                </a:extLst>
              </a:tr>
              <a:tr h="294561">
                <a:tc>
                  <a:txBody>
                    <a:bodyPr/>
                    <a:lstStyle/>
                    <a:p>
                      <a:r>
                        <a:rPr lang="en-AU" sz="700" dirty="0"/>
                        <a:t>OS (windows or Mac = computer, and some hard-coded mapping for current model devices)</a:t>
                      </a:r>
                    </a:p>
                  </a:txBody>
                  <a:tcPr/>
                </a:tc>
                <a:tc>
                  <a:txBody>
                    <a:bodyPr/>
                    <a:lstStyle/>
                    <a:p>
                      <a:r>
                        <a:rPr lang="en-AU" sz="700" dirty="0"/>
                        <a:t>Model category</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3369031667"/>
                  </a:ext>
                </a:extLst>
              </a:tr>
            </a:tbl>
          </a:graphicData>
        </a:graphic>
      </p:graphicFrame>
      <p:sp>
        <p:nvSpPr>
          <p:cNvPr id="17" name="Arrow: Right 16">
            <a:extLst>
              <a:ext uri="{FF2B5EF4-FFF2-40B4-BE49-F238E27FC236}">
                <a16:creationId xmlns:a16="http://schemas.microsoft.com/office/drawing/2014/main" id="{5E4BC54A-3411-16C6-6E73-49AACA3537BF}"/>
              </a:ext>
            </a:extLst>
          </p:cNvPr>
          <p:cNvSpPr/>
          <p:nvPr/>
        </p:nvSpPr>
        <p:spPr>
          <a:xfrm>
            <a:off x="1959959" y="1061672"/>
            <a:ext cx="786697" cy="348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Arrow: Right 17">
            <a:extLst>
              <a:ext uri="{FF2B5EF4-FFF2-40B4-BE49-F238E27FC236}">
                <a16:creationId xmlns:a16="http://schemas.microsoft.com/office/drawing/2014/main" id="{D9593D28-E73D-1025-797A-E23104191876}"/>
              </a:ext>
            </a:extLst>
          </p:cNvPr>
          <p:cNvSpPr/>
          <p:nvPr/>
        </p:nvSpPr>
        <p:spPr>
          <a:xfrm>
            <a:off x="1959959" y="3869112"/>
            <a:ext cx="745141" cy="348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Arrow: Right 18">
            <a:extLst>
              <a:ext uri="{FF2B5EF4-FFF2-40B4-BE49-F238E27FC236}">
                <a16:creationId xmlns:a16="http://schemas.microsoft.com/office/drawing/2014/main" id="{04037CCD-C843-A0DE-288D-95067385FA82}"/>
              </a:ext>
            </a:extLst>
          </p:cNvPr>
          <p:cNvSpPr/>
          <p:nvPr/>
        </p:nvSpPr>
        <p:spPr>
          <a:xfrm>
            <a:off x="8888359" y="1349704"/>
            <a:ext cx="1709809" cy="4225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Arrow: Right 19">
            <a:extLst>
              <a:ext uri="{FF2B5EF4-FFF2-40B4-BE49-F238E27FC236}">
                <a16:creationId xmlns:a16="http://schemas.microsoft.com/office/drawing/2014/main" id="{BBF6417A-B193-9E67-37B8-A56C98A08F88}"/>
              </a:ext>
            </a:extLst>
          </p:cNvPr>
          <p:cNvSpPr/>
          <p:nvPr/>
        </p:nvSpPr>
        <p:spPr>
          <a:xfrm>
            <a:off x="8888360" y="4316857"/>
            <a:ext cx="285660" cy="3043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Box 1">
            <a:extLst>
              <a:ext uri="{FF2B5EF4-FFF2-40B4-BE49-F238E27FC236}">
                <a16:creationId xmlns:a16="http://schemas.microsoft.com/office/drawing/2014/main" id="{963D4EBB-8A87-C4FF-1A14-35CC9D27C9B8}"/>
              </a:ext>
            </a:extLst>
          </p:cNvPr>
          <p:cNvSpPr txBox="1"/>
          <p:nvPr/>
        </p:nvSpPr>
        <p:spPr>
          <a:xfrm>
            <a:off x="4399203" y="104284"/>
            <a:ext cx="2836610" cy="369332"/>
          </a:xfrm>
          <a:prstGeom prst="rect">
            <a:avLst/>
          </a:prstGeom>
          <a:noFill/>
        </p:spPr>
        <p:txBody>
          <a:bodyPr wrap="none" rtlCol="0">
            <a:spAutoFit/>
          </a:bodyPr>
          <a:lstStyle/>
          <a:p>
            <a:r>
              <a:rPr lang="en-AU" dirty="0"/>
              <a:t>Sprint 1 Data Mapping Table</a:t>
            </a:r>
          </a:p>
        </p:txBody>
      </p:sp>
    </p:spTree>
    <p:extLst>
      <p:ext uri="{BB962C8B-B14F-4D97-AF65-F5344CB8AC3E}">
        <p14:creationId xmlns:p14="http://schemas.microsoft.com/office/powerpoint/2010/main" val="1848934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963CC-9BE5-5588-DC9B-EF06C170F8D2}"/>
              </a:ext>
            </a:extLst>
          </p:cNvPr>
          <p:cNvSpPr>
            <a:spLocks noGrp="1"/>
          </p:cNvSpPr>
          <p:nvPr>
            <p:ph type="title"/>
          </p:nvPr>
        </p:nvSpPr>
        <p:spPr/>
        <p:txBody>
          <a:bodyPr/>
          <a:lstStyle/>
          <a:p>
            <a:r>
              <a:rPr lang="en-AU" dirty="0"/>
              <a:t>Sprint 1 Hard Code Transformations</a:t>
            </a:r>
          </a:p>
        </p:txBody>
      </p:sp>
      <p:sp>
        <p:nvSpPr>
          <p:cNvPr id="3" name="Content Placeholder 2">
            <a:extLst>
              <a:ext uri="{FF2B5EF4-FFF2-40B4-BE49-F238E27FC236}">
                <a16:creationId xmlns:a16="http://schemas.microsoft.com/office/drawing/2014/main" id="{D9DEF05F-B563-912F-981E-5FE7127B601E}"/>
              </a:ext>
            </a:extLst>
          </p:cNvPr>
          <p:cNvSpPr>
            <a:spLocks noGrp="1"/>
          </p:cNvSpPr>
          <p:nvPr>
            <p:ph idx="1"/>
          </p:nvPr>
        </p:nvSpPr>
        <p:spPr>
          <a:xfrm>
            <a:off x="838200" y="1124400"/>
            <a:ext cx="5113784" cy="2304255"/>
          </a:xfrm>
        </p:spPr>
        <p:txBody>
          <a:bodyPr/>
          <a:lstStyle/>
          <a:p>
            <a:pPr marL="0" indent="0">
              <a:buNone/>
            </a:pPr>
            <a:r>
              <a:rPr lang="en-AU" sz="1400" b="1" dirty="0"/>
              <a:t>Model Name</a:t>
            </a:r>
          </a:p>
          <a:p>
            <a:r>
              <a:rPr lang="en-AU" sz="1100" dirty="0"/>
              <a:t>Lenovo's and a few phones only presented with a model number and not a model name. </a:t>
            </a:r>
          </a:p>
          <a:p>
            <a:r>
              <a:rPr lang="en-AU" sz="1100" dirty="0"/>
              <a:t>These names are generated by correlating the model number to the model name on the vendor’s site, and hard-coding these values. </a:t>
            </a:r>
          </a:p>
          <a:p>
            <a:r>
              <a:rPr lang="en-AU" sz="1100" dirty="0"/>
              <a:t>Ok for end-of-life </a:t>
            </a:r>
            <a:r>
              <a:rPr lang="en-AU" sz="1100" dirty="0" err="1"/>
              <a:t>Lenovos</a:t>
            </a:r>
            <a:r>
              <a:rPr lang="en-AU" sz="1100" dirty="0"/>
              <a:t> but will require ongoing support for other new devices that present in this way.</a:t>
            </a:r>
          </a:p>
          <a:p>
            <a:endParaRPr lang="en-AU" dirty="0"/>
          </a:p>
        </p:txBody>
      </p:sp>
      <p:sp>
        <p:nvSpPr>
          <p:cNvPr id="5" name="Content Placeholder 2">
            <a:extLst>
              <a:ext uri="{FF2B5EF4-FFF2-40B4-BE49-F238E27FC236}">
                <a16:creationId xmlns:a16="http://schemas.microsoft.com/office/drawing/2014/main" id="{9FAD8926-9A85-D9AE-4A7E-4DEDC22EE4F2}"/>
              </a:ext>
            </a:extLst>
          </p:cNvPr>
          <p:cNvSpPr txBox="1">
            <a:spLocks/>
          </p:cNvSpPr>
          <p:nvPr/>
        </p:nvSpPr>
        <p:spPr bwMode="auto">
          <a:xfrm>
            <a:off x="838200" y="3210916"/>
            <a:ext cx="5113784" cy="2736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Model Category</a:t>
            </a:r>
          </a:p>
          <a:p>
            <a:r>
              <a:rPr lang="en-AU" sz="1100" dirty="0"/>
              <a:t>Other than the operating system there is no apparent variable that would accurately correlate to this variable.</a:t>
            </a:r>
          </a:p>
          <a:p>
            <a:r>
              <a:rPr lang="en-AU" sz="1100" dirty="0"/>
              <a:t> First-level filter devices buy the operating system. This defines them as ‘Mobile Handsets’ or Computers.</a:t>
            </a:r>
          </a:p>
          <a:p>
            <a:r>
              <a:rPr lang="en-AU" sz="1100" dirty="0"/>
              <a:t>All devices that have current assignments of Workstation- Advanced </a:t>
            </a:r>
            <a:r>
              <a:rPr lang="en-AU" sz="1100" dirty="0" err="1"/>
              <a:t>ect</a:t>
            </a:r>
            <a:r>
              <a:rPr lang="en-AU" sz="1100" dirty="0"/>
              <a:t> have been coded to translate based on data already existing in snow.</a:t>
            </a:r>
          </a:p>
          <a:p>
            <a:r>
              <a:rPr lang="en-AU" sz="1100" dirty="0"/>
              <a:t>To facilitate more categorisation than ‘Computer’ and phone, further updates will be required to this script every time a new model is added.</a:t>
            </a:r>
          </a:p>
          <a:p>
            <a:endParaRPr lang="en-AU" sz="1100" dirty="0"/>
          </a:p>
          <a:p>
            <a:endParaRPr lang="en-AU" sz="1100" dirty="0"/>
          </a:p>
          <a:p>
            <a:endParaRPr lang="en-AU" sz="1100" dirty="0"/>
          </a:p>
        </p:txBody>
      </p:sp>
      <p:sp>
        <p:nvSpPr>
          <p:cNvPr id="6" name="Content Placeholder 2">
            <a:extLst>
              <a:ext uri="{FF2B5EF4-FFF2-40B4-BE49-F238E27FC236}">
                <a16:creationId xmlns:a16="http://schemas.microsoft.com/office/drawing/2014/main" id="{F9F86251-57D1-D117-6BEA-03E38E9C0F0A}"/>
              </a:ext>
            </a:extLst>
          </p:cNvPr>
          <p:cNvSpPr txBox="1">
            <a:spLocks/>
          </p:cNvSpPr>
          <p:nvPr/>
        </p:nvSpPr>
        <p:spPr bwMode="auto">
          <a:xfrm>
            <a:off x="5951984" y="1124400"/>
            <a:ext cx="5401816" cy="1872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Owned by, Managed by, and Company</a:t>
            </a:r>
          </a:p>
          <a:p>
            <a:r>
              <a:rPr lang="en-AU" sz="1100" dirty="0"/>
              <a:t>These values are translated from Personal or Corporate devices.</a:t>
            </a:r>
          </a:p>
          <a:p>
            <a:r>
              <a:rPr lang="en-AU" sz="1100" dirty="0"/>
              <a:t>All corporate devices get the values of ‘Ross Lennox’ and ‘G.James ..’ respectively. </a:t>
            </a:r>
          </a:p>
          <a:p>
            <a:r>
              <a:rPr lang="en-AU" sz="1100" dirty="0"/>
              <a:t>All personal devices get assigned personnel for these fields and are consequently excluded from the output data.</a:t>
            </a:r>
          </a:p>
          <a:p>
            <a:endParaRPr lang="en-AU" dirty="0"/>
          </a:p>
        </p:txBody>
      </p:sp>
      <p:sp>
        <p:nvSpPr>
          <p:cNvPr id="7" name="Content Placeholder 2">
            <a:extLst>
              <a:ext uri="{FF2B5EF4-FFF2-40B4-BE49-F238E27FC236}">
                <a16:creationId xmlns:a16="http://schemas.microsoft.com/office/drawing/2014/main" id="{3DAFFBA2-A75A-DCDF-0364-7D2D078BA1E4}"/>
              </a:ext>
            </a:extLst>
          </p:cNvPr>
          <p:cNvSpPr txBox="1">
            <a:spLocks/>
          </p:cNvSpPr>
          <p:nvPr/>
        </p:nvSpPr>
        <p:spPr bwMode="auto">
          <a:xfrm>
            <a:off x="5951984" y="3125190"/>
            <a:ext cx="5401816" cy="2608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Comments</a:t>
            </a:r>
          </a:p>
          <a:p>
            <a:r>
              <a:rPr lang="en-AU" sz="1100" dirty="0"/>
              <a:t>Did not have fields in Snow for phone carrier phone number and IMEI for devices that require it.</a:t>
            </a:r>
          </a:p>
          <a:p>
            <a:r>
              <a:rPr lang="en-AU" sz="1100" dirty="0"/>
              <a:t>These values are concatenated nicely into a string builder and output in the comments to facilitate these fields.</a:t>
            </a:r>
          </a:p>
        </p:txBody>
      </p:sp>
    </p:spTree>
    <p:extLst>
      <p:ext uri="{BB962C8B-B14F-4D97-AF65-F5344CB8AC3E}">
        <p14:creationId xmlns:p14="http://schemas.microsoft.com/office/powerpoint/2010/main" val="1384024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C27A-6732-40CA-A266-9CE2586D5CB2}"/>
              </a:ext>
            </a:extLst>
          </p:cNvPr>
          <p:cNvSpPr>
            <a:spLocks noGrp="1"/>
          </p:cNvSpPr>
          <p:nvPr>
            <p:ph type="title"/>
          </p:nvPr>
        </p:nvSpPr>
        <p:spPr/>
        <p:txBody>
          <a:bodyPr/>
          <a:lstStyle/>
          <a:p>
            <a:r>
              <a:rPr lang="en-AU" dirty="0"/>
              <a:t>End user Process for Current Stage</a:t>
            </a:r>
          </a:p>
        </p:txBody>
      </p:sp>
      <p:sp>
        <p:nvSpPr>
          <p:cNvPr id="3" name="Content Placeholder 2">
            <a:extLst>
              <a:ext uri="{FF2B5EF4-FFF2-40B4-BE49-F238E27FC236}">
                <a16:creationId xmlns:a16="http://schemas.microsoft.com/office/drawing/2014/main" id="{DD5680BF-550F-BCA3-F71C-B9453CA0D613}"/>
              </a:ext>
            </a:extLst>
          </p:cNvPr>
          <p:cNvSpPr>
            <a:spLocks noGrp="1"/>
          </p:cNvSpPr>
          <p:nvPr>
            <p:ph idx="1"/>
          </p:nvPr>
        </p:nvSpPr>
        <p:spPr/>
        <p:txBody>
          <a:bodyPr/>
          <a:lstStyle/>
          <a:p>
            <a:pPr marL="457200" indent="-457200">
              <a:buAutoNum type="arabicPeriod"/>
            </a:pPr>
            <a:r>
              <a:rPr lang="en-AU" sz="1400" dirty="0"/>
              <a:t>Export a device list from Sophos and add it to the folder specified.</a:t>
            </a:r>
            <a:br>
              <a:rPr lang="en-AU" sz="1400" dirty="0"/>
            </a:br>
            <a:r>
              <a:rPr lang="en-AU" sz="1400" dirty="0"/>
              <a:t>(Requires Sophos access, a standard for service desk analysts)</a:t>
            </a:r>
          </a:p>
          <a:p>
            <a:pPr marL="457200" indent="-457200">
              <a:buFont typeface="Arial" charset="0"/>
              <a:buAutoNum type="arabicPeriod"/>
            </a:pPr>
            <a:r>
              <a:rPr lang="en-AU" sz="1400" dirty="0"/>
              <a:t>Export a device list from Intune with all fields selected, and add it to the folder specified.</a:t>
            </a:r>
            <a:br>
              <a:rPr lang="en-AU" sz="1400" dirty="0"/>
            </a:br>
            <a:r>
              <a:rPr lang="en-AU" sz="1400" dirty="0"/>
              <a:t>(Requires Intune access, a standard for service desk analysts)</a:t>
            </a:r>
          </a:p>
          <a:p>
            <a:pPr marL="457200" indent="-457200">
              <a:buFont typeface="Arial" charset="0"/>
              <a:buAutoNum type="arabicPeriod"/>
            </a:pPr>
            <a:r>
              <a:rPr lang="en-AU" sz="1400" dirty="0"/>
              <a:t>Run script</a:t>
            </a:r>
          </a:p>
          <a:p>
            <a:pPr marL="457200" indent="-457200">
              <a:buFont typeface="Arial" charset="0"/>
              <a:buAutoNum type="arabicPeriod"/>
            </a:pPr>
            <a:r>
              <a:rPr lang="en-AU" sz="1400" dirty="0"/>
              <a:t>Navigate to: SNOW -&gt; System Import sets -&gt; Data sources -&gt;Models import data source.</a:t>
            </a:r>
          </a:p>
          <a:p>
            <a:pPr marL="457200" indent="-457200">
              <a:buFont typeface="Arial" charset="0"/>
              <a:buAutoNum type="arabicPeriod"/>
            </a:pPr>
            <a:r>
              <a:rPr lang="en-AU" sz="1400" dirty="0"/>
              <a:t>Append the current attachment with the output csv for the model update.</a:t>
            </a:r>
          </a:p>
          <a:p>
            <a:pPr marL="457200" indent="-457200">
              <a:buFont typeface="Arial" charset="0"/>
              <a:buAutoNum type="arabicPeriod"/>
            </a:pPr>
            <a:r>
              <a:rPr lang="en-AU" sz="1400" dirty="0"/>
              <a:t>Check Format is CSV.</a:t>
            </a:r>
          </a:p>
          <a:p>
            <a:pPr marL="457200" indent="-457200">
              <a:buFont typeface="Arial" charset="0"/>
              <a:buAutoNum type="arabicPeriod"/>
            </a:pPr>
            <a:r>
              <a:rPr lang="en-AU" sz="1400" dirty="0"/>
              <a:t>Select Load all records.</a:t>
            </a:r>
          </a:p>
          <a:p>
            <a:pPr marL="457200" indent="-457200">
              <a:buFont typeface="Arial" charset="0"/>
              <a:buAutoNum type="arabicPeriod"/>
            </a:pPr>
            <a:r>
              <a:rPr lang="en-AU" sz="1400" dirty="0"/>
              <a:t>Select Transform</a:t>
            </a:r>
          </a:p>
          <a:p>
            <a:pPr marL="457200" indent="-457200">
              <a:buFont typeface="Arial" charset="0"/>
              <a:buAutoNum type="arabicPeriod"/>
            </a:pPr>
            <a:r>
              <a:rPr lang="en-AU" sz="1400" dirty="0"/>
              <a:t>Navigate to: SNOW -&gt; System Import sets -&gt; Data sources -&gt;Assets import data source.</a:t>
            </a:r>
          </a:p>
          <a:p>
            <a:pPr marL="457200" indent="-457200">
              <a:buFont typeface="Arial" charset="0"/>
              <a:buAutoNum type="arabicPeriod"/>
            </a:pPr>
            <a:r>
              <a:rPr lang="en-AU" sz="1400" dirty="0"/>
              <a:t>Append the current attachment with the output csv for the Bulk Asset Update.</a:t>
            </a:r>
          </a:p>
          <a:p>
            <a:pPr marL="457200" indent="-457200">
              <a:buFont typeface="Arial" charset="0"/>
              <a:buAutoNum type="arabicPeriod"/>
            </a:pPr>
            <a:r>
              <a:rPr lang="en-AU" sz="1400" dirty="0"/>
              <a:t>Check Format is CSV.</a:t>
            </a:r>
          </a:p>
          <a:p>
            <a:pPr marL="457200" indent="-457200">
              <a:buFont typeface="Arial" charset="0"/>
              <a:buAutoNum type="arabicPeriod"/>
            </a:pPr>
            <a:r>
              <a:rPr lang="en-AU" sz="1400" dirty="0"/>
              <a:t>Select Load all records.</a:t>
            </a:r>
          </a:p>
          <a:p>
            <a:pPr marL="457200" indent="-457200">
              <a:buFont typeface="Arial" charset="0"/>
              <a:buAutoNum type="arabicPeriod"/>
            </a:pPr>
            <a:r>
              <a:rPr lang="en-AU" sz="1400" dirty="0"/>
              <a:t>Select Transform</a:t>
            </a:r>
          </a:p>
          <a:p>
            <a:pPr marL="0" indent="0">
              <a:buNone/>
            </a:pPr>
            <a:endParaRPr lang="en-AU" sz="1400" dirty="0"/>
          </a:p>
          <a:p>
            <a:pPr marL="457200" indent="-457200">
              <a:buFont typeface="Arial" charset="0"/>
              <a:buAutoNum type="arabicPeriod"/>
            </a:pPr>
            <a:endParaRPr lang="en-AU" sz="1400" dirty="0"/>
          </a:p>
          <a:p>
            <a:pPr marL="457200" indent="-457200">
              <a:buFont typeface="Arial" charset="0"/>
              <a:buAutoNum type="arabicPeriod"/>
            </a:pPr>
            <a:endParaRPr lang="en-AU" sz="1400" dirty="0"/>
          </a:p>
          <a:p>
            <a:pPr marL="457200" indent="-457200">
              <a:buAutoNum type="arabicPeriod"/>
            </a:pPr>
            <a:endParaRPr lang="en-AU" sz="1400" dirty="0"/>
          </a:p>
        </p:txBody>
      </p:sp>
    </p:spTree>
    <p:extLst>
      <p:ext uri="{BB962C8B-B14F-4D97-AF65-F5344CB8AC3E}">
        <p14:creationId xmlns:p14="http://schemas.microsoft.com/office/powerpoint/2010/main" val="3392318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C7F32-9F14-F07B-16D5-5AB7318106BE}"/>
              </a:ext>
            </a:extLst>
          </p:cNvPr>
          <p:cNvSpPr>
            <a:spLocks noGrp="1"/>
          </p:cNvSpPr>
          <p:nvPr>
            <p:ph type="title"/>
          </p:nvPr>
        </p:nvSpPr>
        <p:spPr/>
        <p:txBody>
          <a:bodyPr/>
          <a:lstStyle/>
          <a:p>
            <a:r>
              <a:rPr lang="en-AU" dirty="0"/>
              <a:t>Sprint 1 Testing</a:t>
            </a:r>
          </a:p>
        </p:txBody>
      </p:sp>
      <p:sp>
        <p:nvSpPr>
          <p:cNvPr id="3" name="Content Placeholder 2">
            <a:extLst>
              <a:ext uri="{FF2B5EF4-FFF2-40B4-BE49-F238E27FC236}">
                <a16:creationId xmlns:a16="http://schemas.microsoft.com/office/drawing/2014/main" id="{C4AB7070-1AB2-189D-9056-23A83CB6C1AD}"/>
              </a:ext>
            </a:extLst>
          </p:cNvPr>
          <p:cNvSpPr>
            <a:spLocks noGrp="1"/>
          </p:cNvSpPr>
          <p:nvPr>
            <p:ph idx="1"/>
          </p:nvPr>
        </p:nvSpPr>
        <p:spPr>
          <a:xfrm>
            <a:off x="838199" y="944725"/>
            <a:ext cx="10515599" cy="746423"/>
          </a:xfrm>
        </p:spPr>
        <p:txBody>
          <a:bodyPr/>
          <a:lstStyle/>
          <a:p>
            <a:pPr marL="0" indent="0">
              <a:buNone/>
            </a:pPr>
            <a:r>
              <a:rPr lang="en-AU" dirty="0"/>
              <a:t>The script output files were tested in the Development Snow environment. </a:t>
            </a:r>
            <a:br>
              <a:rPr lang="en-AU" dirty="0"/>
            </a:br>
            <a:r>
              <a:rPr lang="en-AU" dirty="0"/>
              <a:t>Results were reviewed by Vijay the technical expert for ServiceNow.</a:t>
            </a:r>
          </a:p>
          <a:p>
            <a:endParaRPr lang="en-AU" dirty="0"/>
          </a:p>
          <a:p>
            <a:endParaRPr lang="en-AU" dirty="0"/>
          </a:p>
        </p:txBody>
      </p:sp>
      <p:graphicFrame>
        <p:nvGraphicFramePr>
          <p:cNvPr id="4" name="Table 4">
            <a:extLst>
              <a:ext uri="{FF2B5EF4-FFF2-40B4-BE49-F238E27FC236}">
                <a16:creationId xmlns:a16="http://schemas.microsoft.com/office/drawing/2014/main" id="{29666C4F-9C00-D7B0-A007-CA414DB1D327}"/>
              </a:ext>
            </a:extLst>
          </p:cNvPr>
          <p:cNvGraphicFramePr>
            <a:graphicFrameLocks noGrp="1"/>
          </p:cNvGraphicFramePr>
          <p:nvPr>
            <p:extLst>
              <p:ext uri="{D42A27DB-BD31-4B8C-83A1-F6EECF244321}">
                <p14:modId xmlns:p14="http://schemas.microsoft.com/office/powerpoint/2010/main" val="3590290295"/>
              </p:ext>
            </p:extLst>
          </p:nvPr>
        </p:nvGraphicFramePr>
        <p:xfrm>
          <a:off x="838199" y="1691148"/>
          <a:ext cx="10515600" cy="4530664"/>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119507912"/>
                    </a:ext>
                  </a:extLst>
                </a:gridCol>
                <a:gridCol w="5257800">
                  <a:extLst>
                    <a:ext uri="{9D8B030D-6E8A-4147-A177-3AD203B41FA5}">
                      <a16:colId xmlns:a16="http://schemas.microsoft.com/office/drawing/2014/main" val="1215035715"/>
                    </a:ext>
                  </a:extLst>
                </a:gridCol>
              </a:tblGrid>
              <a:tr h="416404">
                <a:tc>
                  <a:txBody>
                    <a:bodyPr/>
                    <a:lstStyle/>
                    <a:p>
                      <a:r>
                        <a:rPr lang="en-AU" sz="1200" dirty="0"/>
                        <a:t>Wins</a:t>
                      </a:r>
                    </a:p>
                  </a:txBody>
                  <a:tcPr/>
                </a:tc>
                <a:tc>
                  <a:txBody>
                    <a:bodyPr/>
                    <a:lstStyle/>
                    <a:p>
                      <a:r>
                        <a:rPr lang="en-AU" sz="1200" dirty="0"/>
                        <a:t>Losses</a:t>
                      </a:r>
                    </a:p>
                  </a:txBody>
                  <a:tcPr/>
                </a:tc>
                <a:extLst>
                  <a:ext uri="{0D108BD9-81ED-4DB2-BD59-A6C34878D82A}">
                    <a16:rowId xmlns:a16="http://schemas.microsoft.com/office/drawing/2014/main" val="1658655741"/>
                  </a:ext>
                </a:extLst>
              </a:tr>
              <a:tr h="513374">
                <a:tc>
                  <a:txBody>
                    <a:bodyPr/>
                    <a:lstStyle/>
                    <a:p>
                      <a:r>
                        <a:rPr lang="en-AU" sz="1200" dirty="0"/>
                        <a:t>Created non-existent hardware models and migrated the incorrectly assigned devices to appropriate fields.</a:t>
                      </a:r>
                    </a:p>
                  </a:txBody>
                  <a:tcPr/>
                </a:tc>
                <a:tc>
                  <a:txBody>
                    <a:bodyPr/>
                    <a:lstStyle/>
                    <a:p>
                      <a:r>
                        <a:rPr lang="en-AU" sz="1200" dirty="0"/>
                        <a:t>Phone naming is not managed in Intune and will not be unique enough needs addressing. </a:t>
                      </a:r>
                    </a:p>
                  </a:txBody>
                  <a:tcPr/>
                </a:tc>
                <a:extLst>
                  <a:ext uri="{0D108BD9-81ED-4DB2-BD59-A6C34878D82A}">
                    <a16:rowId xmlns:a16="http://schemas.microsoft.com/office/drawing/2014/main" val="522077320"/>
                  </a:ext>
                </a:extLst>
              </a:tr>
              <a:tr h="513374">
                <a:tc>
                  <a:txBody>
                    <a:bodyPr/>
                    <a:lstStyle/>
                    <a:p>
                      <a:r>
                        <a:rPr lang="en-AU" sz="1200" dirty="0"/>
                        <a:t>Updates records of existing devices in SNOW, not duplicate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t>Concerns about the amount of Service Desk support required to map category types of laptop/workstations standard /advanced etc as without updating code new models will either be a Phone or a Computer.</a:t>
                      </a:r>
                    </a:p>
                    <a:p>
                      <a:endParaRPr lang="en-AU" sz="1200" dirty="0"/>
                    </a:p>
                  </a:txBody>
                  <a:tcPr/>
                </a:tc>
                <a:extLst>
                  <a:ext uri="{0D108BD9-81ED-4DB2-BD59-A6C34878D82A}">
                    <a16:rowId xmlns:a16="http://schemas.microsoft.com/office/drawing/2014/main" val="3375810489"/>
                  </a:ext>
                </a:extLst>
              </a:tr>
              <a:tr h="924074">
                <a:tc>
                  <a:txBody>
                    <a:bodyPr/>
                    <a:lstStyle/>
                    <a:p>
                      <a:r>
                        <a:rPr lang="en-AU" sz="1200" dirty="0"/>
                        <a:t>Updating a blank field does not remove existing data</a:t>
                      </a:r>
                    </a:p>
                  </a:txBody>
                  <a:tcPr/>
                </a:tc>
                <a:tc>
                  <a:txBody>
                    <a:bodyPr/>
                    <a:lstStyle/>
                    <a:p>
                      <a:r>
                        <a:rPr lang="en-AU" sz="1200" dirty="0"/>
                        <a:t>Still Utilising Sophos to populate “Last Logged in” and “Last Log in date’ fields.</a:t>
                      </a:r>
                    </a:p>
                  </a:txBody>
                  <a:tcPr/>
                </a:tc>
                <a:extLst>
                  <a:ext uri="{0D108BD9-81ED-4DB2-BD59-A6C34878D82A}">
                    <a16:rowId xmlns:a16="http://schemas.microsoft.com/office/drawing/2014/main" val="361424247"/>
                  </a:ext>
                </a:extLst>
              </a:tr>
              <a:tr h="924074">
                <a:tc>
                  <a:txBody>
                    <a:bodyPr/>
                    <a:lstStyle/>
                    <a:p>
                      <a:r>
                        <a:rPr lang="en-AU" sz="1200" dirty="0"/>
                        <a:t>All currently used fields, auto populated fields and Last user and last logged-on fields populate where data is available.</a:t>
                      </a:r>
                    </a:p>
                  </a:txBody>
                  <a:tcPr/>
                </a:tc>
                <a:tc>
                  <a:txBody>
                    <a:bodyPr/>
                    <a:lstStyle/>
                    <a:p>
                      <a:endParaRPr lang="en-AU" sz="1200" dirty="0"/>
                    </a:p>
                  </a:txBody>
                  <a:tcPr/>
                </a:tc>
                <a:extLst>
                  <a:ext uri="{0D108BD9-81ED-4DB2-BD59-A6C34878D82A}">
                    <a16:rowId xmlns:a16="http://schemas.microsoft.com/office/drawing/2014/main" val="2660895157"/>
                  </a:ext>
                </a:extLst>
              </a:tr>
              <a:tr h="513374">
                <a:tc>
                  <a:txBody>
                    <a:bodyPr/>
                    <a:lstStyle/>
                    <a:p>
                      <a:pPr marL="0" algn="l" defTabSz="914400" rtl="0" eaLnBrk="1" latinLnBrk="0" hangingPunct="1"/>
                      <a:r>
                        <a:rPr lang="en-AU" sz="1200" kern="1200" dirty="0">
                          <a:solidFill>
                            <a:schemeClr val="dk1"/>
                          </a:solidFill>
                          <a:latin typeface="+mn-lt"/>
                          <a:ea typeface="+mn-ea"/>
                          <a:cs typeface="+mn-cs"/>
                        </a:rPr>
                        <a:t>Does not upload personal devices or devices that have not deployed correctly.</a:t>
                      </a:r>
                    </a:p>
                  </a:txBody>
                  <a:tcPr/>
                </a:tc>
                <a:tc>
                  <a:txBody>
                    <a:bodyPr/>
                    <a:lstStyle/>
                    <a:p>
                      <a:endParaRPr lang="en-AU" sz="1200" dirty="0"/>
                    </a:p>
                  </a:txBody>
                  <a:tcPr/>
                </a:tc>
                <a:extLst>
                  <a:ext uri="{0D108BD9-81ED-4DB2-BD59-A6C34878D82A}">
                    <a16:rowId xmlns:a16="http://schemas.microsoft.com/office/drawing/2014/main" val="807253037"/>
                  </a:ext>
                </a:extLst>
              </a:tr>
              <a:tr h="416404">
                <a:tc>
                  <a:txBody>
                    <a:bodyPr/>
                    <a:lstStyle/>
                    <a:p>
                      <a:pPr marL="0" algn="l" defTabSz="914400" rtl="0" eaLnBrk="1" latinLnBrk="0" hangingPunct="1"/>
                      <a:r>
                        <a:rPr lang="en-AU" sz="1200" kern="1200" dirty="0">
                          <a:solidFill>
                            <a:schemeClr val="dk1"/>
                          </a:solidFill>
                          <a:latin typeface="+mn-lt"/>
                          <a:ea typeface="+mn-ea"/>
                          <a:cs typeface="+mn-cs"/>
                        </a:rPr>
                        <a:t>Adds new assets correctly</a:t>
                      </a:r>
                    </a:p>
                  </a:txBody>
                  <a:tcPr/>
                </a:tc>
                <a:tc>
                  <a:txBody>
                    <a:bodyPr/>
                    <a:lstStyle/>
                    <a:p>
                      <a:endParaRPr lang="en-AU" sz="1200" dirty="0"/>
                    </a:p>
                  </a:txBody>
                  <a:tcPr/>
                </a:tc>
                <a:extLst>
                  <a:ext uri="{0D108BD9-81ED-4DB2-BD59-A6C34878D82A}">
                    <a16:rowId xmlns:a16="http://schemas.microsoft.com/office/drawing/2014/main" val="3965922008"/>
                  </a:ext>
                </a:extLst>
              </a:tr>
            </a:tbl>
          </a:graphicData>
        </a:graphic>
      </p:graphicFrame>
    </p:spTree>
    <p:extLst>
      <p:ext uri="{BB962C8B-B14F-4D97-AF65-F5344CB8AC3E}">
        <p14:creationId xmlns:p14="http://schemas.microsoft.com/office/powerpoint/2010/main" val="4142188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67EF3-C894-68A1-BB6E-B6FDA2D528AD}"/>
              </a:ext>
            </a:extLst>
          </p:cNvPr>
          <p:cNvSpPr>
            <a:spLocks noGrp="1"/>
          </p:cNvSpPr>
          <p:nvPr>
            <p:ph type="title"/>
          </p:nvPr>
        </p:nvSpPr>
        <p:spPr/>
        <p:txBody>
          <a:bodyPr/>
          <a:lstStyle/>
          <a:p>
            <a:r>
              <a:rPr lang="en-AU" dirty="0"/>
              <a:t>Sprint 1 Addressing Losses / Concerns</a:t>
            </a:r>
          </a:p>
        </p:txBody>
      </p:sp>
      <p:sp>
        <p:nvSpPr>
          <p:cNvPr id="5" name="Content Placeholder 2">
            <a:extLst>
              <a:ext uri="{FF2B5EF4-FFF2-40B4-BE49-F238E27FC236}">
                <a16:creationId xmlns:a16="http://schemas.microsoft.com/office/drawing/2014/main" id="{BE6DA456-DAA5-432A-524E-8B8CE8AFCAC0}"/>
              </a:ext>
            </a:extLst>
          </p:cNvPr>
          <p:cNvSpPr>
            <a:spLocks noGrp="1"/>
          </p:cNvSpPr>
          <p:nvPr>
            <p:ph idx="1"/>
          </p:nvPr>
        </p:nvSpPr>
        <p:spPr>
          <a:xfrm>
            <a:off x="838199" y="980729"/>
            <a:ext cx="4536251" cy="3168351"/>
          </a:xfrm>
        </p:spPr>
        <p:txBody>
          <a:bodyPr/>
          <a:lstStyle/>
          <a:p>
            <a:pPr marL="0" indent="0">
              <a:buNone/>
            </a:pPr>
            <a:r>
              <a:rPr lang="en-AU" sz="1400" b="1" dirty="0"/>
              <a:t>Phone Naming Issue</a:t>
            </a:r>
          </a:p>
          <a:p>
            <a:r>
              <a:rPr lang="en-AU" sz="1100" dirty="0"/>
              <a:t>Currently most iPhones are named iPhone as this is the default setting and is not changed by us or the user, this populates to the Asset Tag which is intended to be unique.</a:t>
            </a:r>
          </a:p>
          <a:p>
            <a:r>
              <a:rPr lang="en-AU" sz="1100" dirty="0"/>
              <a:t>This is the major issue and Vijay is happy to test in Production once this issue is resolved.</a:t>
            </a:r>
          </a:p>
          <a:p>
            <a:pPr marL="0" indent="0">
              <a:buNone/>
            </a:pPr>
            <a:r>
              <a:rPr lang="en-AU" sz="1100" dirty="0"/>
              <a:t>Mitigated </a:t>
            </a:r>
          </a:p>
          <a:p>
            <a:r>
              <a:rPr lang="en-AU" sz="1100" dirty="0"/>
              <a:t>Hard coded the phone class devices to set Asset tag based on user name and Mobile Phone. This meets the unique variable requirement.</a:t>
            </a:r>
          </a:p>
          <a:p>
            <a:pPr marL="0" indent="0">
              <a:buNone/>
            </a:pPr>
            <a:r>
              <a:rPr lang="en-AU" sz="1100" dirty="0"/>
              <a:t>Proposed Solution</a:t>
            </a:r>
          </a:p>
          <a:p>
            <a:r>
              <a:rPr lang="en-AU" sz="1100" dirty="0"/>
              <a:t>Manage names of phones in a similar way we manage computer names Intune.</a:t>
            </a:r>
          </a:p>
        </p:txBody>
      </p:sp>
      <p:sp>
        <p:nvSpPr>
          <p:cNvPr id="6" name="Content Placeholder 2">
            <a:extLst>
              <a:ext uri="{FF2B5EF4-FFF2-40B4-BE49-F238E27FC236}">
                <a16:creationId xmlns:a16="http://schemas.microsoft.com/office/drawing/2014/main" id="{7BB18AD0-0F6E-AA0B-E22C-84D74B024669}"/>
              </a:ext>
            </a:extLst>
          </p:cNvPr>
          <p:cNvSpPr txBox="1">
            <a:spLocks/>
          </p:cNvSpPr>
          <p:nvPr/>
        </p:nvSpPr>
        <p:spPr bwMode="auto">
          <a:xfrm>
            <a:off x="838199" y="4149079"/>
            <a:ext cx="4536243" cy="1612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Ongoing Support</a:t>
            </a:r>
          </a:p>
          <a:p>
            <a:r>
              <a:rPr lang="en-AU" sz="1100" dirty="0"/>
              <a:t>Currently script contains over 300 lines of code.</a:t>
            </a:r>
          </a:p>
          <a:p>
            <a:r>
              <a:rPr lang="en-AU" sz="1100" dirty="0"/>
              <a:t>Typically service desk members will not be required to have the proficiency to maintain this.</a:t>
            </a:r>
          </a:p>
          <a:p>
            <a:r>
              <a:rPr lang="en-AU" sz="1100" dirty="0"/>
              <a:t>Increasing complexity and scope means more code and more areas to maintain.</a:t>
            </a:r>
          </a:p>
          <a:p>
            <a:pPr marL="0" indent="0">
              <a:buNone/>
            </a:pPr>
            <a:endParaRPr lang="en-AU" dirty="0"/>
          </a:p>
        </p:txBody>
      </p:sp>
      <p:sp>
        <p:nvSpPr>
          <p:cNvPr id="3" name="Content Placeholder 2">
            <a:extLst>
              <a:ext uri="{FF2B5EF4-FFF2-40B4-BE49-F238E27FC236}">
                <a16:creationId xmlns:a16="http://schemas.microsoft.com/office/drawing/2014/main" id="{7AB4C901-EEF2-7291-24E0-2159BE5E2284}"/>
              </a:ext>
            </a:extLst>
          </p:cNvPr>
          <p:cNvSpPr txBox="1">
            <a:spLocks/>
          </p:cNvSpPr>
          <p:nvPr/>
        </p:nvSpPr>
        <p:spPr>
          <a:xfrm>
            <a:off x="6096000" y="980729"/>
            <a:ext cx="4536251" cy="3168351"/>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1400" b="1" dirty="0"/>
              <a:t>Last user logged in fields &amp; Last Logged on Date</a:t>
            </a:r>
          </a:p>
          <a:p>
            <a:r>
              <a:rPr lang="en-AU" sz="1100" dirty="0"/>
              <a:t>No way to populate these fields from Microsoft without the use of Graph or third-party solutions, has been found yet by myself or Garry Poon. </a:t>
            </a:r>
          </a:p>
          <a:p>
            <a:pPr marL="0" indent="0">
              <a:buNone/>
            </a:pPr>
            <a:r>
              <a:rPr lang="en-AU" sz="1100" dirty="0"/>
              <a:t>Mitigation. </a:t>
            </a:r>
          </a:p>
          <a:p>
            <a:r>
              <a:rPr lang="en-AU" sz="1100" dirty="0"/>
              <a:t>Currently utilizing a device export from Sophos.</a:t>
            </a:r>
          </a:p>
          <a:p>
            <a:r>
              <a:rPr lang="en-AU" sz="1100" dirty="0"/>
              <a:t>Infrastructure has raised a ticket with Microsoft to ascertain an authoritative answer for this. (</a:t>
            </a:r>
            <a:r>
              <a:rPr lang="en-AU" sz="1050" b="0" i="0" u="sng" dirty="0">
                <a:solidFill>
                  <a:srgbClr val="151515"/>
                </a:solidFill>
                <a:effectLst/>
                <a:latin typeface="SourceSansPro"/>
                <a:hlinkClick r:id="rId2"/>
              </a:rPr>
              <a:t>RITM0047022</a:t>
            </a:r>
            <a:r>
              <a:rPr lang="en-AU" sz="1100" dirty="0"/>
              <a:t>)</a:t>
            </a:r>
          </a:p>
          <a:p>
            <a:r>
              <a:rPr lang="en-AU" sz="1100" dirty="0"/>
              <a:t> Microsoft’s Authoritative answer was negative, creating a task for the infrastructure team to produce an alternative solution. (RITM0047052)</a:t>
            </a:r>
          </a:p>
          <a:p>
            <a:r>
              <a:rPr lang="en-AU" sz="1100" dirty="0"/>
              <a:t>Should the results provide a useful way forward will push this over to sprint two.</a:t>
            </a:r>
          </a:p>
        </p:txBody>
      </p:sp>
    </p:spTree>
    <p:extLst>
      <p:ext uri="{BB962C8B-B14F-4D97-AF65-F5344CB8AC3E}">
        <p14:creationId xmlns:p14="http://schemas.microsoft.com/office/powerpoint/2010/main" val="1242019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BB1AC-0D50-66CD-4FAC-A5FA3C7579B6}"/>
              </a:ext>
            </a:extLst>
          </p:cNvPr>
          <p:cNvSpPr>
            <a:spLocks noGrp="1"/>
          </p:cNvSpPr>
          <p:nvPr>
            <p:ph type="title"/>
          </p:nvPr>
        </p:nvSpPr>
        <p:spPr/>
        <p:txBody>
          <a:bodyPr/>
          <a:lstStyle/>
          <a:p>
            <a:r>
              <a:rPr lang="en-AU" dirty="0"/>
              <a:t>Next Planned Steps</a:t>
            </a:r>
          </a:p>
        </p:txBody>
      </p:sp>
      <p:sp>
        <p:nvSpPr>
          <p:cNvPr id="3" name="Content Placeholder 2">
            <a:extLst>
              <a:ext uri="{FF2B5EF4-FFF2-40B4-BE49-F238E27FC236}">
                <a16:creationId xmlns:a16="http://schemas.microsoft.com/office/drawing/2014/main" id="{58457B51-0A58-E25C-A23C-00DE1A76594B}"/>
              </a:ext>
            </a:extLst>
          </p:cNvPr>
          <p:cNvSpPr>
            <a:spLocks noGrp="1"/>
          </p:cNvSpPr>
          <p:nvPr>
            <p:ph idx="1"/>
          </p:nvPr>
        </p:nvSpPr>
        <p:spPr>
          <a:xfrm>
            <a:off x="838200" y="980729"/>
            <a:ext cx="5257800" cy="3987511"/>
          </a:xfrm>
        </p:spPr>
        <p:txBody>
          <a:bodyPr/>
          <a:lstStyle/>
          <a:p>
            <a:r>
              <a:rPr lang="en-AU" sz="1400" dirty="0"/>
              <a:t>Create end-user documentation including support manual and use procedure.</a:t>
            </a:r>
          </a:p>
          <a:p>
            <a:r>
              <a:rPr lang="en-AU" sz="1400" dirty="0"/>
              <a:t>Have a different service desk member test the procedure in Dev and identify user requirements </a:t>
            </a:r>
            <a:r>
              <a:rPr lang="en-AU" sz="1400" dirty="0" err="1"/>
              <a:t>i.e</a:t>
            </a:r>
            <a:r>
              <a:rPr lang="en-AU" sz="1400" dirty="0"/>
              <a:t> permissions and PowerShell modules.</a:t>
            </a:r>
          </a:p>
          <a:p>
            <a:r>
              <a:rPr lang="en-AU" sz="1400" dirty="0"/>
              <a:t>Have work peer-reviewed by both business systems and Infrastructure.</a:t>
            </a:r>
          </a:p>
          <a:p>
            <a:r>
              <a:rPr lang="en-AU" sz="1400" dirty="0"/>
              <a:t>Create a change task to bring to production.</a:t>
            </a:r>
          </a:p>
          <a:p>
            <a:endParaRPr lang="en-AU" dirty="0"/>
          </a:p>
          <a:p>
            <a:endParaRPr lang="en-AU" dirty="0"/>
          </a:p>
        </p:txBody>
      </p:sp>
    </p:spTree>
    <p:extLst>
      <p:ext uri="{BB962C8B-B14F-4D97-AF65-F5344CB8AC3E}">
        <p14:creationId xmlns:p14="http://schemas.microsoft.com/office/powerpoint/2010/main" val="370698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4FE08517-C0A5-0F2E-3C31-45311EA025BD}"/>
              </a:ext>
            </a:extLst>
          </p:cNvPr>
          <p:cNvGraphicFramePr>
            <a:graphicFrameLocks noGrp="1"/>
          </p:cNvGraphicFramePr>
          <p:nvPr>
            <p:extLst>
              <p:ext uri="{D42A27DB-BD31-4B8C-83A1-F6EECF244321}">
                <p14:modId xmlns:p14="http://schemas.microsoft.com/office/powerpoint/2010/main" val="3246602970"/>
              </p:ext>
            </p:extLst>
          </p:nvPr>
        </p:nvGraphicFramePr>
        <p:xfrm>
          <a:off x="609600" y="836714"/>
          <a:ext cx="10744201" cy="5271901"/>
        </p:xfrm>
        <a:graphic>
          <a:graphicData uri="http://schemas.openxmlformats.org/drawingml/2006/table">
            <a:tbl>
              <a:tblPr firstRow="1" bandRow="1">
                <a:tableStyleId>{5C22544A-7EE6-4342-B048-85BDC9FD1C3A}</a:tableStyleId>
              </a:tblPr>
              <a:tblGrid>
                <a:gridCol w="3207995">
                  <a:extLst>
                    <a:ext uri="{9D8B030D-6E8A-4147-A177-3AD203B41FA5}">
                      <a16:colId xmlns:a16="http://schemas.microsoft.com/office/drawing/2014/main" val="4042081804"/>
                    </a:ext>
                  </a:extLst>
                </a:gridCol>
                <a:gridCol w="873627">
                  <a:extLst>
                    <a:ext uri="{9D8B030D-6E8A-4147-A177-3AD203B41FA5}">
                      <a16:colId xmlns:a16="http://schemas.microsoft.com/office/drawing/2014/main" val="765832814"/>
                    </a:ext>
                  </a:extLst>
                </a:gridCol>
                <a:gridCol w="6662579">
                  <a:extLst>
                    <a:ext uri="{9D8B030D-6E8A-4147-A177-3AD203B41FA5}">
                      <a16:colId xmlns:a16="http://schemas.microsoft.com/office/drawing/2014/main" val="2528399238"/>
                    </a:ext>
                  </a:extLst>
                </a:gridCol>
              </a:tblGrid>
              <a:tr h="387604">
                <a:tc>
                  <a:txBody>
                    <a:bodyPr/>
                    <a:lstStyle/>
                    <a:p>
                      <a:r>
                        <a:rPr lang="en-AU" sz="1000" dirty="0"/>
                        <a:t>Requirement</a:t>
                      </a:r>
                    </a:p>
                  </a:txBody>
                  <a:tcPr/>
                </a:tc>
                <a:tc>
                  <a:txBody>
                    <a:bodyPr/>
                    <a:lstStyle/>
                    <a:p>
                      <a:r>
                        <a:rPr lang="en-AU" sz="1000" dirty="0"/>
                        <a:t>Meets or Misses</a:t>
                      </a:r>
                    </a:p>
                  </a:txBody>
                  <a:tcPr/>
                </a:tc>
                <a:tc>
                  <a:txBody>
                    <a:bodyPr/>
                    <a:lstStyle/>
                    <a:p>
                      <a:r>
                        <a:rPr lang="en-AU" sz="1000" dirty="0"/>
                        <a:t>Actions to address</a:t>
                      </a:r>
                    </a:p>
                  </a:txBody>
                  <a:tcPr/>
                </a:tc>
                <a:extLst>
                  <a:ext uri="{0D108BD9-81ED-4DB2-BD59-A6C34878D82A}">
                    <a16:rowId xmlns:a16="http://schemas.microsoft.com/office/drawing/2014/main" val="1676866258"/>
                  </a:ext>
                </a:extLst>
              </a:tr>
              <a:tr h="3876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Address “Close enough is good enough” concerning non existent models</a:t>
                      </a:r>
                    </a:p>
                  </a:txBody>
                  <a:tcPr/>
                </a:tc>
                <a:tc>
                  <a:txBody>
                    <a:bodyPr/>
                    <a:lstStyle/>
                    <a:p>
                      <a:r>
                        <a:rPr lang="en-AU" sz="1000" dirty="0"/>
                        <a:t>Meets</a:t>
                      </a:r>
                    </a:p>
                  </a:txBody>
                  <a:tcPr/>
                </a:tc>
                <a:tc>
                  <a:txBody>
                    <a:bodyPr/>
                    <a:lstStyle/>
                    <a:p>
                      <a:r>
                        <a:rPr lang="en-AU" sz="1000" dirty="0"/>
                        <a:t>Testing showed that snow accurately displayed the models for the iPhones 14 and the HP firefly, these where devices that are known to be assigned to iPhone 13 and fury book respectively. </a:t>
                      </a:r>
                    </a:p>
                  </a:txBody>
                  <a:tcPr/>
                </a:tc>
                <a:extLst>
                  <a:ext uri="{0D108BD9-81ED-4DB2-BD59-A6C34878D82A}">
                    <a16:rowId xmlns:a16="http://schemas.microsoft.com/office/drawing/2014/main" val="611270652"/>
                  </a:ext>
                </a:extLst>
              </a:tr>
              <a:tr h="483163">
                <a:tc>
                  <a:txBody>
                    <a:bodyPr/>
                    <a:lstStyle/>
                    <a:p>
                      <a:r>
                        <a:rPr lang="en-AU" sz="1000" dirty="0"/>
                        <a:t>Update all mandatory fields currently manually entered, for accurate data for reporting.</a:t>
                      </a:r>
                    </a:p>
                  </a:txBody>
                  <a:tcPr/>
                </a:tc>
                <a:tc>
                  <a:txBody>
                    <a:bodyPr/>
                    <a:lstStyle/>
                    <a:p>
                      <a:r>
                        <a:rPr lang="en-AU" sz="1000" dirty="0"/>
                        <a:t>meets</a:t>
                      </a:r>
                    </a:p>
                  </a:txBody>
                  <a:tcPr/>
                </a:tc>
                <a:tc>
                  <a:txBody>
                    <a:bodyPr/>
                    <a:lstStyle/>
                    <a:p>
                      <a:r>
                        <a:rPr lang="en-AU" sz="1000" dirty="0"/>
                        <a:t>Testing shows that all fields that are currently manually populated and fields that currently auto populate from SNOW do so correctly </a:t>
                      </a:r>
                    </a:p>
                  </a:txBody>
                  <a:tcPr/>
                </a:tc>
                <a:extLst>
                  <a:ext uri="{0D108BD9-81ED-4DB2-BD59-A6C34878D82A}">
                    <a16:rowId xmlns:a16="http://schemas.microsoft.com/office/drawing/2014/main" val="3740670637"/>
                  </a:ext>
                </a:extLst>
              </a:tr>
              <a:tr h="536682">
                <a:tc>
                  <a:txBody>
                    <a:bodyPr/>
                    <a:lstStyle/>
                    <a:p>
                      <a:r>
                        <a:rPr lang="en-AU" sz="1000" dirty="0"/>
                        <a:t>Populate last signed-in and date of last sign. Feature previously supplied by SCCM</a:t>
                      </a:r>
                    </a:p>
                  </a:txBody>
                  <a:tcPr/>
                </a:tc>
                <a:tc>
                  <a:txBody>
                    <a:bodyPr/>
                    <a:lstStyle/>
                    <a:p>
                      <a:r>
                        <a:rPr lang="en-AU" sz="1000" dirty="0"/>
                        <a:t>Meets/Misses</a:t>
                      </a:r>
                    </a:p>
                  </a:txBody>
                  <a:tcPr/>
                </a:tc>
                <a:tc>
                  <a:txBody>
                    <a:bodyPr/>
                    <a:lstStyle/>
                    <a:p>
                      <a:r>
                        <a:rPr lang="en-AU" sz="1000" dirty="0"/>
                        <a:t>Currently this is functional using Sophos export however, Infrastructure want this data to come from Azure and I have not found a way forward with this so far that dose not involve graph. Further research is required. Have requested Garry Poon to contact Microsoft for official response.</a:t>
                      </a:r>
                    </a:p>
                  </a:txBody>
                  <a:tcPr/>
                </a:tc>
                <a:extLst>
                  <a:ext uri="{0D108BD9-81ED-4DB2-BD59-A6C34878D82A}">
                    <a16:rowId xmlns:a16="http://schemas.microsoft.com/office/drawing/2014/main" val="467512637"/>
                  </a:ext>
                </a:extLst>
              </a:tr>
              <a:tr h="483163">
                <a:tc>
                  <a:txBody>
                    <a:bodyPr/>
                    <a:lstStyle/>
                    <a:p>
                      <a:r>
                        <a:rPr lang="en-AU" sz="1000" dirty="0"/>
                        <a:t>Focus on Phones and computers with Intune as a source of truth for data to replicate from.</a:t>
                      </a:r>
                    </a:p>
                  </a:txBody>
                  <a:tcPr/>
                </a:tc>
                <a:tc>
                  <a:txBody>
                    <a:bodyPr/>
                    <a:lstStyle/>
                    <a:p>
                      <a:r>
                        <a:rPr lang="en-AU" sz="1000" dirty="0"/>
                        <a:t>Meets</a:t>
                      </a:r>
                    </a:p>
                  </a:txBody>
                  <a:tcPr/>
                </a:tc>
                <a:tc>
                  <a:txBody>
                    <a:bodyPr/>
                    <a:lstStyle/>
                    <a:p>
                      <a:endParaRPr lang="en-AU" sz="1000" dirty="0"/>
                    </a:p>
                  </a:txBody>
                  <a:tcPr/>
                </a:tc>
                <a:extLst>
                  <a:ext uri="{0D108BD9-81ED-4DB2-BD59-A6C34878D82A}">
                    <a16:rowId xmlns:a16="http://schemas.microsoft.com/office/drawing/2014/main" val="405351259"/>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Import all devices including monitors and headsets </a:t>
                      </a:r>
                      <a:r>
                        <a:rPr lang="en-AU" sz="1000" dirty="0" err="1"/>
                        <a:t>ect</a:t>
                      </a:r>
                      <a:r>
                        <a:rPr lang="en-AU" sz="1000" dirty="0"/>
                        <a:t>..</a:t>
                      </a:r>
                    </a:p>
                    <a:p>
                      <a:endParaRPr lang="en-AU" sz="1000" dirty="0"/>
                    </a:p>
                  </a:txBody>
                  <a:tcPr/>
                </a:tc>
                <a:tc>
                  <a:txBody>
                    <a:bodyPr/>
                    <a:lstStyle/>
                    <a:p>
                      <a:r>
                        <a:rPr lang="en-AU" sz="1000" dirty="0"/>
                        <a:t>Misses</a:t>
                      </a:r>
                    </a:p>
                  </a:txBody>
                  <a:tcPr/>
                </a:tc>
                <a:tc>
                  <a:txBody>
                    <a:bodyPr/>
                    <a:lstStyle/>
                    <a:p>
                      <a:r>
                        <a:rPr lang="en-AU" sz="1000" dirty="0"/>
                        <a:t>Currently the focus is on phones and computers, monitors will be incorporated upon completion of project and evaluation of provide data.</a:t>
                      </a:r>
                    </a:p>
                  </a:txBody>
                  <a:tcPr/>
                </a:tc>
                <a:extLst>
                  <a:ext uri="{0D108BD9-81ED-4DB2-BD59-A6C34878D82A}">
                    <a16:rowId xmlns:a16="http://schemas.microsoft.com/office/drawing/2014/main" val="2197275367"/>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Import purchase order numbers and costings</a:t>
                      </a:r>
                    </a:p>
                    <a:p>
                      <a:endParaRPr lang="en-AU" sz="1000" dirty="0"/>
                    </a:p>
                  </a:txBody>
                  <a:tcPr/>
                </a:tc>
                <a:tc>
                  <a:txBody>
                    <a:bodyPr/>
                    <a:lstStyle/>
                    <a:p>
                      <a:r>
                        <a:rPr lang="en-AU" sz="1000" dirty="0"/>
                        <a:t>Misses</a:t>
                      </a:r>
                    </a:p>
                  </a:txBody>
                  <a:tcPr/>
                </a:tc>
                <a:tc>
                  <a:txBody>
                    <a:bodyPr/>
                    <a:lstStyle/>
                    <a:p>
                      <a:r>
                        <a:rPr lang="en-AU" sz="1000" dirty="0"/>
                        <a:t>Looking at using Intune autopilot for this,  PO numbers are added against serial number, further work to look at incorporating costings</a:t>
                      </a:r>
                    </a:p>
                  </a:txBody>
                  <a:tcPr/>
                </a:tc>
                <a:extLst>
                  <a:ext uri="{0D108BD9-81ED-4DB2-BD59-A6C34878D82A}">
                    <a16:rowId xmlns:a16="http://schemas.microsoft.com/office/drawing/2014/main" val="1184687439"/>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Portable</a:t>
                      </a:r>
                    </a:p>
                    <a:p>
                      <a:endParaRPr lang="en-AU" sz="1000" dirty="0"/>
                    </a:p>
                  </a:txBody>
                  <a:tcPr/>
                </a:tc>
                <a:tc>
                  <a:txBody>
                    <a:bodyPr/>
                    <a:lstStyle/>
                    <a:p>
                      <a:r>
                        <a:rPr lang="en-AU" sz="1000" dirty="0"/>
                        <a:t>Meets</a:t>
                      </a:r>
                    </a:p>
                  </a:txBody>
                  <a:tcPr/>
                </a:tc>
                <a:tc>
                  <a:txBody>
                    <a:bodyPr/>
                    <a:lstStyle/>
                    <a:p>
                      <a:r>
                        <a:rPr lang="en-AU" sz="1000" dirty="0"/>
                        <a:t>System can be un packed an run, no need for server or changing code of filenames.</a:t>
                      </a:r>
                    </a:p>
                  </a:txBody>
                  <a:tcPr/>
                </a:tc>
                <a:extLst>
                  <a:ext uri="{0D108BD9-81ED-4DB2-BD59-A6C34878D82A}">
                    <a16:rowId xmlns:a16="http://schemas.microsoft.com/office/drawing/2014/main" val="536849053"/>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Simplistic use for Service Desk member</a:t>
                      </a:r>
                    </a:p>
                    <a:p>
                      <a:endParaRPr lang="en-AU" sz="1000" dirty="0"/>
                    </a:p>
                  </a:txBody>
                  <a:tcPr/>
                </a:tc>
                <a:tc>
                  <a:txBody>
                    <a:bodyPr/>
                    <a:lstStyle/>
                    <a:p>
                      <a:r>
                        <a:rPr lang="en-AU" sz="1000" dirty="0"/>
                        <a:t>Meets</a:t>
                      </a:r>
                    </a:p>
                  </a:txBody>
                  <a:tcPr/>
                </a:tc>
                <a:tc>
                  <a:txBody>
                    <a:bodyPr/>
                    <a:lstStyle/>
                    <a:p>
                      <a:r>
                        <a:rPr lang="en-AU" sz="1000" dirty="0"/>
                        <a:t>Relatively simple process.</a:t>
                      </a:r>
                    </a:p>
                  </a:txBody>
                  <a:tcPr/>
                </a:tc>
                <a:extLst>
                  <a:ext uri="{0D108BD9-81ED-4DB2-BD59-A6C34878D82A}">
                    <a16:rowId xmlns:a16="http://schemas.microsoft.com/office/drawing/2014/main" val="1037812409"/>
                  </a:ext>
                </a:extLst>
              </a:tr>
              <a:tr h="5366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Minimal additional permissions or set up required.</a:t>
                      </a:r>
                    </a:p>
                    <a:p>
                      <a:endParaRPr lang="en-AU" sz="1000" dirty="0"/>
                    </a:p>
                  </a:txBody>
                  <a:tcPr/>
                </a:tc>
                <a:tc>
                  <a:txBody>
                    <a:bodyPr/>
                    <a:lstStyle/>
                    <a:p>
                      <a:r>
                        <a:rPr lang="en-AU" sz="1000" dirty="0"/>
                        <a:t>meets</a:t>
                      </a:r>
                    </a:p>
                  </a:txBody>
                  <a:tcPr/>
                </a:tc>
                <a:tc>
                  <a:txBody>
                    <a:bodyPr/>
                    <a:lstStyle/>
                    <a:p>
                      <a:r>
                        <a:rPr lang="en-US" sz="1000" dirty="0"/>
                        <a:t>Few Permissions and modules required, these are required for other Service Desk tasks, therefore are standard and not additional.</a:t>
                      </a:r>
                    </a:p>
                    <a:p>
                      <a:endParaRPr lang="en-AU" sz="1000" dirty="0"/>
                    </a:p>
                  </a:txBody>
                  <a:tcPr/>
                </a:tc>
                <a:extLst>
                  <a:ext uri="{0D108BD9-81ED-4DB2-BD59-A6C34878D82A}">
                    <a16:rowId xmlns:a16="http://schemas.microsoft.com/office/drawing/2014/main" val="264990301"/>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Minimal upkeep or support</a:t>
                      </a:r>
                    </a:p>
                    <a:p>
                      <a:endParaRPr lang="en-AU" sz="1000" dirty="0"/>
                    </a:p>
                  </a:txBody>
                  <a:tcPr/>
                </a:tc>
                <a:tc>
                  <a:txBody>
                    <a:bodyPr/>
                    <a:lstStyle/>
                    <a:p>
                      <a:r>
                        <a:rPr lang="en-AU" sz="1000" dirty="0"/>
                        <a:t>Misses</a:t>
                      </a:r>
                    </a:p>
                  </a:txBody>
                  <a:tcPr/>
                </a:tc>
                <a:tc>
                  <a:txBody>
                    <a:bodyPr/>
                    <a:lstStyle/>
                    <a:p>
                      <a:r>
                        <a:rPr lang="en-AU" sz="1000" dirty="0"/>
                        <a:t>Currently hard coded variables will require maintenance or acceptance. </a:t>
                      </a:r>
                    </a:p>
                  </a:txBody>
                  <a:tcPr/>
                </a:tc>
                <a:extLst>
                  <a:ext uri="{0D108BD9-81ED-4DB2-BD59-A6C34878D82A}">
                    <a16:rowId xmlns:a16="http://schemas.microsoft.com/office/drawing/2014/main" val="3346654205"/>
                  </a:ext>
                </a:extLst>
              </a:tr>
            </a:tbl>
          </a:graphicData>
        </a:graphic>
      </p:graphicFrame>
      <p:sp>
        <p:nvSpPr>
          <p:cNvPr id="5" name="Title 4">
            <a:extLst>
              <a:ext uri="{FF2B5EF4-FFF2-40B4-BE49-F238E27FC236}">
                <a16:creationId xmlns:a16="http://schemas.microsoft.com/office/drawing/2014/main" id="{D772D659-59C3-5C3C-B9DB-9105C3708E9E}"/>
              </a:ext>
            </a:extLst>
          </p:cNvPr>
          <p:cNvSpPr>
            <a:spLocks noGrp="1"/>
          </p:cNvSpPr>
          <p:nvPr>
            <p:ph type="title"/>
          </p:nvPr>
        </p:nvSpPr>
        <p:spPr/>
        <p:txBody>
          <a:bodyPr/>
          <a:lstStyle/>
          <a:p>
            <a:r>
              <a:rPr lang="en-AU" dirty="0"/>
              <a:t>Project at close of Sprint 1 State vs Stake Holders Requirements</a:t>
            </a:r>
          </a:p>
        </p:txBody>
      </p:sp>
    </p:spTree>
    <p:extLst>
      <p:ext uri="{BB962C8B-B14F-4D97-AF65-F5344CB8AC3E}">
        <p14:creationId xmlns:p14="http://schemas.microsoft.com/office/powerpoint/2010/main" val="4087234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hangingPunct="1">
              <a:defRPr/>
            </a:pPr>
            <a:r>
              <a:rPr lang="en-US" dirty="0"/>
              <a:t>Intune Snow asset Import</a:t>
            </a:r>
            <a:br>
              <a:rPr lang="en-US" dirty="0"/>
            </a:br>
            <a:r>
              <a:rPr lang="en-US" dirty="0"/>
              <a:t>Sprint 2 </a:t>
            </a:r>
            <a:endParaRPr lang="en-AU" dirty="0"/>
          </a:p>
        </p:txBody>
      </p:sp>
      <p:sp>
        <p:nvSpPr>
          <p:cNvPr id="3" name="Title 1">
            <a:extLst>
              <a:ext uri="{FF2B5EF4-FFF2-40B4-BE49-F238E27FC236}">
                <a16:creationId xmlns:a16="http://schemas.microsoft.com/office/drawing/2014/main" id="{0831C0C8-2ADE-EA0E-B5A1-5ADF9370AA70}"/>
              </a:ext>
            </a:extLst>
          </p:cNvPr>
          <p:cNvSpPr txBox="1">
            <a:spLocks/>
          </p:cNvSpPr>
          <p:nvPr/>
        </p:nvSpPr>
        <p:spPr bwMode="auto">
          <a:xfrm>
            <a:off x="2688600" y="4343720"/>
            <a:ext cx="6858000" cy="610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fontScale="97500"/>
          </a:bodyPr>
          <a:lstStyle>
            <a:lvl1pPr algn="l" rtl="0" eaLnBrk="1" fontAlgn="base" hangingPunct="1">
              <a:lnSpc>
                <a:spcPct val="90000"/>
              </a:lnSpc>
              <a:spcBef>
                <a:spcPct val="0"/>
              </a:spcBef>
              <a:spcAft>
                <a:spcPct val="0"/>
              </a:spcAft>
              <a:defRPr sz="40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Light" panose="020F0302020204030204"/>
                <a:ea typeface="+mj-ea"/>
                <a:cs typeface="+mj-cs"/>
              </a:rPr>
              <a:t>By Mathew Gallehawk</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Light" panose="020F0302020204030204"/>
                <a:ea typeface="+mj-ea"/>
                <a:cs typeface="+mj-cs"/>
              </a:rPr>
              <a:t>For: Darren Daly, Bruce Absolom, Joel Porgand</a:t>
            </a:r>
          </a:p>
        </p:txBody>
      </p:sp>
    </p:spTree>
    <p:extLst>
      <p:ext uri="{BB962C8B-B14F-4D97-AF65-F5344CB8AC3E}">
        <p14:creationId xmlns:p14="http://schemas.microsoft.com/office/powerpoint/2010/main" val="376353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D0BF-F1AF-E87B-CDFC-FF9FE4849B44}"/>
              </a:ext>
            </a:extLst>
          </p:cNvPr>
          <p:cNvSpPr>
            <a:spLocks noGrp="1"/>
          </p:cNvSpPr>
          <p:nvPr>
            <p:ph type="title"/>
          </p:nvPr>
        </p:nvSpPr>
        <p:spPr/>
        <p:txBody>
          <a:bodyPr/>
          <a:lstStyle/>
          <a:p>
            <a:r>
              <a:rPr lang="en-AU" dirty="0"/>
              <a:t>Sprint 2 Overview</a:t>
            </a:r>
          </a:p>
        </p:txBody>
      </p:sp>
      <p:graphicFrame>
        <p:nvGraphicFramePr>
          <p:cNvPr id="7" name="Table 7">
            <a:extLst>
              <a:ext uri="{FF2B5EF4-FFF2-40B4-BE49-F238E27FC236}">
                <a16:creationId xmlns:a16="http://schemas.microsoft.com/office/drawing/2014/main" id="{602CEB80-8753-340E-6554-43F007E4011C}"/>
              </a:ext>
            </a:extLst>
          </p:cNvPr>
          <p:cNvGraphicFramePr>
            <a:graphicFrameLocks noGrp="1"/>
          </p:cNvGraphicFramePr>
          <p:nvPr>
            <p:extLst>
              <p:ext uri="{D42A27DB-BD31-4B8C-83A1-F6EECF244321}">
                <p14:modId xmlns:p14="http://schemas.microsoft.com/office/powerpoint/2010/main" val="836885588"/>
              </p:ext>
            </p:extLst>
          </p:nvPr>
        </p:nvGraphicFramePr>
        <p:xfrm>
          <a:off x="334297" y="836712"/>
          <a:ext cx="11444748" cy="3936343"/>
        </p:xfrm>
        <a:graphic>
          <a:graphicData uri="http://schemas.openxmlformats.org/drawingml/2006/table">
            <a:tbl>
              <a:tblPr firstRow="1" bandRow="1">
                <a:tableStyleId>{5C22544A-7EE6-4342-B048-85BDC9FD1C3A}</a:tableStyleId>
              </a:tblPr>
              <a:tblGrid>
                <a:gridCol w="3814916">
                  <a:extLst>
                    <a:ext uri="{9D8B030D-6E8A-4147-A177-3AD203B41FA5}">
                      <a16:colId xmlns:a16="http://schemas.microsoft.com/office/drawing/2014/main" val="4132253562"/>
                    </a:ext>
                  </a:extLst>
                </a:gridCol>
                <a:gridCol w="3814916">
                  <a:extLst>
                    <a:ext uri="{9D8B030D-6E8A-4147-A177-3AD203B41FA5}">
                      <a16:colId xmlns:a16="http://schemas.microsoft.com/office/drawing/2014/main" val="948196162"/>
                    </a:ext>
                  </a:extLst>
                </a:gridCol>
                <a:gridCol w="3814916">
                  <a:extLst>
                    <a:ext uri="{9D8B030D-6E8A-4147-A177-3AD203B41FA5}">
                      <a16:colId xmlns:a16="http://schemas.microsoft.com/office/drawing/2014/main" val="3476541696"/>
                    </a:ext>
                  </a:extLst>
                </a:gridCol>
              </a:tblGrid>
              <a:tr h="382866">
                <a:tc>
                  <a:txBody>
                    <a:bodyPr/>
                    <a:lstStyle/>
                    <a:p>
                      <a:r>
                        <a:rPr lang="en-AU" sz="1100" dirty="0"/>
                        <a:t>Deliverable</a:t>
                      </a:r>
                    </a:p>
                  </a:txBody>
                  <a:tcPr/>
                </a:tc>
                <a:tc>
                  <a:txBody>
                    <a:bodyPr/>
                    <a:lstStyle/>
                    <a:p>
                      <a:r>
                        <a:rPr lang="en-AU" sz="1100" dirty="0"/>
                        <a:t>Requirements</a:t>
                      </a:r>
                    </a:p>
                  </a:txBody>
                  <a:tcPr/>
                </a:tc>
                <a:tc>
                  <a:txBody>
                    <a:bodyPr/>
                    <a:lstStyle/>
                    <a:p>
                      <a:r>
                        <a:rPr lang="en-AU" sz="1100" dirty="0"/>
                        <a:t>Status</a:t>
                      </a:r>
                    </a:p>
                  </a:txBody>
                  <a:tcPr/>
                </a:tc>
                <a:extLst>
                  <a:ext uri="{0D108BD9-81ED-4DB2-BD59-A6C34878D82A}">
                    <a16:rowId xmlns:a16="http://schemas.microsoft.com/office/drawing/2014/main" val="2259148695"/>
                  </a:ext>
                </a:extLst>
              </a:tr>
              <a:tr h="658383">
                <a:tc>
                  <a:txBody>
                    <a:bodyPr/>
                    <a:lstStyle/>
                    <a:p>
                      <a:r>
                        <a:rPr lang="en-AU" sz="1100" dirty="0"/>
                        <a:t>(Possible) Bring forward – Change manner of “Last logged on user” &amp; “Last Log on Date ” being populated.</a:t>
                      </a:r>
                    </a:p>
                  </a:txBody>
                  <a:tcPr/>
                </a:tc>
                <a:tc>
                  <a:txBody>
                    <a:bodyPr/>
                    <a:lstStyle/>
                    <a:p>
                      <a:pPr marL="285750" indent="-285750">
                        <a:buFont typeface="Arial" panose="020B0604020202020204" pitchFamily="34" charset="0"/>
                        <a:buChar char="•"/>
                      </a:pPr>
                      <a:endParaRPr lang="en-AU" sz="11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dirty="0"/>
                        <a:t>Not yet Started</a:t>
                      </a:r>
                    </a:p>
                    <a:p>
                      <a:pPr marL="171450" indent="-171450">
                        <a:buFont typeface="Arial" panose="020B0604020202020204" pitchFamily="34" charset="0"/>
                        <a:buChar char="•"/>
                      </a:pPr>
                      <a:endParaRPr lang="en-AU" sz="1100" dirty="0"/>
                    </a:p>
                  </a:txBody>
                  <a:tcPr/>
                </a:tc>
                <a:extLst>
                  <a:ext uri="{0D108BD9-81ED-4DB2-BD59-A6C34878D82A}">
                    <a16:rowId xmlns:a16="http://schemas.microsoft.com/office/drawing/2014/main" val="1054173374"/>
                  </a:ext>
                </a:extLst>
              </a:tr>
              <a:tr h="613634">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100" dirty="0"/>
                        <a:t>Map fields provided from HP display monitor to SNOW fields.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dirty="0"/>
                        <a:t>Consider any transformation that may be required.</a:t>
                      </a:r>
                    </a:p>
                    <a:p>
                      <a:pPr marL="171450" indent="-171450">
                        <a:buFont typeface="Arial" panose="020B0604020202020204" pitchFamily="34" charset="0"/>
                        <a:buChar char="•"/>
                      </a:pPr>
                      <a:r>
                        <a:rPr lang="en-AU" sz="1100" dirty="0"/>
                        <a:t>Consider Management of Asset tags</a:t>
                      </a:r>
                    </a:p>
                  </a:txBody>
                  <a:tcPr/>
                </a:tc>
                <a:tc>
                  <a:txBody>
                    <a:bodyPr/>
                    <a:lstStyle/>
                    <a:p>
                      <a:pPr marL="285750" indent="-285750">
                        <a:buFont typeface="Arial" panose="020B0604020202020204" pitchFamily="34" charset="0"/>
                        <a:buChar char="•"/>
                      </a:pPr>
                      <a:endParaRPr lang="en-AU" sz="1100" dirty="0"/>
                    </a:p>
                  </a:txBody>
                  <a:tcPr/>
                </a:tc>
                <a:tc>
                  <a:txBody>
                    <a:bodyPr/>
                    <a:lstStyle/>
                    <a:p>
                      <a:pPr marL="171450" indent="-171450">
                        <a:buFont typeface="Arial" panose="020B0604020202020204" pitchFamily="34" charset="0"/>
                        <a:buChar char="•"/>
                      </a:pPr>
                      <a:r>
                        <a:rPr lang="en-AU" sz="1100" dirty="0"/>
                        <a:t>Not yet Started</a:t>
                      </a:r>
                    </a:p>
                  </a:txBody>
                  <a:tcPr/>
                </a:tc>
                <a:extLst>
                  <a:ext uri="{0D108BD9-81ED-4DB2-BD59-A6C34878D82A}">
                    <a16:rowId xmlns:a16="http://schemas.microsoft.com/office/drawing/2014/main" val="2319500268"/>
                  </a:ext>
                </a:extLst>
              </a:tr>
              <a:tr h="440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dirty="0"/>
                        <a:t>Review methods of recovering PO numbers and costings for Serial numbers.</a:t>
                      </a:r>
                    </a:p>
                  </a:txBody>
                  <a:tcPr/>
                </a:tc>
                <a:tc>
                  <a:txBody>
                    <a:bodyPr/>
                    <a:lstStyle/>
                    <a:p>
                      <a:pPr marL="285750" indent="-285750">
                        <a:buFont typeface="Arial" panose="020B0604020202020204" pitchFamily="34" charset="0"/>
                        <a:buChar char="•"/>
                      </a:pPr>
                      <a:endParaRPr lang="en-AU" sz="11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dirty="0"/>
                        <a:t>Not yet Started</a:t>
                      </a:r>
                    </a:p>
                    <a:p>
                      <a:pPr marL="171450" indent="-171450">
                        <a:buFont typeface="Arial" panose="020B0604020202020204" pitchFamily="34" charset="0"/>
                        <a:buChar char="•"/>
                      </a:pPr>
                      <a:endParaRPr lang="en-AU" sz="1100" dirty="0"/>
                    </a:p>
                  </a:txBody>
                  <a:tcPr/>
                </a:tc>
                <a:extLst>
                  <a:ext uri="{0D108BD9-81ED-4DB2-BD59-A6C34878D82A}">
                    <a16:rowId xmlns:a16="http://schemas.microsoft.com/office/drawing/2014/main" val="166418669"/>
                  </a:ext>
                </a:extLst>
              </a:tr>
              <a:tr h="613634">
                <a:tc>
                  <a:txBody>
                    <a:bodyPr/>
                    <a:lstStyle/>
                    <a:p>
                      <a:r>
                        <a:rPr lang="en-AU" sz="1100" dirty="0"/>
                        <a:t>Add functionality to upload and process the monitor assets</a:t>
                      </a:r>
                    </a:p>
                  </a:txBody>
                  <a:tcPr/>
                </a:tc>
                <a:tc>
                  <a:txBody>
                    <a:bodyPr/>
                    <a:lstStyle/>
                    <a:p>
                      <a:pPr marL="285750" indent="-285750">
                        <a:buFont typeface="Arial" panose="020B0604020202020204" pitchFamily="34" charset="0"/>
                        <a:buChar char="•"/>
                      </a:pPr>
                      <a:endParaRPr lang="en-AU" sz="11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dirty="0"/>
                        <a:t>Not yet Started</a:t>
                      </a:r>
                    </a:p>
                    <a:p>
                      <a:pPr marL="171450" indent="-171450">
                        <a:buFont typeface="Arial" panose="020B0604020202020204" pitchFamily="34" charset="0"/>
                        <a:buChar char="•"/>
                      </a:pPr>
                      <a:endParaRPr lang="en-AU" sz="1100" dirty="0"/>
                    </a:p>
                  </a:txBody>
                  <a:tcPr/>
                </a:tc>
                <a:extLst>
                  <a:ext uri="{0D108BD9-81ED-4DB2-BD59-A6C34878D82A}">
                    <a16:rowId xmlns:a16="http://schemas.microsoft.com/office/drawing/2014/main" val="2617775264"/>
                  </a:ext>
                </a:extLst>
              </a:tr>
              <a:tr h="613634">
                <a:tc>
                  <a:txBody>
                    <a:bodyPr/>
                    <a:lstStyle/>
                    <a:p>
                      <a:r>
                        <a:rPr lang="en-AU" sz="1100" dirty="0"/>
                        <a:t>Add functionality to upload and process PO fields and Cost fields</a:t>
                      </a:r>
                    </a:p>
                  </a:txBody>
                  <a:tcPr/>
                </a:tc>
                <a:tc>
                  <a:txBody>
                    <a:bodyPr/>
                    <a:lstStyle/>
                    <a:p>
                      <a:pPr marL="285750" indent="-285750">
                        <a:buFont typeface="Arial" panose="020B0604020202020204" pitchFamily="34" charset="0"/>
                        <a:buChar char="•"/>
                      </a:pPr>
                      <a:endParaRPr lang="en-AU" sz="1100" kern="1200" dirty="0">
                        <a:solidFill>
                          <a:schemeClr val="dk1"/>
                        </a:solidFill>
                        <a:latin typeface="+mn-lt"/>
                        <a:ea typeface="+mn-ea"/>
                        <a:cs typeface="+mn-cs"/>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dirty="0"/>
                        <a:t>Not yet Started</a:t>
                      </a:r>
                    </a:p>
                    <a:p>
                      <a:pPr marL="171450" indent="-171450">
                        <a:buFont typeface="Arial" panose="020B0604020202020204" pitchFamily="34" charset="0"/>
                        <a:buChar char="•"/>
                      </a:pPr>
                      <a:endParaRPr lang="en-AU" sz="1100" kern="1200" dirty="0">
                        <a:solidFill>
                          <a:schemeClr val="dk1"/>
                        </a:solidFill>
                        <a:latin typeface="+mn-lt"/>
                        <a:ea typeface="+mn-ea"/>
                        <a:cs typeface="+mn-cs"/>
                      </a:endParaRPr>
                    </a:p>
                  </a:txBody>
                  <a:tcPr/>
                </a:tc>
                <a:extLst>
                  <a:ext uri="{0D108BD9-81ED-4DB2-BD59-A6C34878D82A}">
                    <a16:rowId xmlns:a16="http://schemas.microsoft.com/office/drawing/2014/main" val="465737046"/>
                  </a:ext>
                </a:extLst>
              </a:tr>
              <a:tr h="613634">
                <a:tc>
                  <a:txBody>
                    <a:bodyPr/>
                    <a:lstStyle/>
                    <a:p>
                      <a:r>
                        <a:rPr lang="en-AU" sz="1100" dirty="0"/>
                        <a:t>Update supporting documentation</a:t>
                      </a:r>
                    </a:p>
                  </a:txBody>
                  <a:tcPr/>
                </a:tc>
                <a:tc>
                  <a:txBody>
                    <a:bodyPr/>
                    <a:lstStyle/>
                    <a:p>
                      <a:pPr marL="285750" indent="-285750">
                        <a:buFont typeface="Arial" panose="020B0604020202020204" pitchFamily="34" charset="0"/>
                        <a:buChar char="•"/>
                      </a:pPr>
                      <a:endParaRPr lang="en-AU" sz="1100" kern="1200" dirty="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en-AU" sz="1100" kern="1200" dirty="0">
                          <a:solidFill>
                            <a:schemeClr val="dk1"/>
                          </a:solidFill>
                          <a:latin typeface="+mn-lt"/>
                          <a:ea typeface="+mn-ea"/>
                          <a:cs typeface="+mn-cs"/>
                        </a:rPr>
                        <a:t>Not yet Started</a:t>
                      </a:r>
                    </a:p>
                    <a:p>
                      <a:pPr marL="171450" indent="-171450">
                        <a:buFont typeface="Arial" panose="020B0604020202020204" pitchFamily="34" charset="0"/>
                        <a:buChar char="•"/>
                      </a:pPr>
                      <a:endParaRPr lang="en-AU" sz="1100" kern="1200" dirty="0">
                        <a:solidFill>
                          <a:schemeClr val="dk1"/>
                        </a:solidFill>
                        <a:latin typeface="+mn-lt"/>
                        <a:ea typeface="+mn-ea"/>
                        <a:cs typeface="+mn-cs"/>
                      </a:endParaRPr>
                    </a:p>
                  </a:txBody>
                  <a:tcPr/>
                </a:tc>
                <a:extLst>
                  <a:ext uri="{0D108BD9-81ED-4DB2-BD59-A6C34878D82A}">
                    <a16:rowId xmlns:a16="http://schemas.microsoft.com/office/drawing/2014/main" val="3128205493"/>
                  </a:ext>
                </a:extLst>
              </a:tr>
            </a:tbl>
          </a:graphicData>
        </a:graphic>
      </p:graphicFrame>
    </p:spTree>
    <p:extLst>
      <p:ext uri="{BB962C8B-B14F-4D97-AF65-F5344CB8AC3E}">
        <p14:creationId xmlns:p14="http://schemas.microsoft.com/office/powerpoint/2010/main" val="3748186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254AF10D-AFFE-A541-2C14-2D7A7185ED57}"/>
              </a:ext>
            </a:extLst>
          </p:cNvPr>
          <p:cNvGraphicFramePr>
            <a:graphicFrameLocks noGrp="1"/>
          </p:cNvGraphicFramePr>
          <p:nvPr>
            <p:extLst>
              <p:ext uri="{D42A27DB-BD31-4B8C-83A1-F6EECF244321}">
                <p14:modId xmlns:p14="http://schemas.microsoft.com/office/powerpoint/2010/main" val="4031290736"/>
              </p:ext>
            </p:extLst>
          </p:nvPr>
        </p:nvGraphicFramePr>
        <p:xfrm>
          <a:off x="250149" y="1772244"/>
          <a:ext cx="1375043" cy="2275712"/>
        </p:xfrm>
        <a:graphic>
          <a:graphicData uri="http://schemas.openxmlformats.org/drawingml/2006/table">
            <a:tbl>
              <a:tblPr firstRow="1" bandRow="1">
                <a:tableStyleId>{5C22544A-7EE6-4342-B048-85BDC9FD1C3A}</a:tableStyleId>
              </a:tblPr>
              <a:tblGrid>
                <a:gridCol w="1375043">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monitor device export CSV</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Serial Number</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err="1">
                          <a:solidFill>
                            <a:schemeClr val="dk1"/>
                          </a:solidFill>
                          <a:latin typeface="+mn-lt"/>
                          <a:ea typeface="+mn-ea"/>
                          <a:cs typeface="+mn-cs"/>
                        </a:rPr>
                        <a:t>HostName</a:t>
                      </a:r>
                      <a:endParaRPr lang="en-AU" sz="800" dirty="0"/>
                    </a:p>
                  </a:txBody>
                  <a:tcPr/>
                </a:tc>
                <a:extLst>
                  <a:ext uri="{0D108BD9-81ED-4DB2-BD59-A6C34878D82A}">
                    <a16:rowId xmlns:a16="http://schemas.microsoft.com/office/drawing/2014/main" val="1218798081"/>
                  </a:ext>
                </a:extLst>
              </a:tr>
              <a:tr h="255672">
                <a:tc>
                  <a:txBody>
                    <a:bodyPr/>
                    <a:lstStyle/>
                    <a:p>
                      <a:r>
                        <a:rPr lang="en-AU" sz="800" dirty="0" err="1"/>
                        <a:t>HostIp</a:t>
                      </a:r>
                      <a:endParaRPr lang="en-AU" sz="800" dirty="0"/>
                    </a:p>
                  </a:txBody>
                  <a:tcPr/>
                </a:tc>
                <a:extLst>
                  <a:ext uri="{0D108BD9-81ED-4DB2-BD59-A6C34878D82A}">
                    <a16:rowId xmlns:a16="http://schemas.microsoft.com/office/drawing/2014/main" val="2043098150"/>
                  </a:ext>
                </a:extLst>
              </a:tr>
              <a:tr h="255672">
                <a:tc>
                  <a:txBody>
                    <a:bodyPr/>
                    <a:lstStyle/>
                    <a:p>
                      <a:r>
                        <a:rPr lang="en-AU" sz="800" dirty="0" err="1"/>
                        <a:t>ModelNumber</a:t>
                      </a:r>
                      <a:endParaRPr lang="en-AU" sz="800" dirty="0"/>
                    </a:p>
                  </a:txBody>
                  <a:tcPr/>
                </a:tc>
                <a:extLst>
                  <a:ext uri="{0D108BD9-81ED-4DB2-BD59-A6C34878D82A}">
                    <a16:rowId xmlns:a16="http://schemas.microsoft.com/office/drawing/2014/main" val="465176910"/>
                  </a:ext>
                </a:extLst>
              </a:tr>
              <a:tr h="255672">
                <a:tc>
                  <a:txBody>
                    <a:bodyPr/>
                    <a:lstStyle/>
                    <a:p>
                      <a:r>
                        <a:rPr lang="en-AU" sz="800" dirty="0" err="1"/>
                        <a:t>DisplayStatus</a:t>
                      </a:r>
                      <a:endParaRPr lang="en-AU" sz="800" dirty="0"/>
                    </a:p>
                  </a:txBody>
                  <a:tcPr/>
                </a:tc>
                <a:extLst>
                  <a:ext uri="{0D108BD9-81ED-4DB2-BD59-A6C34878D82A}">
                    <a16:rowId xmlns:a16="http://schemas.microsoft.com/office/drawing/2014/main" val="2154120256"/>
                  </a:ext>
                </a:extLst>
              </a:tr>
              <a:tr h="255672">
                <a:tc>
                  <a:txBody>
                    <a:bodyPr/>
                    <a:lstStyle/>
                    <a:p>
                      <a:r>
                        <a:rPr lang="en-AU" sz="800" dirty="0"/>
                        <a:t>Manufacturer</a:t>
                      </a:r>
                    </a:p>
                  </a:txBody>
                  <a:tcPr/>
                </a:tc>
                <a:extLst>
                  <a:ext uri="{0D108BD9-81ED-4DB2-BD59-A6C34878D82A}">
                    <a16:rowId xmlns:a16="http://schemas.microsoft.com/office/drawing/2014/main" val="1951266954"/>
                  </a:ext>
                </a:extLst>
              </a:tr>
              <a:tr h="255672">
                <a:tc>
                  <a:txBody>
                    <a:bodyPr/>
                    <a:lstStyle/>
                    <a:p>
                      <a:r>
                        <a:rPr lang="en-AU" sz="800" dirty="0" err="1"/>
                        <a:t>UserName</a:t>
                      </a:r>
                      <a:endParaRPr lang="en-AU" sz="800" dirty="0"/>
                    </a:p>
                  </a:txBody>
                  <a:tcPr/>
                </a:tc>
                <a:extLst>
                  <a:ext uri="{0D108BD9-81ED-4DB2-BD59-A6C34878D82A}">
                    <a16:rowId xmlns:a16="http://schemas.microsoft.com/office/drawing/2014/main" val="1579041597"/>
                  </a:ext>
                </a:extLst>
              </a:tr>
            </a:tbl>
          </a:graphicData>
        </a:graphic>
      </p:graphicFrame>
      <p:graphicFrame>
        <p:nvGraphicFramePr>
          <p:cNvPr id="13" name="Table 12">
            <a:extLst>
              <a:ext uri="{FF2B5EF4-FFF2-40B4-BE49-F238E27FC236}">
                <a16:creationId xmlns:a16="http://schemas.microsoft.com/office/drawing/2014/main" id="{7180A945-44A9-9BE4-1F1A-D0E4E4487B73}"/>
              </a:ext>
            </a:extLst>
          </p:cNvPr>
          <p:cNvGraphicFramePr>
            <a:graphicFrameLocks noGrp="1"/>
          </p:cNvGraphicFramePr>
          <p:nvPr/>
        </p:nvGraphicFramePr>
        <p:xfrm>
          <a:off x="10598169" y="104284"/>
          <a:ext cx="1296145" cy="5343776"/>
        </p:xfrm>
        <a:graphic>
          <a:graphicData uri="http://schemas.openxmlformats.org/drawingml/2006/table">
            <a:tbl>
              <a:tblPr firstRow="1" bandRow="1">
                <a:tableStyleId>{5C22544A-7EE6-4342-B048-85BDC9FD1C3A}</a:tableStyleId>
              </a:tblPr>
              <a:tblGrid>
                <a:gridCol w="1296145">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Asset Bulk Upload CSV (SNOW)</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Serial Number</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a:solidFill>
                            <a:schemeClr val="dk1"/>
                          </a:solidFill>
                          <a:latin typeface="+mn-lt"/>
                          <a:ea typeface="+mn-ea"/>
                          <a:cs typeface="+mn-cs"/>
                        </a:rPr>
                        <a:t>Asset tag</a:t>
                      </a:r>
                      <a:endParaRPr lang="en-AU" sz="800" dirty="0"/>
                    </a:p>
                  </a:txBody>
                  <a:tcPr/>
                </a:tc>
                <a:extLst>
                  <a:ext uri="{0D108BD9-81ED-4DB2-BD59-A6C34878D82A}">
                    <a16:rowId xmlns:a16="http://schemas.microsoft.com/office/drawing/2014/main" val="1218798081"/>
                  </a:ext>
                </a:extLst>
              </a:tr>
              <a:tr h="255672">
                <a:tc>
                  <a:txBody>
                    <a:bodyPr/>
                    <a:lstStyle/>
                    <a:p>
                      <a:r>
                        <a:rPr lang="en-AU" sz="800" dirty="0"/>
                        <a:t>Model name</a:t>
                      </a:r>
                    </a:p>
                  </a:txBody>
                  <a:tcPr/>
                </a:tc>
                <a:extLst>
                  <a:ext uri="{0D108BD9-81ED-4DB2-BD59-A6C34878D82A}">
                    <a16:rowId xmlns:a16="http://schemas.microsoft.com/office/drawing/2014/main" val="2043098150"/>
                  </a:ext>
                </a:extLst>
              </a:tr>
              <a:tr h="255672">
                <a:tc>
                  <a:txBody>
                    <a:bodyPr/>
                    <a:lstStyle/>
                    <a:p>
                      <a:r>
                        <a:rPr lang="en-AU" sz="800" dirty="0"/>
                        <a:t>Model Display Name</a:t>
                      </a:r>
                    </a:p>
                  </a:txBody>
                  <a:tcPr/>
                </a:tc>
                <a:extLst>
                  <a:ext uri="{0D108BD9-81ED-4DB2-BD59-A6C34878D82A}">
                    <a16:rowId xmlns:a16="http://schemas.microsoft.com/office/drawing/2014/main" val="465176910"/>
                  </a:ext>
                </a:extLst>
              </a:tr>
              <a:tr h="255672">
                <a:tc>
                  <a:txBody>
                    <a:bodyPr/>
                    <a:lstStyle/>
                    <a:p>
                      <a:r>
                        <a:rPr lang="en-AU" sz="800" dirty="0"/>
                        <a:t>Assigned To</a:t>
                      </a:r>
                    </a:p>
                  </a:txBody>
                  <a:tcPr/>
                </a:tc>
                <a:extLst>
                  <a:ext uri="{0D108BD9-81ED-4DB2-BD59-A6C34878D82A}">
                    <a16:rowId xmlns:a16="http://schemas.microsoft.com/office/drawing/2014/main" val="2857522500"/>
                  </a:ext>
                </a:extLst>
              </a:tr>
              <a:tr h="255672">
                <a:tc>
                  <a:txBody>
                    <a:bodyPr/>
                    <a:lstStyle/>
                    <a:p>
                      <a:r>
                        <a:rPr lang="en-AU" sz="800" dirty="0"/>
                        <a:t>Company</a:t>
                      </a:r>
                    </a:p>
                  </a:txBody>
                  <a:tcPr/>
                </a:tc>
                <a:extLst>
                  <a:ext uri="{0D108BD9-81ED-4DB2-BD59-A6C34878D82A}">
                    <a16:rowId xmlns:a16="http://schemas.microsoft.com/office/drawing/2014/main" val="2154120256"/>
                  </a:ext>
                </a:extLst>
              </a:tr>
              <a:tr h="255672">
                <a:tc>
                  <a:txBody>
                    <a:bodyPr/>
                    <a:lstStyle/>
                    <a:p>
                      <a:r>
                        <a:rPr lang="en-AU" sz="800" dirty="0"/>
                        <a:t>State</a:t>
                      </a:r>
                    </a:p>
                  </a:txBody>
                  <a:tcPr/>
                </a:tc>
                <a:extLst>
                  <a:ext uri="{0D108BD9-81ED-4DB2-BD59-A6C34878D82A}">
                    <a16:rowId xmlns:a16="http://schemas.microsoft.com/office/drawing/2014/main" val="1951266954"/>
                  </a:ext>
                </a:extLst>
              </a:tr>
              <a:tr h="255672">
                <a:tc>
                  <a:txBody>
                    <a:bodyPr/>
                    <a:lstStyle/>
                    <a:p>
                      <a:r>
                        <a:rPr lang="en-AU" sz="800" dirty="0"/>
                        <a:t>Owned By</a:t>
                      </a:r>
                    </a:p>
                  </a:txBody>
                  <a:tcPr/>
                </a:tc>
                <a:extLst>
                  <a:ext uri="{0D108BD9-81ED-4DB2-BD59-A6C34878D82A}">
                    <a16:rowId xmlns:a16="http://schemas.microsoft.com/office/drawing/2014/main" val="1579041597"/>
                  </a:ext>
                </a:extLst>
              </a:tr>
              <a:tr h="255672">
                <a:tc>
                  <a:txBody>
                    <a:bodyPr/>
                    <a:lstStyle/>
                    <a:p>
                      <a:r>
                        <a:rPr lang="en-AU" sz="800" dirty="0"/>
                        <a:t>Managed By</a:t>
                      </a:r>
                    </a:p>
                  </a:txBody>
                  <a:tcPr/>
                </a:tc>
                <a:extLst>
                  <a:ext uri="{0D108BD9-81ED-4DB2-BD59-A6C34878D82A}">
                    <a16:rowId xmlns:a16="http://schemas.microsoft.com/office/drawing/2014/main" val="2990167066"/>
                  </a:ext>
                </a:extLst>
              </a:tr>
              <a:tr h="255672">
                <a:tc>
                  <a:txBody>
                    <a:bodyPr/>
                    <a:lstStyle/>
                    <a:p>
                      <a:r>
                        <a:rPr lang="en-AU" sz="800" dirty="0"/>
                        <a:t>Support Group</a:t>
                      </a:r>
                    </a:p>
                  </a:txBody>
                  <a:tcPr/>
                </a:tc>
                <a:extLst>
                  <a:ext uri="{0D108BD9-81ED-4DB2-BD59-A6C34878D82A}">
                    <a16:rowId xmlns:a16="http://schemas.microsoft.com/office/drawing/2014/main" val="3128674502"/>
                  </a:ext>
                </a:extLst>
              </a:tr>
              <a:tr h="255672">
                <a:tc>
                  <a:txBody>
                    <a:bodyPr/>
                    <a:lstStyle/>
                    <a:p>
                      <a:r>
                        <a:rPr lang="en-AU" sz="800" dirty="0"/>
                        <a:t>Comments</a:t>
                      </a:r>
                    </a:p>
                  </a:txBody>
                  <a:tcPr/>
                </a:tc>
                <a:extLst>
                  <a:ext uri="{0D108BD9-81ED-4DB2-BD59-A6C34878D82A}">
                    <a16:rowId xmlns:a16="http://schemas.microsoft.com/office/drawing/2014/main" val="1587831524"/>
                  </a:ext>
                </a:extLst>
              </a:tr>
              <a:tr h="255672">
                <a:tc>
                  <a:txBody>
                    <a:bodyPr/>
                    <a:lstStyle/>
                    <a:p>
                      <a:r>
                        <a:rPr lang="en-AU" sz="800" dirty="0"/>
                        <a:t>Depreciated amount</a:t>
                      </a:r>
                    </a:p>
                  </a:txBody>
                  <a:tcPr/>
                </a:tc>
                <a:extLst>
                  <a:ext uri="{0D108BD9-81ED-4DB2-BD59-A6C34878D82A}">
                    <a16:rowId xmlns:a16="http://schemas.microsoft.com/office/drawing/2014/main" val="2607160482"/>
                  </a:ext>
                </a:extLst>
              </a:tr>
              <a:tr h="255672">
                <a:tc>
                  <a:txBody>
                    <a:bodyPr/>
                    <a:lstStyle/>
                    <a:p>
                      <a:r>
                        <a:rPr lang="en-AU" sz="800" dirty="0"/>
                        <a:t>Pre-allocated</a:t>
                      </a:r>
                    </a:p>
                  </a:txBody>
                  <a:tcPr/>
                </a:tc>
                <a:extLst>
                  <a:ext uri="{0D108BD9-81ED-4DB2-BD59-A6C34878D82A}">
                    <a16:rowId xmlns:a16="http://schemas.microsoft.com/office/drawing/2014/main" val="2068218282"/>
                  </a:ext>
                </a:extLst>
              </a:tr>
              <a:tr h="255672">
                <a:tc>
                  <a:txBody>
                    <a:bodyPr/>
                    <a:lstStyle/>
                    <a:p>
                      <a:r>
                        <a:rPr lang="en-AU" sz="800" dirty="0"/>
                        <a:t>Quantity</a:t>
                      </a:r>
                    </a:p>
                  </a:txBody>
                  <a:tcPr/>
                </a:tc>
                <a:extLst>
                  <a:ext uri="{0D108BD9-81ED-4DB2-BD59-A6C34878D82A}">
                    <a16:rowId xmlns:a16="http://schemas.microsoft.com/office/drawing/2014/main" val="2698713126"/>
                  </a:ext>
                </a:extLst>
              </a:tr>
              <a:tr h="255672">
                <a:tc>
                  <a:txBody>
                    <a:bodyPr/>
                    <a:lstStyle/>
                    <a:p>
                      <a:r>
                        <a:rPr lang="en-AU" sz="800" dirty="0"/>
                        <a:t>Resale price</a:t>
                      </a:r>
                    </a:p>
                  </a:txBody>
                  <a:tcPr/>
                </a:tc>
                <a:extLst>
                  <a:ext uri="{0D108BD9-81ED-4DB2-BD59-A6C34878D82A}">
                    <a16:rowId xmlns:a16="http://schemas.microsoft.com/office/drawing/2014/main" val="3082083011"/>
                  </a:ext>
                </a:extLst>
              </a:tr>
              <a:tr h="255672">
                <a:tc>
                  <a:txBody>
                    <a:bodyPr/>
                    <a:lstStyle/>
                    <a:p>
                      <a:r>
                        <a:rPr lang="en-AU" sz="800" dirty="0"/>
                        <a:t>Salvage price</a:t>
                      </a:r>
                    </a:p>
                  </a:txBody>
                  <a:tcPr/>
                </a:tc>
                <a:extLst>
                  <a:ext uri="{0D108BD9-81ED-4DB2-BD59-A6C34878D82A}">
                    <a16:rowId xmlns:a16="http://schemas.microsoft.com/office/drawing/2014/main" val="2685586583"/>
                  </a:ext>
                </a:extLst>
              </a:tr>
              <a:tr h="255672">
                <a:tc>
                  <a:txBody>
                    <a:bodyPr/>
                    <a:lstStyle/>
                    <a:p>
                      <a:r>
                        <a:rPr lang="en-AU" sz="800" dirty="0"/>
                        <a:t>Last logged on</a:t>
                      </a:r>
                    </a:p>
                  </a:txBody>
                  <a:tcPr/>
                </a:tc>
                <a:extLst>
                  <a:ext uri="{0D108BD9-81ED-4DB2-BD59-A6C34878D82A}">
                    <a16:rowId xmlns:a16="http://schemas.microsoft.com/office/drawing/2014/main" val="1058110496"/>
                  </a:ext>
                </a:extLst>
              </a:tr>
              <a:tr h="255672">
                <a:tc>
                  <a:txBody>
                    <a:bodyPr/>
                    <a:lstStyle/>
                    <a:p>
                      <a:r>
                        <a:rPr lang="en-AU" sz="800" dirty="0"/>
                        <a:t>Last log on date</a:t>
                      </a:r>
                    </a:p>
                  </a:txBody>
                  <a:tcPr/>
                </a:tc>
                <a:extLst>
                  <a:ext uri="{0D108BD9-81ED-4DB2-BD59-A6C34878D82A}">
                    <a16:rowId xmlns:a16="http://schemas.microsoft.com/office/drawing/2014/main" val="305572695"/>
                  </a:ext>
                </a:extLst>
              </a:tr>
              <a:tr h="255672">
                <a:tc>
                  <a:txBody>
                    <a:bodyPr/>
                    <a:lstStyle/>
                    <a:p>
                      <a:r>
                        <a:rPr lang="en-AU" sz="800" dirty="0"/>
                        <a:t>Model category</a:t>
                      </a:r>
                    </a:p>
                  </a:txBody>
                  <a:tcPr/>
                </a:tc>
                <a:extLst>
                  <a:ext uri="{0D108BD9-81ED-4DB2-BD59-A6C34878D82A}">
                    <a16:rowId xmlns:a16="http://schemas.microsoft.com/office/drawing/2014/main" val="3369031667"/>
                  </a:ext>
                </a:extLst>
              </a:tr>
            </a:tbl>
          </a:graphicData>
        </a:graphic>
      </p:graphicFrame>
      <p:graphicFrame>
        <p:nvGraphicFramePr>
          <p:cNvPr id="15" name="Table 14">
            <a:extLst>
              <a:ext uri="{FF2B5EF4-FFF2-40B4-BE49-F238E27FC236}">
                <a16:creationId xmlns:a16="http://schemas.microsoft.com/office/drawing/2014/main" id="{6E039EB7-2774-1AC2-7A5D-379389ABA848}"/>
              </a:ext>
            </a:extLst>
          </p:cNvPr>
          <p:cNvGraphicFramePr>
            <a:graphicFrameLocks noGrp="1"/>
          </p:cNvGraphicFramePr>
          <p:nvPr/>
        </p:nvGraphicFramePr>
        <p:xfrm>
          <a:off x="9174020" y="3774327"/>
          <a:ext cx="1296145" cy="2787056"/>
        </p:xfrm>
        <a:graphic>
          <a:graphicData uri="http://schemas.openxmlformats.org/drawingml/2006/table">
            <a:tbl>
              <a:tblPr firstRow="1" bandRow="1">
                <a:tableStyleId>{5C22544A-7EE6-4342-B048-85BDC9FD1C3A}</a:tableStyleId>
              </a:tblPr>
              <a:tblGrid>
                <a:gridCol w="1296145">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Model Update CSV (SNOW)</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Model Categories</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a:solidFill>
                            <a:schemeClr val="dk1"/>
                          </a:solidFill>
                          <a:latin typeface="+mn-lt"/>
                          <a:ea typeface="+mn-ea"/>
                          <a:cs typeface="+mn-cs"/>
                        </a:rPr>
                        <a:t>Class</a:t>
                      </a:r>
                      <a:endParaRPr lang="en-AU" sz="800" dirty="0"/>
                    </a:p>
                  </a:txBody>
                  <a:tcPr/>
                </a:tc>
                <a:extLst>
                  <a:ext uri="{0D108BD9-81ED-4DB2-BD59-A6C34878D82A}">
                    <a16:rowId xmlns:a16="http://schemas.microsoft.com/office/drawing/2014/main" val="1218798081"/>
                  </a:ext>
                </a:extLst>
              </a:tr>
              <a:tr h="255672">
                <a:tc>
                  <a:txBody>
                    <a:bodyPr/>
                    <a:lstStyle/>
                    <a:p>
                      <a:r>
                        <a:rPr lang="en-AU" sz="800" dirty="0"/>
                        <a:t>Manufacturer</a:t>
                      </a:r>
                    </a:p>
                  </a:txBody>
                  <a:tcPr/>
                </a:tc>
                <a:extLst>
                  <a:ext uri="{0D108BD9-81ED-4DB2-BD59-A6C34878D82A}">
                    <a16:rowId xmlns:a16="http://schemas.microsoft.com/office/drawing/2014/main" val="2043098150"/>
                  </a:ext>
                </a:extLst>
              </a:tr>
              <a:tr h="255672">
                <a:tc>
                  <a:txBody>
                    <a:bodyPr/>
                    <a:lstStyle/>
                    <a:p>
                      <a:r>
                        <a:rPr lang="en-AU" sz="800" dirty="0"/>
                        <a:t>Model Number</a:t>
                      </a:r>
                    </a:p>
                  </a:txBody>
                  <a:tcPr/>
                </a:tc>
                <a:extLst>
                  <a:ext uri="{0D108BD9-81ED-4DB2-BD59-A6C34878D82A}">
                    <a16:rowId xmlns:a16="http://schemas.microsoft.com/office/drawing/2014/main" val="465176910"/>
                  </a:ext>
                </a:extLst>
              </a:tr>
              <a:tr h="255672">
                <a:tc>
                  <a:txBody>
                    <a:bodyPr/>
                    <a:lstStyle/>
                    <a:p>
                      <a:r>
                        <a:rPr lang="en-AU" sz="800" dirty="0"/>
                        <a:t>Owner</a:t>
                      </a:r>
                    </a:p>
                  </a:txBody>
                  <a:tcPr/>
                </a:tc>
                <a:extLst>
                  <a:ext uri="{0D108BD9-81ED-4DB2-BD59-A6C34878D82A}">
                    <a16:rowId xmlns:a16="http://schemas.microsoft.com/office/drawing/2014/main" val="2857522500"/>
                  </a:ext>
                </a:extLst>
              </a:tr>
              <a:tr h="255672">
                <a:tc>
                  <a:txBody>
                    <a:bodyPr/>
                    <a:lstStyle/>
                    <a:p>
                      <a:r>
                        <a:rPr lang="en-AU" sz="800" dirty="0"/>
                        <a:t>Status</a:t>
                      </a:r>
                    </a:p>
                  </a:txBody>
                  <a:tcPr/>
                </a:tc>
                <a:extLst>
                  <a:ext uri="{0D108BD9-81ED-4DB2-BD59-A6C34878D82A}">
                    <a16:rowId xmlns:a16="http://schemas.microsoft.com/office/drawing/2014/main" val="2154120256"/>
                  </a:ext>
                </a:extLst>
              </a:tr>
              <a:tr h="255672">
                <a:tc>
                  <a:txBody>
                    <a:bodyPr/>
                    <a:lstStyle/>
                    <a:p>
                      <a:r>
                        <a:rPr lang="en-AU" sz="800" dirty="0"/>
                        <a:t>Expenditure Type</a:t>
                      </a:r>
                    </a:p>
                  </a:txBody>
                  <a:tcPr/>
                </a:tc>
                <a:extLst>
                  <a:ext uri="{0D108BD9-81ED-4DB2-BD59-A6C34878D82A}">
                    <a16:rowId xmlns:a16="http://schemas.microsoft.com/office/drawing/2014/main" val="1951266954"/>
                  </a:ext>
                </a:extLst>
              </a:tr>
              <a:tr h="255672">
                <a:tc>
                  <a:txBody>
                    <a:bodyPr/>
                    <a:lstStyle/>
                    <a:p>
                      <a:r>
                        <a:rPr lang="en-AU" sz="800" dirty="0"/>
                        <a:t>Asset tracking strategy</a:t>
                      </a:r>
                    </a:p>
                  </a:txBody>
                  <a:tcPr/>
                </a:tc>
                <a:extLst>
                  <a:ext uri="{0D108BD9-81ED-4DB2-BD59-A6C34878D82A}">
                    <a16:rowId xmlns:a16="http://schemas.microsoft.com/office/drawing/2014/main" val="1579041597"/>
                  </a:ext>
                </a:extLst>
              </a:tr>
              <a:tr h="255672">
                <a:tc>
                  <a:txBody>
                    <a:bodyPr/>
                    <a:lstStyle/>
                    <a:p>
                      <a:r>
                        <a:rPr lang="en-AU" sz="800" dirty="0"/>
                        <a:t>Asset Tracking Unit</a:t>
                      </a:r>
                    </a:p>
                  </a:txBody>
                  <a:tcPr/>
                </a:tc>
                <a:extLst>
                  <a:ext uri="{0D108BD9-81ED-4DB2-BD59-A6C34878D82A}">
                    <a16:rowId xmlns:a16="http://schemas.microsoft.com/office/drawing/2014/main" val="2990167066"/>
                  </a:ext>
                </a:extLst>
              </a:tr>
            </a:tbl>
          </a:graphicData>
        </a:graphic>
      </p:graphicFrame>
      <p:graphicFrame>
        <p:nvGraphicFramePr>
          <p:cNvPr id="16" name="Table 15">
            <a:extLst>
              <a:ext uri="{FF2B5EF4-FFF2-40B4-BE49-F238E27FC236}">
                <a16:creationId xmlns:a16="http://schemas.microsoft.com/office/drawing/2014/main" id="{77F26825-4F0C-BBCE-60FA-A033540D0A6B}"/>
              </a:ext>
            </a:extLst>
          </p:cNvPr>
          <p:cNvGraphicFramePr>
            <a:graphicFrameLocks noGrp="1"/>
          </p:cNvGraphicFramePr>
          <p:nvPr>
            <p:extLst>
              <p:ext uri="{D42A27DB-BD31-4B8C-83A1-F6EECF244321}">
                <p14:modId xmlns:p14="http://schemas.microsoft.com/office/powerpoint/2010/main" val="346112435"/>
              </p:ext>
            </p:extLst>
          </p:nvPr>
        </p:nvGraphicFramePr>
        <p:xfrm>
          <a:off x="2746656" y="509846"/>
          <a:ext cx="6141704" cy="5933823"/>
        </p:xfrm>
        <a:graphic>
          <a:graphicData uri="http://schemas.openxmlformats.org/drawingml/2006/table">
            <a:tbl>
              <a:tblPr firstRow="1" bandRow="1">
                <a:tableStyleId>{5C22544A-7EE6-4342-B048-85BDC9FD1C3A}</a:tableStyleId>
              </a:tblPr>
              <a:tblGrid>
                <a:gridCol w="2021989">
                  <a:extLst>
                    <a:ext uri="{9D8B030D-6E8A-4147-A177-3AD203B41FA5}">
                      <a16:colId xmlns:a16="http://schemas.microsoft.com/office/drawing/2014/main" val="3071921245"/>
                    </a:ext>
                  </a:extLst>
                </a:gridCol>
                <a:gridCol w="1032387">
                  <a:extLst>
                    <a:ext uri="{9D8B030D-6E8A-4147-A177-3AD203B41FA5}">
                      <a16:colId xmlns:a16="http://schemas.microsoft.com/office/drawing/2014/main" val="3015177925"/>
                    </a:ext>
                  </a:extLst>
                </a:gridCol>
                <a:gridCol w="1651820">
                  <a:extLst>
                    <a:ext uri="{9D8B030D-6E8A-4147-A177-3AD203B41FA5}">
                      <a16:colId xmlns:a16="http://schemas.microsoft.com/office/drawing/2014/main" val="910839556"/>
                    </a:ext>
                  </a:extLst>
                </a:gridCol>
                <a:gridCol w="1435508">
                  <a:extLst>
                    <a:ext uri="{9D8B030D-6E8A-4147-A177-3AD203B41FA5}">
                      <a16:colId xmlns:a16="http://schemas.microsoft.com/office/drawing/2014/main" val="745721190"/>
                    </a:ext>
                  </a:extLst>
                </a:gridCol>
              </a:tblGrid>
              <a:tr h="250377">
                <a:tc gridSpan="4">
                  <a:txBody>
                    <a:bodyPr/>
                    <a:lstStyle/>
                    <a:p>
                      <a:pPr algn="ctr"/>
                      <a:r>
                        <a:rPr lang="en-AU" sz="1100" b="0" dirty="0"/>
                        <a:t>Transform Table</a:t>
                      </a:r>
                    </a:p>
                  </a:txBody>
                  <a:tcPr/>
                </a:tc>
                <a:tc hMerge="1">
                  <a:txBody>
                    <a:bodyPr/>
                    <a:lstStyle/>
                    <a:p>
                      <a:endParaRPr lang="en-AU" sz="800" dirty="0"/>
                    </a:p>
                  </a:txBody>
                  <a:tcPr/>
                </a:tc>
                <a:tc hMerge="1">
                  <a:txBody>
                    <a:bodyPr/>
                    <a:lstStyle/>
                    <a:p>
                      <a:endParaRPr lang="en-AU" sz="800" dirty="0"/>
                    </a:p>
                  </a:txBody>
                  <a:tcPr/>
                </a:tc>
                <a:tc hMerge="1">
                  <a:txBody>
                    <a:bodyPr/>
                    <a:lstStyle/>
                    <a:p>
                      <a:endParaRPr lang="en-AU" sz="800" dirty="0"/>
                    </a:p>
                  </a:txBody>
                  <a:tcPr/>
                </a:tc>
                <a:extLst>
                  <a:ext uri="{0D108BD9-81ED-4DB2-BD59-A6C34878D82A}">
                    <a16:rowId xmlns:a16="http://schemas.microsoft.com/office/drawing/2014/main" val="3867800790"/>
                  </a:ext>
                </a:extLst>
              </a:tr>
              <a:tr h="382929">
                <a:tc>
                  <a:txBody>
                    <a:bodyPr/>
                    <a:lstStyle/>
                    <a:p>
                      <a:r>
                        <a:rPr lang="en-AU" sz="1000" b="1" dirty="0">
                          <a:solidFill>
                            <a:schemeClr val="tx1"/>
                          </a:solidFill>
                        </a:rPr>
                        <a:t>Data In Asset</a:t>
                      </a:r>
                    </a:p>
                  </a:txBody>
                  <a:tcPr/>
                </a:tc>
                <a:tc>
                  <a:txBody>
                    <a:bodyPr/>
                    <a:lstStyle/>
                    <a:p>
                      <a:r>
                        <a:rPr lang="en-AU" sz="1000" b="1" dirty="0">
                          <a:solidFill>
                            <a:schemeClr val="tx1"/>
                          </a:solidFill>
                        </a:rPr>
                        <a:t>Data out Asset </a:t>
                      </a:r>
                    </a:p>
                    <a:p>
                      <a:endParaRPr lang="en-AU" sz="1000" b="1" dirty="0">
                        <a:solidFill>
                          <a:schemeClr val="tx1"/>
                        </a:solidFill>
                      </a:endParaRPr>
                    </a:p>
                  </a:txBody>
                  <a:tcPr/>
                </a:tc>
                <a:tc>
                  <a:txBody>
                    <a:bodyPr/>
                    <a:lstStyle/>
                    <a:p>
                      <a:r>
                        <a:rPr lang="en-AU" sz="1000" b="1" dirty="0">
                          <a:solidFill>
                            <a:schemeClr val="tx1"/>
                          </a:solidFill>
                        </a:rPr>
                        <a:t>Data IN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b="1" dirty="0">
                          <a:solidFill>
                            <a:schemeClr val="tx1"/>
                          </a:solidFill>
                        </a:rPr>
                        <a:t>Data Out Model</a:t>
                      </a:r>
                    </a:p>
                    <a:p>
                      <a:endParaRPr lang="en-AU" sz="1000" b="1" dirty="0">
                        <a:solidFill>
                          <a:schemeClr val="tx1"/>
                        </a:solidFill>
                      </a:endParaRPr>
                    </a:p>
                  </a:txBody>
                  <a:tcPr/>
                </a:tc>
                <a:extLst>
                  <a:ext uri="{0D108BD9-81ED-4DB2-BD59-A6C34878D82A}">
                    <a16:rowId xmlns:a16="http://schemas.microsoft.com/office/drawing/2014/main" val="2181904365"/>
                  </a:ext>
                </a:extLst>
              </a:tr>
              <a:tr h="3976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Serial Number</a:t>
                      </a:r>
                      <a:endParaRPr lang="en-AU" sz="700" dirty="0"/>
                    </a:p>
                    <a:p>
                      <a:r>
                        <a:rPr lang="en-AU" sz="700" dirty="0"/>
                        <a:t>(no transformation)</a:t>
                      </a:r>
                    </a:p>
                  </a:txBody>
                  <a:tcPr/>
                </a:tc>
                <a:tc>
                  <a:txBody>
                    <a:bodyPr/>
                    <a:lstStyle/>
                    <a:p>
                      <a:r>
                        <a:rPr lang="en-AU" sz="700" b="0" i="0" u="none" strike="noStrike" kern="1200" baseline="0" dirty="0">
                          <a:solidFill>
                            <a:schemeClr val="dk1"/>
                          </a:solidFill>
                          <a:latin typeface="+mn-lt"/>
                          <a:ea typeface="+mn-ea"/>
                          <a:cs typeface="+mn-cs"/>
                        </a:rPr>
                        <a:t>Serial Number</a:t>
                      </a:r>
                      <a:endParaRPr lang="en-AU" sz="7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dirty="0"/>
                        <a:t>Model (Transformations for Some devices)</a:t>
                      </a:r>
                    </a:p>
                    <a:p>
                      <a:endParaRPr lang="en-AU" sz="700" dirty="0"/>
                    </a:p>
                  </a:txBody>
                  <a:tcPr/>
                </a:tc>
                <a:tc>
                  <a:txBody>
                    <a:bodyPr/>
                    <a:lstStyle/>
                    <a:p>
                      <a:r>
                        <a:rPr lang="en-AU" sz="700" b="0" i="0" u="none" strike="noStrike" kern="1200" baseline="0" dirty="0">
                          <a:solidFill>
                            <a:schemeClr val="dk1"/>
                          </a:solidFill>
                          <a:latin typeface="+mn-lt"/>
                          <a:ea typeface="+mn-ea"/>
                          <a:cs typeface="+mn-cs"/>
                        </a:rPr>
                        <a:t>Model Categories</a:t>
                      </a:r>
                      <a:endParaRPr lang="en-AU" sz="700" dirty="0"/>
                    </a:p>
                  </a:txBody>
                  <a:tcPr/>
                </a:tc>
                <a:extLst>
                  <a:ext uri="{0D108BD9-81ED-4DB2-BD59-A6C34878D82A}">
                    <a16:rowId xmlns:a16="http://schemas.microsoft.com/office/drawing/2014/main" val="738195392"/>
                  </a:ext>
                </a:extLst>
              </a:tr>
              <a:tr h="3829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GJMO - + </a:t>
                      </a:r>
                      <a:r>
                        <a:rPr lang="en-AU" sz="700" b="0" i="0" u="none" strike="noStrike" kern="1200" baseline="0" dirty="0" err="1">
                          <a:solidFill>
                            <a:schemeClr val="dk1"/>
                          </a:solidFill>
                          <a:latin typeface="+mn-lt"/>
                          <a:ea typeface="+mn-ea"/>
                          <a:cs typeface="+mn-cs"/>
                        </a:rPr>
                        <a:t>SerialNumber</a:t>
                      </a:r>
                      <a:r>
                        <a:rPr lang="en-AU" sz="700" b="0" i="0" u="none" strike="noStrike" kern="1200" baseline="0" dirty="0">
                          <a:solidFill>
                            <a:schemeClr val="dk1"/>
                          </a:solidFill>
                          <a:latin typeface="+mn-lt"/>
                          <a:ea typeface="+mn-ea"/>
                          <a:cs typeface="+mn-cs"/>
                        </a:rPr>
                        <a:t> (Last 6 </a:t>
                      </a:r>
                      <a:r>
                        <a:rPr lang="en-AU" sz="700" b="0" i="0" u="none" strike="noStrike" kern="1200" baseline="0" dirty="0" err="1">
                          <a:solidFill>
                            <a:schemeClr val="dk1"/>
                          </a:solidFill>
                          <a:latin typeface="+mn-lt"/>
                          <a:ea typeface="+mn-ea"/>
                          <a:cs typeface="+mn-cs"/>
                        </a:rPr>
                        <a:t>didgets</a:t>
                      </a:r>
                      <a:r>
                        <a:rPr lang="en-AU" sz="700" b="0" i="0" u="none" strike="noStrike" kern="1200" baseline="0" dirty="0">
                          <a:solidFill>
                            <a:schemeClr val="dk1"/>
                          </a:solidFill>
                          <a:latin typeface="+mn-lt"/>
                          <a:ea typeface="+mn-ea"/>
                          <a:cs typeface="+mn-cs"/>
                        </a:rPr>
                        <a:t>)</a:t>
                      </a:r>
                      <a:endParaRPr lang="en-AU" sz="700" dirty="0"/>
                    </a:p>
                  </a:txBody>
                  <a:tcPr/>
                </a:tc>
                <a:tc>
                  <a:txBody>
                    <a:bodyPr/>
                    <a:lstStyle/>
                    <a:p>
                      <a:r>
                        <a:rPr lang="en-AU" sz="700" b="0" i="0" u="none" strike="noStrike" kern="1200" baseline="0" dirty="0">
                          <a:solidFill>
                            <a:schemeClr val="dk1"/>
                          </a:solidFill>
                          <a:latin typeface="+mn-lt"/>
                          <a:ea typeface="+mn-ea"/>
                          <a:cs typeface="+mn-cs"/>
                        </a:rPr>
                        <a:t>Asset tag</a:t>
                      </a:r>
                      <a:endParaRPr lang="en-AU" sz="700" dirty="0"/>
                    </a:p>
                  </a:txBody>
                  <a:tcPr/>
                </a:tc>
                <a:tc>
                  <a:txBody>
                    <a:bodyPr/>
                    <a:lstStyle/>
                    <a:p>
                      <a:r>
                        <a:rPr lang="en-AU" sz="700" dirty="0"/>
                        <a:t>Hard coded </a:t>
                      </a:r>
                      <a:r>
                        <a:rPr lang="en-US" sz="700" dirty="0"/>
                        <a:t>= '</a:t>
                      </a:r>
                      <a:r>
                        <a:rPr lang="en-US" sz="700" dirty="0" err="1"/>
                        <a:t>cmdb_hardware_product_model</a:t>
                      </a:r>
                      <a:r>
                        <a:rPr lang="en-US" sz="700" dirty="0"/>
                        <a:t>'</a:t>
                      </a:r>
                      <a:endParaRPr lang="en-AU" sz="700" dirty="0"/>
                    </a:p>
                  </a:txBody>
                  <a:tcPr/>
                </a:tc>
                <a:tc>
                  <a:txBody>
                    <a:bodyPr/>
                    <a:lstStyle/>
                    <a:p>
                      <a:r>
                        <a:rPr lang="en-AU" sz="700" b="0" i="0" u="none" strike="noStrike" kern="1200" baseline="0" dirty="0">
                          <a:solidFill>
                            <a:schemeClr val="dk1"/>
                          </a:solidFill>
                          <a:latin typeface="+mn-lt"/>
                          <a:ea typeface="+mn-ea"/>
                          <a:cs typeface="+mn-cs"/>
                        </a:rPr>
                        <a:t>Class</a:t>
                      </a:r>
                      <a:endParaRPr lang="en-AU" sz="700" dirty="0"/>
                    </a:p>
                  </a:txBody>
                  <a:tcPr/>
                </a:tc>
                <a:extLst>
                  <a:ext uri="{0D108BD9-81ED-4DB2-BD59-A6C34878D82A}">
                    <a16:rowId xmlns:a16="http://schemas.microsoft.com/office/drawing/2014/main" val="1218798081"/>
                  </a:ext>
                </a:extLst>
              </a:tr>
              <a:tr h="294561">
                <a:tc>
                  <a:txBody>
                    <a:bodyPr/>
                    <a:lstStyle/>
                    <a:p>
                      <a:r>
                        <a:rPr lang="en-AU" sz="700" dirty="0"/>
                        <a:t>Model number (Transformations for Some devices)</a:t>
                      </a:r>
                    </a:p>
                  </a:txBody>
                  <a:tcPr/>
                </a:tc>
                <a:tc>
                  <a:txBody>
                    <a:bodyPr/>
                    <a:lstStyle/>
                    <a:p>
                      <a:r>
                        <a:rPr lang="en-AU" sz="700" dirty="0"/>
                        <a:t>Model name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Manufacturer</a:t>
                      </a:r>
                      <a:endParaRPr lang="en-AU" sz="700" dirty="0"/>
                    </a:p>
                    <a:p>
                      <a:endParaRPr lang="en-AU" sz="700" dirty="0"/>
                    </a:p>
                  </a:txBody>
                  <a:tcPr/>
                </a:tc>
                <a:tc>
                  <a:txBody>
                    <a:bodyPr/>
                    <a:lstStyle/>
                    <a:p>
                      <a:r>
                        <a:rPr lang="en-AU" sz="700" dirty="0"/>
                        <a:t>Manufacturer</a:t>
                      </a:r>
                    </a:p>
                  </a:txBody>
                  <a:tcPr/>
                </a:tc>
                <a:extLst>
                  <a:ext uri="{0D108BD9-81ED-4DB2-BD59-A6C34878D82A}">
                    <a16:rowId xmlns:a16="http://schemas.microsoft.com/office/drawing/2014/main" val="2043098150"/>
                  </a:ext>
                </a:extLst>
              </a:tr>
              <a:tr h="232993">
                <a:tc>
                  <a:txBody>
                    <a:bodyPr/>
                    <a:lstStyle/>
                    <a:p>
                      <a:r>
                        <a:rPr lang="en-AU" sz="700" dirty="0"/>
                        <a:t>Manufacturer + Device Name</a:t>
                      </a:r>
                    </a:p>
                  </a:txBody>
                  <a:tcPr/>
                </a:tc>
                <a:tc>
                  <a:txBody>
                    <a:bodyPr/>
                    <a:lstStyle/>
                    <a:p>
                      <a:r>
                        <a:rPr lang="en-AU" sz="700" dirty="0"/>
                        <a:t>Model Display Name</a:t>
                      </a:r>
                    </a:p>
                  </a:txBody>
                  <a:tcPr/>
                </a:tc>
                <a:tc>
                  <a:txBody>
                    <a:bodyPr/>
                    <a:lstStyle/>
                    <a:p>
                      <a:r>
                        <a:rPr lang="en-AU" sz="700" dirty="0"/>
                        <a:t>Model</a:t>
                      </a:r>
                    </a:p>
                  </a:txBody>
                  <a:tcPr/>
                </a:tc>
                <a:tc>
                  <a:txBody>
                    <a:bodyPr/>
                    <a:lstStyle/>
                    <a:p>
                      <a:r>
                        <a:rPr lang="en-AU" sz="700" dirty="0"/>
                        <a:t>Model Number</a:t>
                      </a:r>
                    </a:p>
                  </a:txBody>
                  <a:tcPr/>
                </a:tc>
                <a:extLst>
                  <a:ext uri="{0D108BD9-81ED-4DB2-BD59-A6C34878D82A}">
                    <a16:rowId xmlns:a16="http://schemas.microsoft.com/office/drawing/2014/main" val="465176910"/>
                  </a:ext>
                </a:extLst>
              </a:tr>
              <a:tr h="397658">
                <a:tc>
                  <a:txBody>
                    <a:bodyPr/>
                    <a:lstStyle/>
                    <a:p>
                      <a:r>
                        <a:rPr lang="en-AU" sz="700" dirty="0" err="1"/>
                        <a:t>UserName</a:t>
                      </a:r>
                      <a:endParaRPr lang="en-AU" sz="700" dirty="0"/>
                    </a:p>
                  </a:txBody>
                  <a:tcPr/>
                </a:tc>
                <a:tc>
                  <a:txBody>
                    <a:bodyPr/>
                    <a:lstStyle/>
                    <a:p>
                      <a:r>
                        <a:rPr lang="en-AU" sz="700" dirty="0"/>
                        <a:t>Assigned To</a:t>
                      </a:r>
                    </a:p>
                  </a:txBody>
                  <a:tcPr/>
                </a:tc>
                <a:tc>
                  <a:txBody>
                    <a:bodyPr/>
                    <a:lstStyle/>
                    <a:p>
                      <a:r>
                        <a:rPr lang="en-AU" sz="700" dirty="0"/>
                        <a:t>Ownership</a:t>
                      </a:r>
                    </a:p>
                    <a:p>
                      <a:r>
                        <a:rPr lang="en-AU" sz="700" dirty="0"/>
                        <a:t>(If Corporate = Ross)</a:t>
                      </a:r>
                    </a:p>
                    <a:p>
                      <a:endParaRPr lang="en-AU" sz="700" dirty="0"/>
                    </a:p>
                  </a:txBody>
                  <a:tcPr/>
                </a:tc>
                <a:tc>
                  <a:txBody>
                    <a:bodyPr/>
                    <a:lstStyle/>
                    <a:p>
                      <a:r>
                        <a:rPr lang="en-AU" sz="700" dirty="0"/>
                        <a:t>Owner</a:t>
                      </a:r>
                    </a:p>
                  </a:txBody>
                  <a:tcPr/>
                </a:tc>
                <a:extLst>
                  <a:ext uri="{0D108BD9-81ED-4DB2-BD59-A6C34878D82A}">
                    <a16:rowId xmlns:a16="http://schemas.microsoft.com/office/drawing/2014/main" val="2857522500"/>
                  </a:ext>
                </a:extLst>
              </a:tr>
              <a:tr h="294561">
                <a:tc>
                  <a:txBody>
                    <a:bodyPr/>
                    <a:lstStyle/>
                    <a:p>
                      <a:r>
                        <a:rPr lang="en-AU" sz="700" dirty="0" err="1"/>
                        <a:t>HostIp</a:t>
                      </a:r>
                      <a:r>
                        <a:rPr lang="en-AU" sz="700" dirty="0"/>
                        <a:t> (internal network = </a:t>
                      </a:r>
                      <a:r>
                        <a:rPr lang="en-AU" sz="700" dirty="0" err="1"/>
                        <a:t>corp</a:t>
                      </a:r>
                      <a:r>
                        <a:rPr lang="en-AU" sz="700" dirty="0"/>
                        <a:t>)</a:t>
                      </a:r>
                    </a:p>
                  </a:txBody>
                  <a:tcPr/>
                </a:tc>
                <a:tc>
                  <a:txBody>
                    <a:bodyPr/>
                    <a:lstStyle/>
                    <a:p>
                      <a:r>
                        <a:rPr lang="en-AU" sz="700" dirty="0"/>
                        <a:t>Company</a:t>
                      </a:r>
                    </a:p>
                  </a:txBody>
                  <a:tcPr/>
                </a:tc>
                <a:tc>
                  <a:txBody>
                    <a:bodyPr/>
                    <a:lstStyle/>
                    <a:p>
                      <a:r>
                        <a:rPr lang="en-AU" sz="700" dirty="0"/>
                        <a:t>Hard coded = 'In Production'</a:t>
                      </a:r>
                    </a:p>
                  </a:txBody>
                  <a:tcPr/>
                </a:tc>
                <a:tc>
                  <a:txBody>
                    <a:bodyPr/>
                    <a:lstStyle/>
                    <a:p>
                      <a:r>
                        <a:rPr lang="en-AU" sz="700" dirty="0"/>
                        <a:t>Status</a:t>
                      </a:r>
                    </a:p>
                  </a:txBody>
                  <a:tcPr/>
                </a:tc>
                <a:extLst>
                  <a:ext uri="{0D108BD9-81ED-4DB2-BD59-A6C34878D82A}">
                    <a16:rowId xmlns:a16="http://schemas.microsoft.com/office/drawing/2014/main" val="2154120256"/>
                  </a:ext>
                </a:extLst>
              </a:tr>
              <a:tr h="191465">
                <a:tc>
                  <a:txBody>
                    <a:bodyPr/>
                    <a:lstStyle/>
                    <a:p>
                      <a:r>
                        <a:rPr lang="en-AU" sz="700" dirty="0"/>
                        <a:t>Hard code = in use</a:t>
                      </a:r>
                    </a:p>
                  </a:txBody>
                  <a:tcPr/>
                </a:tc>
                <a:tc>
                  <a:txBody>
                    <a:bodyPr/>
                    <a:lstStyle/>
                    <a:p>
                      <a:r>
                        <a:rPr lang="en-AU" sz="700" dirty="0"/>
                        <a:t>State</a:t>
                      </a:r>
                    </a:p>
                  </a:txBody>
                  <a:tcPr/>
                </a:tc>
                <a:tc>
                  <a:txBody>
                    <a:bodyPr/>
                    <a:lstStyle/>
                    <a:p>
                      <a:r>
                        <a:rPr lang="en-AU" sz="700" dirty="0"/>
                        <a:t>Hard coded = Capex</a:t>
                      </a:r>
                    </a:p>
                  </a:txBody>
                  <a:tcPr/>
                </a:tc>
                <a:tc>
                  <a:txBody>
                    <a:bodyPr/>
                    <a:lstStyle/>
                    <a:p>
                      <a:r>
                        <a:rPr lang="en-AU" sz="700" dirty="0"/>
                        <a:t>Expenditure Type</a:t>
                      </a:r>
                    </a:p>
                  </a:txBody>
                  <a:tcPr/>
                </a:tc>
                <a:extLst>
                  <a:ext uri="{0D108BD9-81ED-4DB2-BD59-A6C34878D82A}">
                    <a16:rowId xmlns:a16="http://schemas.microsoft.com/office/drawing/2014/main" val="1951266954"/>
                  </a:ext>
                </a:extLst>
              </a:tr>
              <a:tr h="294561">
                <a:tc>
                  <a:txBody>
                    <a:bodyPr/>
                    <a:lstStyle/>
                    <a:p>
                      <a:r>
                        <a:rPr lang="en-AU" sz="700" dirty="0"/>
                        <a:t>Ownership</a:t>
                      </a:r>
                    </a:p>
                    <a:p>
                      <a:r>
                        <a:rPr lang="en-AU" sz="700" dirty="0"/>
                        <a:t>(If Corporate = Ross)</a:t>
                      </a:r>
                    </a:p>
                  </a:txBody>
                  <a:tcPr/>
                </a:tc>
                <a:tc>
                  <a:txBody>
                    <a:bodyPr/>
                    <a:lstStyle/>
                    <a:p>
                      <a:r>
                        <a:rPr lang="en-AU" sz="700" dirty="0"/>
                        <a:t>Owned By</a:t>
                      </a:r>
                    </a:p>
                  </a:txBody>
                  <a:tcPr/>
                </a:tc>
                <a:tc>
                  <a:txBody>
                    <a:bodyPr/>
                    <a:lstStyle/>
                    <a:p>
                      <a:r>
                        <a:rPr lang="en-AU" sz="700" dirty="0"/>
                        <a:t>Hard coded = 'Leave to category'</a:t>
                      </a:r>
                    </a:p>
                  </a:txBody>
                  <a:tcPr/>
                </a:tc>
                <a:tc>
                  <a:txBody>
                    <a:bodyPr/>
                    <a:lstStyle/>
                    <a:p>
                      <a:r>
                        <a:rPr lang="en-AU" sz="700" dirty="0"/>
                        <a:t>Asset tracking strategy</a:t>
                      </a:r>
                    </a:p>
                  </a:txBody>
                  <a:tcPr/>
                </a:tc>
                <a:extLst>
                  <a:ext uri="{0D108BD9-81ED-4DB2-BD59-A6C34878D82A}">
                    <a16:rowId xmlns:a16="http://schemas.microsoft.com/office/drawing/2014/main" val="1579041597"/>
                  </a:ext>
                </a:extLst>
              </a:tr>
              <a:tr h="294561">
                <a:tc>
                  <a:txBody>
                    <a:bodyPr/>
                    <a:lstStyle/>
                    <a:p>
                      <a:r>
                        <a:rPr lang="en-AU" sz="700" dirty="0" err="1"/>
                        <a:t>HostIp</a:t>
                      </a:r>
                      <a:r>
                        <a:rPr lang="en-AU" sz="700" dirty="0"/>
                        <a:t> (internal network = </a:t>
                      </a:r>
                      <a:r>
                        <a:rPr lang="en-AU" sz="700" dirty="0" err="1"/>
                        <a:t>corp</a:t>
                      </a:r>
                      <a:r>
                        <a:rPr lang="en-AU" sz="700" dirty="0"/>
                        <a:t>)</a:t>
                      </a:r>
                    </a:p>
                    <a:p>
                      <a:r>
                        <a:rPr lang="en-AU" sz="700" dirty="0"/>
                        <a:t>(If Corporate = Ross)</a:t>
                      </a:r>
                    </a:p>
                  </a:txBody>
                  <a:tcPr/>
                </a:tc>
                <a:tc>
                  <a:txBody>
                    <a:bodyPr/>
                    <a:lstStyle/>
                    <a:p>
                      <a:r>
                        <a:rPr lang="en-AU" sz="700" dirty="0"/>
                        <a:t>Managed By</a:t>
                      </a:r>
                    </a:p>
                  </a:txBody>
                  <a:tcPr/>
                </a:tc>
                <a:tc>
                  <a:txBody>
                    <a:bodyPr/>
                    <a:lstStyle/>
                    <a:p>
                      <a:r>
                        <a:rPr lang="en-AU" sz="700" dirty="0"/>
                        <a:t>Hard coded = 'Individual Unit'</a:t>
                      </a:r>
                    </a:p>
                  </a:txBody>
                  <a:tcPr/>
                </a:tc>
                <a:tc>
                  <a:txBody>
                    <a:bodyPr/>
                    <a:lstStyle/>
                    <a:p>
                      <a:r>
                        <a:rPr lang="en-AU" sz="700" dirty="0"/>
                        <a:t>Asset Tracking Unit</a:t>
                      </a:r>
                    </a:p>
                  </a:txBody>
                  <a:tcPr/>
                </a:tc>
                <a:extLst>
                  <a:ext uri="{0D108BD9-81ED-4DB2-BD59-A6C34878D82A}">
                    <a16:rowId xmlns:a16="http://schemas.microsoft.com/office/drawing/2014/main" val="2990167066"/>
                  </a:ext>
                </a:extLst>
              </a:tr>
              <a:tr h="191465">
                <a:tc>
                  <a:txBody>
                    <a:bodyPr/>
                    <a:lstStyle/>
                    <a:p>
                      <a:r>
                        <a:rPr lang="en-AU" sz="700" dirty="0"/>
                        <a:t>Hard code = 'ICT - Service Desk'</a:t>
                      </a:r>
                    </a:p>
                  </a:txBody>
                  <a:tcPr/>
                </a:tc>
                <a:tc>
                  <a:txBody>
                    <a:bodyPr/>
                    <a:lstStyle/>
                    <a:p>
                      <a:r>
                        <a:rPr lang="en-AU" sz="700" dirty="0"/>
                        <a:t>Support Group</a:t>
                      </a:r>
                    </a:p>
                  </a:txBody>
                  <a:tcPr/>
                </a:tc>
                <a:tc>
                  <a:txBody>
                    <a:bodyPr/>
                    <a:lstStyle/>
                    <a:p>
                      <a:r>
                        <a:rPr lang="en-AU" sz="700" dirty="0"/>
                        <a:t>Model</a:t>
                      </a:r>
                    </a:p>
                  </a:txBody>
                  <a:tcPr/>
                </a:tc>
                <a:tc>
                  <a:txBody>
                    <a:bodyPr/>
                    <a:lstStyle/>
                    <a:p>
                      <a:r>
                        <a:rPr lang="en-AU" sz="700" dirty="0"/>
                        <a:t>Name</a:t>
                      </a:r>
                    </a:p>
                  </a:txBody>
                  <a:tcPr/>
                </a:tc>
                <a:extLst>
                  <a:ext uri="{0D108BD9-81ED-4DB2-BD59-A6C34878D82A}">
                    <a16:rowId xmlns:a16="http://schemas.microsoft.com/office/drawing/2014/main" val="3128674502"/>
                  </a:ext>
                </a:extLst>
              </a:tr>
              <a:tr h="191465">
                <a:tc>
                  <a:txBody>
                    <a:bodyPr/>
                    <a:lstStyle/>
                    <a:p>
                      <a:r>
                        <a:rPr lang="en-AU" sz="700" dirty="0"/>
                        <a:t>N/A</a:t>
                      </a:r>
                    </a:p>
                  </a:txBody>
                  <a:tcPr/>
                </a:tc>
                <a:tc>
                  <a:txBody>
                    <a:bodyPr/>
                    <a:lstStyle/>
                    <a:p>
                      <a:r>
                        <a:rPr lang="en-AU" sz="700" dirty="0"/>
                        <a:t>Comments</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587831524"/>
                  </a:ext>
                </a:extLst>
              </a:tr>
              <a:tr h="232993">
                <a:tc>
                  <a:txBody>
                    <a:bodyPr/>
                    <a:lstStyle/>
                    <a:p>
                      <a:r>
                        <a:rPr lang="en-AU" sz="700" dirty="0"/>
                        <a:t>Hard code = 'AUD0.00'</a:t>
                      </a:r>
                    </a:p>
                  </a:txBody>
                  <a:tcPr/>
                </a:tc>
                <a:tc>
                  <a:txBody>
                    <a:bodyPr/>
                    <a:lstStyle/>
                    <a:p>
                      <a:r>
                        <a:rPr lang="en-AU" sz="700" dirty="0"/>
                        <a:t>Depreciated amount</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07160482"/>
                  </a:ext>
                </a:extLst>
              </a:tr>
              <a:tr h="191465">
                <a:tc>
                  <a:txBody>
                    <a:bodyPr/>
                    <a:lstStyle/>
                    <a:p>
                      <a:r>
                        <a:rPr lang="en-AU" sz="700" dirty="0"/>
                        <a:t>Hard Code = False</a:t>
                      </a:r>
                    </a:p>
                  </a:txBody>
                  <a:tcPr/>
                </a:tc>
                <a:tc>
                  <a:txBody>
                    <a:bodyPr/>
                    <a:lstStyle/>
                    <a:p>
                      <a:r>
                        <a:rPr lang="en-AU" sz="700" dirty="0"/>
                        <a:t>Pre-allocated</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068218282"/>
                  </a:ext>
                </a:extLst>
              </a:tr>
              <a:tr h="191465">
                <a:tc>
                  <a:txBody>
                    <a:bodyPr/>
                    <a:lstStyle/>
                    <a:p>
                      <a:r>
                        <a:rPr lang="en-AU" sz="700" dirty="0"/>
                        <a:t>Hard code = 1</a:t>
                      </a:r>
                    </a:p>
                  </a:txBody>
                  <a:tcPr/>
                </a:tc>
                <a:tc>
                  <a:txBody>
                    <a:bodyPr/>
                    <a:lstStyle/>
                    <a:p>
                      <a:r>
                        <a:rPr lang="en-AU" sz="700" dirty="0"/>
                        <a:t>Quantity</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98713126"/>
                  </a:ext>
                </a:extLst>
              </a:tr>
              <a:tr h="191465">
                <a:tc>
                  <a:txBody>
                    <a:bodyPr/>
                    <a:lstStyle/>
                    <a:p>
                      <a:r>
                        <a:rPr lang="en-AU" sz="700" dirty="0"/>
                        <a:t>Hard code = 'AUD0.00'</a:t>
                      </a:r>
                    </a:p>
                  </a:txBody>
                  <a:tcPr/>
                </a:tc>
                <a:tc>
                  <a:txBody>
                    <a:bodyPr/>
                    <a:lstStyle/>
                    <a:p>
                      <a:r>
                        <a:rPr lang="en-AU" sz="700" dirty="0"/>
                        <a:t>Resale price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3082083011"/>
                  </a:ext>
                </a:extLst>
              </a:tr>
              <a:tr h="294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dirty="0"/>
                        <a:t>Hard code = 'AUD0.00'</a:t>
                      </a:r>
                    </a:p>
                    <a:p>
                      <a:endParaRPr lang="en-AU" sz="700" dirty="0"/>
                    </a:p>
                  </a:txBody>
                  <a:tcPr/>
                </a:tc>
                <a:tc>
                  <a:txBody>
                    <a:bodyPr/>
                    <a:lstStyle/>
                    <a:p>
                      <a:r>
                        <a:rPr lang="en-AU" sz="700" dirty="0"/>
                        <a:t>Salvage price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85586583"/>
                  </a:ext>
                </a:extLst>
              </a:tr>
              <a:tr h="294561">
                <a:tc>
                  <a:txBody>
                    <a:bodyPr/>
                    <a:lstStyle/>
                    <a:p>
                      <a:r>
                        <a:rPr lang="en-AU" sz="700" dirty="0" err="1"/>
                        <a:t>UserName</a:t>
                      </a:r>
                      <a:endParaRPr lang="en-AU" sz="700" dirty="0"/>
                    </a:p>
                    <a:p>
                      <a:endParaRPr lang="en-AU" sz="700" dirty="0"/>
                    </a:p>
                  </a:txBody>
                  <a:tcPr/>
                </a:tc>
                <a:tc>
                  <a:txBody>
                    <a:bodyPr/>
                    <a:lstStyle/>
                    <a:p>
                      <a:r>
                        <a:rPr lang="en-AU" sz="700" dirty="0"/>
                        <a:t>Last logged on</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058110496"/>
                  </a:ext>
                </a:extLst>
              </a:tr>
              <a:tr h="294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Date of upload</a:t>
                      </a:r>
                      <a:endParaRPr lang="en-AU" sz="700" dirty="0"/>
                    </a:p>
                    <a:p>
                      <a:endParaRPr lang="en-AU" sz="700" dirty="0"/>
                    </a:p>
                  </a:txBody>
                  <a:tcPr/>
                </a:tc>
                <a:tc>
                  <a:txBody>
                    <a:bodyPr/>
                    <a:lstStyle/>
                    <a:p>
                      <a:r>
                        <a:rPr lang="en-AU" sz="700" dirty="0"/>
                        <a:t>Last log on date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781074294"/>
                  </a:ext>
                </a:extLst>
              </a:tr>
              <a:tr h="294561">
                <a:tc>
                  <a:txBody>
                    <a:bodyPr/>
                    <a:lstStyle/>
                    <a:p>
                      <a:r>
                        <a:rPr lang="en-AU" sz="700" dirty="0"/>
                        <a:t>Hardcode Monitor</a:t>
                      </a:r>
                    </a:p>
                  </a:txBody>
                  <a:tcPr/>
                </a:tc>
                <a:tc>
                  <a:txBody>
                    <a:bodyPr/>
                    <a:lstStyle/>
                    <a:p>
                      <a:r>
                        <a:rPr lang="en-AU" sz="700" dirty="0"/>
                        <a:t>Model category</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3369031667"/>
                  </a:ext>
                </a:extLst>
              </a:tr>
            </a:tbl>
          </a:graphicData>
        </a:graphic>
      </p:graphicFrame>
      <p:sp>
        <p:nvSpPr>
          <p:cNvPr id="18" name="Arrow: Right 17">
            <a:extLst>
              <a:ext uri="{FF2B5EF4-FFF2-40B4-BE49-F238E27FC236}">
                <a16:creationId xmlns:a16="http://schemas.microsoft.com/office/drawing/2014/main" id="{D9593D28-E73D-1025-797A-E23104191876}"/>
              </a:ext>
            </a:extLst>
          </p:cNvPr>
          <p:cNvSpPr/>
          <p:nvPr/>
        </p:nvSpPr>
        <p:spPr>
          <a:xfrm>
            <a:off x="1645970" y="3002924"/>
            <a:ext cx="1079907" cy="348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Arrow: Right 18">
            <a:extLst>
              <a:ext uri="{FF2B5EF4-FFF2-40B4-BE49-F238E27FC236}">
                <a16:creationId xmlns:a16="http://schemas.microsoft.com/office/drawing/2014/main" id="{04037CCD-C843-A0DE-288D-95067385FA82}"/>
              </a:ext>
            </a:extLst>
          </p:cNvPr>
          <p:cNvSpPr/>
          <p:nvPr/>
        </p:nvSpPr>
        <p:spPr>
          <a:xfrm>
            <a:off x="8888359" y="1349704"/>
            <a:ext cx="1709809" cy="4225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Arrow: Right 19">
            <a:extLst>
              <a:ext uri="{FF2B5EF4-FFF2-40B4-BE49-F238E27FC236}">
                <a16:creationId xmlns:a16="http://schemas.microsoft.com/office/drawing/2014/main" id="{BBF6417A-B193-9E67-37B8-A56C98A08F88}"/>
              </a:ext>
            </a:extLst>
          </p:cNvPr>
          <p:cNvSpPr/>
          <p:nvPr/>
        </p:nvSpPr>
        <p:spPr>
          <a:xfrm>
            <a:off x="8888360" y="4316857"/>
            <a:ext cx="285660" cy="3043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Box 1">
            <a:extLst>
              <a:ext uri="{FF2B5EF4-FFF2-40B4-BE49-F238E27FC236}">
                <a16:creationId xmlns:a16="http://schemas.microsoft.com/office/drawing/2014/main" id="{963D4EBB-8A87-C4FF-1A14-35CC9D27C9B8}"/>
              </a:ext>
            </a:extLst>
          </p:cNvPr>
          <p:cNvSpPr txBox="1"/>
          <p:nvPr/>
        </p:nvSpPr>
        <p:spPr>
          <a:xfrm>
            <a:off x="4399203" y="104284"/>
            <a:ext cx="2836610" cy="369332"/>
          </a:xfrm>
          <a:prstGeom prst="rect">
            <a:avLst/>
          </a:prstGeom>
          <a:noFill/>
        </p:spPr>
        <p:txBody>
          <a:bodyPr wrap="none" rtlCol="0">
            <a:spAutoFit/>
          </a:bodyPr>
          <a:lstStyle/>
          <a:p>
            <a:r>
              <a:rPr lang="en-AU" dirty="0"/>
              <a:t>Sprint 2 Data Mapping Table</a:t>
            </a:r>
          </a:p>
        </p:txBody>
      </p:sp>
    </p:spTree>
    <p:extLst>
      <p:ext uri="{BB962C8B-B14F-4D97-AF65-F5344CB8AC3E}">
        <p14:creationId xmlns:p14="http://schemas.microsoft.com/office/powerpoint/2010/main" val="4022783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963CC-9BE5-5588-DC9B-EF06C170F8D2}"/>
              </a:ext>
            </a:extLst>
          </p:cNvPr>
          <p:cNvSpPr>
            <a:spLocks noGrp="1"/>
          </p:cNvSpPr>
          <p:nvPr>
            <p:ph type="title"/>
          </p:nvPr>
        </p:nvSpPr>
        <p:spPr/>
        <p:txBody>
          <a:bodyPr/>
          <a:lstStyle/>
          <a:p>
            <a:r>
              <a:rPr lang="en-AU" dirty="0"/>
              <a:t>Hard Code Transformations</a:t>
            </a:r>
          </a:p>
        </p:txBody>
      </p:sp>
      <p:sp>
        <p:nvSpPr>
          <p:cNvPr id="3" name="Content Placeholder 2">
            <a:extLst>
              <a:ext uri="{FF2B5EF4-FFF2-40B4-BE49-F238E27FC236}">
                <a16:creationId xmlns:a16="http://schemas.microsoft.com/office/drawing/2014/main" id="{D9DEF05F-B563-912F-981E-5FE7127B601E}"/>
              </a:ext>
            </a:extLst>
          </p:cNvPr>
          <p:cNvSpPr>
            <a:spLocks noGrp="1"/>
          </p:cNvSpPr>
          <p:nvPr>
            <p:ph idx="1"/>
          </p:nvPr>
        </p:nvSpPr>
        <p:spPr>
          <a:xfrm>
            <a:off x="838200" y="1124401"/>
            <a:ext cx="5113784" cy="804984"/>
          </a:xfrm>
        </p:spPr>
        <p:txBody>
          <a:bodyPr/>
          <a:lstStyle/>
          <a:p>
            <a:pPr marL="0" indent="0">
              <a:buNone/>
            </a:pPr>
            <a:r>
              <a:rPr lang="en-AU" sz="1400" b="1" dirty="0"/>
              <a:t>Model Name</a:t>
            </a:r>
          </a:p>
          <a:p>
            <a:r>
              <a:rPr lang="en-AU" sz="1100" dirty="0"/>
              <a:t>Model name based off model number</a:t>
            </a:r>
          </a:p>
          <a:p>
            <a:endParaRPr lang="en-AU" dirty="0"/>
          </a:p>
        </p:txBody>
      </p:sp>
      <p:sp>
        <p:nvSpPr>
          <p:cNvPr id="6" name="Content Placeholder 2">
            <a:extLst>
              <a:ext uri="{FF2B5EF4-FFF2-40B4-BE49-F238E27FC236}">
                <a16:creationId xmlns:a16="http://schemas.microsoft.com/office/drawing/2014/main" id="{F9F86251-57D1-D117-6BEA-03E38E9C0F0A}"/>
              </a:ext>
            </a:extLst>
          </p:cNvPr>
          <p:cNvSpPr txBox="1">
            <a:spLocks/>
          </p:cNvSpPr>
          <p:nvPr/>
        </p:nvSpPr>
        <p:spPr bwMode="auto">
          <a:xfrm>
            <a:off x="838200" y="1929385"/>
            <a:ext cx="5401816" cy="1872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Owned by, Managed by, and Company</a:t>
            </a:r>
          </a:p>
          <a:p>
            <a:r>
              <a:rPr lang="en-AU" sz="1100" dirty="0"/>
              <a:t>These values are translated from Personal or Corporate devices.</a:t>
            </a:r>
          </a:p>
          <a:p>
            <a:r>
              <a:rPr lang="en-AU" sz="1100" dirty="0"/>
              <a:t>All corporate devices get the values of ‘Ross Lennox’ and ‘G.James ..’ respectively. </a:t>
            </a:r>
          </a:p>
          <a:p>
            <a:r>
              <a:rPr lang="en-AU" sz="1100" dirty="0"/>
              <a:t>All personal devices get assigned personnel for these fields and are consequently excluded from the output data.</a:t>
            </a:r>
          </a:p>
          <a:p>
            <a:endParaRPr lang="en-AU" dirty="0"/>
          </a:p>
        </p:txBody>
      </p:sp>
    </p:spTree>
    <p:extLst>
      <p:ext uri="{BB962C8B-B14F-4D97-AF65-F5344CB8AC3E}">
        <p14:creationId xmlns:p14="http://schemas.microsoft.com/office/powerpoint/2010/main" val="742458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C27A-6732-40CA-A266-9CE2586D5CB2}"/>
              </a:ext>
            </a:extLst>
          </p:cNvPr>
          <p:cNvSpPr>
            <a:spLocks noGrp="1"/>
          </p:cNvSpPr>
          <p:nvPr>
            <p:ph type="title"/>
          </p:nvPr>
        </p:nvSpPr>
        <p:spPr/>
        <p:txBody>
          <a:bodyPr/>
          <a:lstStyle/>
          <a:p>
            <a:r>
              <a:rPr lang="en-AU" dirty="0"/>
              <a:t>End user Process for Current Stage</a:t>
            </a:r>
          </a:p>
        </p:txBody>
      </p:sp>
      <p:sp>
        <p:nvSpPr>
          <p:cNvPr id="3" name="Content Placeholder 2">
            <a:extLst>
              <a:ext uri="{FF2B5EF4-FFF2-40B4-BE49-F238E27FC236}">
                <a16:creationId xmlns:a16="http://schemas.microsoft.com/office/drawing/2014/main" id="{DD5680BF-550F-BCA3-F71C-B9453CA0D613}"/>
              </a:ext>
            </a:extLst>
          </p:cNvPr>
          <p:cNvSpPr>
            <a:spLocks noGrp="1"/>
          </p:cNvSpPr>
          <p:nvPr>
            <p:ph idx="1"/>
          </p:nvPr>
        </p:nvSpPr>
        <p:spPr/>
        <p:txBody>
          <a:bodyPr/>
          <a:lstStyle/>
          <a:p>
            <a:pPr marL="457200" indent="-457200">
              <a:buAutoNum type="arabicPeriod"/>
            </a:pPr>
            <a:r>
              <a:rPr lang="en-AU" sz="1400" dirty="0"/>
              <a:t>Export a device list from Sophos and add it to the folder specified.</a:t>
            </a:r>
            <a:br>
              <a:rPr lang="en-AU" sz="1400" dirty="0"/>
            </a:br>
            <a:r>
              <a:rPr lang="en-AU" sz="1400" dirty="0"/>
              <a:t>(Requires Sophos access, a standard for service desk analysts)</a:t>
            </a:r>
          </a:p>
          <a:p>
            <a:pPr marL="457200" indent="-457200">
              <a:buFont typeface="Arial" charset="0"/>
              <a:buAutoNum type="arabicPeriod"/>
            </a:pPr>
            <a:r>
              <a:rPr lang="en-AU" sz="1400" dirty="0"/>
              <a:t>Export a device list from Intune with all fields selected, and add it to the folder specified.</a:t>
            </a:r>
            <a:br>
              <a:rPr lang="en-AU" sz="1400" dirty="0"/>
            </a:br>
            <a:r>
              <a:rPr lang="en-AU" sz="1400" dirty="0"/>
              <a:t>(Requires Intune access, a standard for service desk analysts)</a:t>
            </a:r>
          </a:p>
          <a:p>
            <a:pPr marL="457200" indent="-457200">
              <a:buFont typeface="Arial" charset="0"/>
              <a:buAutoNum type="arabicPeriod"/>
            </a:pPr>
            <a:r>
              <a:rPr lang="en-AU" sz="1400" dirty="0"/>
              <a:t>Export a device list from HP Display xxx with all fields selected, and add it to the folder specified.</a:t>
            </a:r>
            <a:br>
              <a:rPr lang="en-AU" sz="1400" dirty="0"/>
            </a:br>
            <a:r>
              <a:rPr lang="en-AU" sz="1400" dirty="0"/>
              <a:t>(Requires Intune access, a standard for service desk analysts)</a:t>
            </a:r>
          </a:p>
          <a:p>
            <a:pPr marL="457200" indent="-457200">
              <a:buFont typeface="Arial" charset="0"/>
              <a:buAutoNum type="arabicPeriod"/>
            </a:pPr>
            <a:r>
              <a:rPr lang="en-AU" sz="1400"/>
              <a:t>Run </a:t>
            </a:r>
            <a:r>
              <a:rPr lang="en-AU" sz="1400" dirty="0"/>
              <a:t>script</a:t>
            </a:r>
          </a:p>
          <a:p>
            <a:pPr marL="457200" indent="-457200">
              <a:buFont typeface="Arial" charset="0"/>
              <a:buAutoNum type="arabicPeriod"/>
            </a:pPr>
            <a:r>
              <a:rPr lang="en-AU" sz="1400" dirty="0"/>
              <a:t>Navigate to: SNOW -&gt; System Import sets -&gt; Data sources -&gt;Models import data source.</a:t>
            </a:r>
          </a:p>
          <a:p>
            <a:pPr marL="457200" indent="-457200">
              <a:buFont typeface="Arial" charset="0"/>
              <a:buAutoNum type="arabicPeriod"/>
            </a:pPr>
            <a:r>
              <a:rPr lang="en-AU" sz="1400" dirty="0"/>
              <a:t>Append the current attachment with the output csv for the model update.</a:t>
            </a:r>
          </a:p>
          <a:p>
            <a:pPr marL="457200" indent="-457200">
              <a:buFont typeface="Arial" charset="0"/>
              <a:buAutoNum type="arabicPeriod"/>
            </a:pPr>
            <a:r>
              <a:rPr lang="en-AU" sz="1400" dirty="0"/>
              <a:t>Check Format is CSV.</a:t>
            </a:r>
          </a:p>
          <a:p>
            <a:pPr marL="457200" indent="-457200">
              <a:buFont typeface="Arial" charset="0"/>
              <a:buAutoNum type="arabicPeriod"/>
            </a:pPr>
            <a:r>
              <a:rPr lang="en-AU" sz="1400" dirty="0"/>
              <a:t>Select Load all records.</a:t>
            </a:r>
          </a:p>
          <a:p>
            <a:pPr marL="457200" indent="-457200">
              <a:buFont typeface="Arial" charset="0"/>
              <a:buAutoNum type="arabicPeriod"/>
            </a:pPr>
            <a:r>
              <a:rPr lang="en-AU" sz="1400" dirty="0"/>
              <a:t>Select Transform</a:t>
            </a:r>
          </a:p>
          <a:p>
            <a:pPr marL="457200" indent="-457200">
              <a:buFont typeface="Arial" charset="0"/>
              <a:buAutoNum type="arabicPeriod"/>
            </a:pPr>
            <a:r>
              <a:rPr lang="en-AU" sz="1400" dirty="0"/>
              <a:t>Navigate to: SNOW -&gt; System Import sets -&gt; Data sources -&gt;Assets import data source.</a:t>
            </a:r>
          </a:p>
          <a:p>
            <a:pPr marL="457200" indent="-457200">
              <a:buFont typeface="Arial" charset="0"/>
              <a:buAutoNum type="arabicPeriod"/>
            </a:pPr>
            <a:r>
              <a:rPr lang="en-AU" sz="1400" dirty="0"/>
              <a:t>Append the current attachment with the output csv for the Bulk Asset Update.</a:t>
            </a:r>
          </a:p>
          <a:p>
            <a:pPr marL="457200" indent="-457200">
              <a:buFont typeface="Arial" charset="0"/>
              <a:buAutoNum type="arabicPeriod"/>
            </a:pPr>
            <a:r>
              <a:rPr lang="en-AU" sz="1400" dirty="0"/>
              <a:t>Check Format is CSV.</a:t>
            </a:r>
          </a:p>
          <a:p>
            <a:pPr marL="457200" indent="-457200">
              <a:buFont typeface="Arial" charset="0"/>
              <a:buAutoNum type="arabicPeriod"/>
            </a:pPr>
            <a:r>
              <a:rPr lang="en-AU" sz="1400" dirty="0"/>
              <a:t>Select Load all records.</a:t>
            </a:r>
          </a:p>
          <a:p>
            <a:pPr marL="457200" indent="-457200">
              <a:buFont typeface="Arial" charset="0"/>
              <a:buAutoNum type="arabicPeriod"/>
            </a:pPr>
            <a:r>
              <a:rPr lang="en-AU" sz="1400" dirty="0"/>
              <a:t>Select Transform</a:t>
            </a:r>
          </a:p>
          <a:p>
            <a:pPr marL="0" indent="0">
              <a:buNone/>
            </a:pPr>
            <a:endParaRPr lang="en-AU" sz="1400" dirty="0"/>
          </a:p>
          <a:p>
            <a:pPr marL="457200" indent="-457200">
              <a:buFont typeface="Arial" charset="0"/>
              <a:buAutoNum type="arabicPeriod"/>
            </a:pPr>
            <a:endParaRPr lang="en-AU" sz="1400" dirty="0"/>
          </a:p>
          <a:p>
            <a:pPr marL="457200" indent="-457200">
              <a:buFont typeface="Arial" charset="0"/>
              <a:buAutoNum type="arabicPeriod"/>
            </a:pPr>
            <a:endParaRPr lang="en-AU" sz="1400" dirty="0"/>
          </a:p>
          <a:p>
            <a:pPr marL="457200" indent="-457200">
              <a:buAutoNum type="arabicPeriod"/>
            </a:pPr>
            <a:endParaRPr lang="en-AU" sz="1400" dirty="0"/>
          </a:p>
        </p:txBody>
      </p:sp>
    </p:spTree>
    <p:extLst>
      <p:ext uri="{BB962C8B-B14F-4D97-AF65-F5344CB8AC3E}">
        <p14:creationId xmlns:p14="http://schemas.microsoft.com/office/powerpoint/2010/main" val="3188703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C7F32-9F14-F07B-16D5-5AB7318106BE}"/>
              </a:ext>
            </a:extLst>
          </p:cNvPr>
          <p:cNvSpPr>
            <a:spLocks noGrp="1"/>
          </p:cNvSpPr>
          <p:nvPr>
            <p:ph type="title"/>
          </p:nvPr>
        </p:nvSpPr>
        <p:spPr/>
        <p:txBody>
          <a:bodyPr/>
          <a:lstStyle/>
          <a:p>
            <a:r>
              <a:rPr lang="en-AU" dirty="0"/>
              <a:t>Sprint 1 Testing</a:t>
            </a:r>
          </a:p>
        </p:txBody>
      </p:sp>
      <p:sp>
        <p:nvSpPr>
          <p:cNvPr id="3" name="Content Placeholder 2">
            <a:extLst>
              <a:ext uri="{FF2B5EF4-FFF2-40B4-BE49-F238E27FC236}">
                <a16:creationId xmlns:a16="http://schemas.microsoft.com/office/drawing/2014/main" id="{C4AB7070-1AB2-189D-9056-23A83CB6C1AD}"/>
              </a:ext>
            </a:extLst>
          </p:cNvPr>
          <p:cNvSpPr>
            <a:spLocks noGrp="1"/>
          </p:cNvSpPr>
          <p:nvPr>
            <p:ph idx="1"/>
          </p:nvPr>
        </p:nvSpPr>
        <p:spPr>
          <a:xfrm>
            <a:off x="838199" y="944725"/>
            <a:ext cx="10515599" cy="746423"/>
          </a:xfrm>
        </p:spPr>
        <p:txBody>
          <a:bodyPr/>
          <a:lstStyle/>
          <a:p>
            <a:pPr marL="0" indent="0">
              <a:buNone/>
            </a:pPr>
            <a:r>
              <a:rPr lang="en-AU" dirty="0"/>
              <a:t>The script output files were tested in the Development Snow environment. </a:t>
            </a:r>
            <a:br>
              <a:rPr lang="en-AU" dirty="0"/>
            </a:br>
            <a:r>
              <a:rPr lang="en-AU" dirty="0"/>
              <a:t>Results were reviewed by Vijay the technical expert for ServiceNow.</a:t>
            </a:r>
          </a:p>
          <a:p>
            <a:endParaRPr lang="en-AU" dirty="0"/>
          </a:p>
          <a:p>
            <a:endParaRPr lang="en-AU" dirty="0"/>
          </a:p>
        </p:txBody>
      </p:sp>
      <p:graphicFrame>
        <p:nvGraphicFramePr>
          <p:cNvPr id="4" name="Table 4">
            <a:extLst>
              <a:ext uri="{FF2B5EF4-FFF2-40B4-BE49-F238E27FC236}">
                <a16:creationId xmlns:a16="http://schemas.microsoft.com/office/drawing/2014/main" id="{29666C4F-9C00-D7B0-A007-CA414DB1D327}"/>
              </a:ext>
            </a:extLst>
          </p:cNvPr>
          <p:cNvGraphicFramePr>
            <a:graphicFrameLocks noGrp="1"/>
          </p:cNvGraphicFramePr>
          <p:nvPr/>
        </p:nvGraphicFramePr>
        <p:xfrm>
          <a:off x="838199" y="1691148"/>
          <a:ext cx="10515600" cy="4530664"/>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119507912"/>
                    </a:ext>
                  </a:extLst>
                </a:gridCol>
                <a:gridCol w="5257800">
                  <a:extLst>
                    <a:ext uri="{9D8B030D-6E8A-4147-A177-3AD203B41FA5}">
                      <a16:colId xmlns:a16="http://schemas.microsoft.com/office/drawing/2014/main" val="1215035715"/>
                    </a:ext>
                  </a:extLst>
                </a:gridCol>
              </a:tblGrid>
              <a:tr h="416404">
                <a:tc>
                  <a:txBody>
                    <a:bodyPr/>
                    <a:lstStyle/>
                    <a:p>
                      <a:r>
                        <a:rPr lang="en-AU" sz="1200" dirty="0"/>
                        <a:t>Wins</a:t>
                      </a:r>
                    </a:p>
                  </a:txBody>
                  <a:tcPr/>
                </a:tc>
                <a:tc>
                  <a:txBody>
                    <a:bodyPr/>
                    <a:lstStyle/>
                    <a:p>
                      <a:r>
                        <a:rPr lang="en-AU" sz="1200" dirty="0"/>
                        <a:t>Losses</a:t>
                      </a:r>
                    </a:p>
                  </a:txBody>
                  <a:tcPr/>
                </a:tc>
                <a:extLst>
                  <a:ext uri="{0D108BD9-81ED-4DB2-BD59-A6C34878D82A}">
                    <a16:rowId xmlns:a16="http://schemas.microsoft.com/office/drawing/2014/main" val="1658655741"/>
                  </a:ext>
                </a:extLst>
              </a:tr>
              <a:tr h="513374">
                <a:tc>
                  <a:txBody>
                    <a:bodyPr/>
                    <a:lstStyle/>
                    <a:p>
                      <a:r>
                        <a:rPr lang="en-AU" sz="1200" dirty="0"/>
                        <a:t>Created non-existent hardware models and migrated the incorrectly assigned devices to appropriate fields.</a:t>
                      </a:r>
                    </a:p>
                  </a:txBody>
                  <a:tcPr/>
                </a:tc>
                <a:tc>
                  <a:txBody>
                    <a:bodyPr/>
                    <a:lstStyle/>
                    <a:p>
                      <a:r>
                        <a:rPr lang="en-AU" sz="1200" dirty="0"/>
                        <a:t>Phone naming is not managed in Intune and will not be unique enough needs addressing. </a:t>
                      </a:r>
                    </a:p>
                  </a:txBody>
                  <a:tcPr/>
                </a:tc>
                <a:extLst>
                  <a:ext uri="{0D108BD9-81ED-4DB2-BD59-A6C34878D82A}">
                    <a16:rowId xmlns:a16="http://schemas.microsoft.com/office/drawing/2014/main" val="522077320"/>
                  </a:ext>
                </a:extLst>
              </a:tr>
              <a:tr h="513374">
                <a:tc>
                  <a:txBody>
                    <a:bodyPr/>
                    <a:lstStyle/>
                    <a:p>
                      <a:r>
                        <a:rPr lang="en-AU" sz="1200" dirty="0"/>
                        <a:t>Updates records of existing devices in SNOW, not duplicate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t>Concerns about the amount of Service Desk support required to map category types of laptop/workstations standard /advanced etc as without updating code new models will either be a Phone or a Computer.</a:t>
                      </a:r>
                    </a:p>
                    <a:p>
                      <a:endParaRPr lang="en-AU" sz="1200" dirty="0"/>
                    </a:p>
                  </a:txBody>
                  <a:tcPr/>
                </a:tc>
                <a:extLst>
                  <a:ext uri="{0D108BD9-81ED-4DB2-BD59-A6C34878D82A}">
                    <a16:rowId xmlns:a16="http://schemas.microsoft.com/office/drawing/2014/main" val="3375810489"/>
                  </a:ext>
                </a:extLst>
              </a:tr>
              <a:tr h="924074">
                <a:tc>
                  <a:txBody>
                    <a:bodyPr/>
                    <a:lstStyle/>
                    <a:p>
                      <a:r>
                        <a:rPr lang="en-AU" sz="1200" dirty="0"/>
                        <a:t>Updating a blank field does not remove existing data</a:t>
                      </a:r>
                    </a:p>
                  </a:txBody>
                  <a:tcPr/>
                </a:tc>
                <a:tc>
                  <a:txBody>
                    <a:bodyPr/>
                    <a:lstStyle/>
                    <a:p>
                      <a:r>
                        <a:rPr lang="en-AU" sz="1200" dirty="0"/>
                        <a:t>Still Utilising Sophos to populate “Last Logged in” and “Last Log in date’ fields.</a:t>
                      </a:r>
                    </a:p>
                  </a:txBody>
                  <a:tcPr/>
                </a:tc>
                <a:extLst>
                  <a:ext uri="{0D108BD9-81ED-4DB2-BD59-A6C34878D82A}">
                    <a16:rowId xmlns:a16="http://schemas.microsoft.com/office/drawing/2014/main" val="361424247"/>
                  </a:ext>
                </a:extLst>
              </a:tr>
              <a:tr h="924074">
                <a:tc>
                  <a:txBody>
                    <a:bodyPr/>
                    <a:lstStyle/>
                    <a:p>
                      <a:r>
                        <a:rPr lang="en-AU" sz="1200" dirty="0"/>
                        <a:t>All currently used fields, auto populated fields and Last user and last logged-on fields populate where data is available.</a:t>
                      </a:r>
                    </a:p>
                  </a:txBody>
                  <a:tcPr/>
                </a:tc>
                <a:tc>
                  <a:txBody>
                    <a:bodyPr/>
                    <a:lstStyle/>
                    <a:p>
                      <a:endParaRPr lang="en-AU" sz="1200" dirty="0"/>
                    </a:p>
                  </a:txBody>
                  <a:tcPr/>
                </a:tc>
                <a:extLst>
                  <a:ext uri="{0D108BD9-81ED-4DB2-BD59-A6C34878D82A}">
                    <a16:rowId xmlns:a16="http://schemas.microsoft.com/office/drawing/2014/main" val="2660895157"/>
                  </a:ext>
                </a:extLst>
              </a:tr>
              <a:tr h="513374">
                <a:tc>
                  <a:txBody>
                    <a:bodyPr/>
                    <a:lstStyle/>
                    <a:p>
                      <a:pPr marL="0" algn="l" defTabSz="914400" rtl="0" eaLnBrk="1" latinLnBrk="0" hangingPunct="1"/>
                      <a:r>
                        <a:rPr lang="en-AU" sz="1200" kern="1200" dirty="0">
                          <a:solidFill>
                            <a:schemeClr val="dk1"/>
                          </a:solidFill>
                          <a:latin typeface="+mn-lt"/>
                          <a:ea typeface="+mn-ea"/>
                          <a:cs typeface="+mn-cs"/>
                        </a:rPr>
                        <a:t>Does not upload personal devices or devices that have not deployed correctly.</a:t>
                      </a:r>
                    </a:p>
                  </a:txBody>
                  <a:tcPr/>
                </a:tc>
                <a:tc>
                  <a:txBody>
                    <a:bodyPr/>
                    <a:lstStyle/>
                    <a:p>
                      <a:endParaRPr lang="en-AU" sz="1200" dirty="0"/>
                    </a:p>
                  </a:txBody>
                  <a:tcPr/>
                </a:tc>
                <a:extLst>
                  <a:ext uri="{0D108BD9-81ED-4DB2-BD59-A6C34878D82A}">
                    <a16:rowId xmlns:a16="http://schemas.microsoft.com/office/drawing/2014/main" val="807253037"/>
                  </a:ext>
                </a:extLst>
              </a:tr>
              <a:tr h="416404">
                <a:tc>
                  <a:txBody>
                    <a:bodyPr/>
                    <a:lstStyle/>
                    <a:p>
                      <a:pPr marL="0" algn="l" defTabSz="914400" rtl="0" eaLnBrk="1" latinLnBrk="0" hangingPunct="1"/>
                      <a:r>
                        <a:rPr lang="en-AU" sz="1200" kern="1200" dirty="0">
                          <a:solidFill>
                            <a:schemeClr val="dk1"/>
                          </a:solidFill>
                          <a:latin typeface="+mn-lt"/>
                          <a:ea typeface="+mn-ea"/>
                          <a:cs typeface="+mn-cs"/>
                        </a:rPr>
                        <a:t>Adds new assets correctly</a:t>
                      </a:r>
                    </a:p>
                  </a:txBody>
                  <a:tcPr/>
                </a:tc>
                <a:tc>
                  <a:txBody>
                    <a:bodyPr/>
                    <a:lstStyle/>
                    <a:p>
                      <a:endParaRPr lang="en-AU" sz="1200" dirty="0"/>
                    </a:p>
                  </a:txBody>
                  <a:tcPr/>
                </a:tc>
                <a:extLst>
                  <a:ext uri="{0D108BD9-81ED-4DB2-BD59-A6C34878D82A}">
                    <a16:rowId xmlns:a16="http://schemas.microsoft.com/office/drawing/2014/main" val="3965922008"/>
                  </a:ext>
                </a:extLst>
              </a:tr>
            </a:tbl>
          </a:graphicData>
        </a:graphic>
      </p:graphicFrame>
    </p:spTree>
    <p:extLst>
      <p:ext uri="{BB962C8B-B14F-4D97-AF65-F5344CB8AC3E}">
        <p14:creationId xmlns:p14="http://schemas.microsoft.com/office/powerpoint/2010/main" val="1265775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67EF3-C894-68A1-BB6E-B6FDA2D528AD}"/>
              </a:ext>
            </a:extLst>
          </p:cNvPr>
          <p:cNvSpPr>
            <a:spLocks noGrp="1"/>
          </p:cNvSpPr>
          <p:nvPr>
            <p:ph type="title"/>
          </p:nvPr>
        </p:nvSpPr>
        <p:spPr/>
        <p:txBody>
          <a:bodyPr/>
          <a:lstStyle/>
          <a:p>
            <a:r>
              <a:rPr lang="en-AU" dirty="0"/>
              <a:t>Sprint 1 Addressing Losses / Concerns</a:t>
            </a:r>
          </a:p>
        </p:txBody>
      </p:sp>
      <p:sp>
        <p:nvSpPr>
          <p:cNvPr id="5" name="Content Placeholder 2">
            <a:extLst>
              <a:ext uri="{FF2B5EF4-FFF2-40B4-BE49-F238E27FC236}">
                <a16:creationId xmlns:a16="http://schemas.microsoft.com/office/drawing/2014/main" id="{BE6DA456-DAA5-432A-524E-8B8CE8AFCAC0}"/>
              </a:ext>
            </a:extLst>
          </p:cNvPr>
          <p:cNvSpPr>
            <a:spLocks noGrp="1"/>
          </p:cNvSpPr>
          <p:nvPr>
            <p:ph idx="1"/>
          </p:nvPr>
        </p:nvSpPr>
        <p:spPr>
          <a:xfrm>
            <a:off x="838199" y="980729"/>
            <a:ext cx="4536251" cy="3168351"/>
          </a:xfrm>
        </p:spPr>
        <p:txBody>
          <a:bodyPr/>
          <a:lstStyle/>
          <a:p>
            <a:pPr marL="0" indent="0">
              <a:buNone/>
            </a:pPr>
            <a:r>
              <a:rPr lang="en-AU" sz="1400" b="1" dirty="0"/>
              <a:t>Phone Naming Issue</a:t>
            </a:r>
          </a:p>
          <a:p>
            <a:r>
              <a:rPr lang="en-AU" sz="1100" dirty="0"/>
              <a:t>Currently most iPhones are named iPhone as this is the default setting and is not changed by us or the user, this populates to the Asset Tag which is intended to be unique.</a:t>
            </a:r>
          </a:p>
          <a:p>
            <a:r>
              <a:rPr lang="en-AU" sz="1100" dirty="0"/>
              <a:t>This is the major issue and Vijay is happy to test in Production once this issue is resolved.</a:t>
            </a:r>
          </a:p>
          <a:p>
            <a:pPr marL="0" indent="0">
              <a:buNone/>
            </a:pPr>
            <a:r>
              <a:rPr lang="en-AU" sz="1100" dirty="0"/>
              <a:t>Mitigated </a:t>
            </a:r>
          </a:p>
          <a:p>
            <a:r>
              <a:rPr lang="en-AU" sz="1100" dirty="0"/>
              <a:t>Hard coded the phone class devices to set Asset tag based on user name and Mobile Phone. This meets the unique variable requirement.</a:t>
            </a:r>
          </a:p>
          <a:p>
            <a:pPr marL="0" indent="0">
              <a:buNone/>
            </a:pPr>
            <a:r>
              <a:rPr lang="en-AU" sz="1100" dirty="0"/>
              <a:t>Proposed Solution</a:t>
            </a:r>
          </a:p>
          <a:p>
            <a:r>
              <a:rPr lang="en-AU" sz="1100" dirty="0"/>
              <a:t>Manage names of phones in a similar way we manage computer names Intune.</a:t>
            </a:r>
          </a:p>
        </p:txBody>
      </p:sp>
      <p:sp>
        <p:nvSpPr>
          <p:cNvPr id="6" name="Content Placeholder 2">
            <a:extLst>
              <a:ext uri="{FF2B5EF4-FFF2-40B4-BE49-F238E27FC236}">
                <a16:creationId xmlns:a16="http://schemas.microsoft.com/office/drawing/2014/main" id="{7BB18AD0-0F6E-AA0B-E22C-84D74B024669}"/>
              </a:ext>
            </a:extLst>
          </p:cNvPr>
          <p:cNvSpPr txBox="1">
            <a:spLocks/>
          </p:cNvSpPr>
          <p:nvPr/>
        </p:nvSpPr>
        <p:spPr bwMode="auto">
          <a:xfrm>
            <a:off x="838199" y="4149079"/>
            <a:ext cx="4536243" cy="1612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Ongoing Support</a:t>
            </a:r>
          </a:p>
          <a:p>
            <a:r>
              <a:rPr lang="en-AU" sz="1100" dirty="0"/>
              <a:t>Currently script contains over 300 lines of code.</a:t>
            </a:r>
          </a:p>
          <a:p>
            <a:r>
              <a:rPr lang="en-AU" sz="1100" dirty="0"/>
              <a:t>Typically service desk members will not be required to have the proficiency to maintain this.</a:t>
            </a:r>
          </a:p>
          <a:p>
            <a:r>
              <a:rPr lang="en-AU" sz="1100" dirty="0"/>
              <a:t>Increasing complexity and scope means more code and more areas to maintain.</a:t>
            </a:r>
          </a:p>
          <a:p>
            <a:pPr marL="0" indent="0">
              <a:buNone/>
            </a:pPr>
            <a:endParaRPr lang="en-AU" dirty="0"/>
          </a:p>
        </p:txBody>
      </p:sp>
      <p:sp>
        <p:nvSpPr>
          <p:cNvPr id="3" name="Content Placeholder 2">
            <a:extLst>
              <a:ext uri="{FF2B5EF4-FFF2-40B4-BE49-F238E27FC236}">
                <a16:creationId xmlns:a16="http://schemas.microsoft.com/office/drawing/2014/main" id="{7AB4C901-EEF2-7291-24E0-2159BE5E2284}"/>
              </a:ext>
            </a:extLst>
          </p:cNvPr>
          <p:cNvSpPr txBox="1">
            <a:spLocks/>
          </p:cNvSpPr>
          <p:nvPr/>
        </p:nvSpPr>
        <p:spPr>
          <a:xfrm>
            <a:off x="6096000" y="980729"/>
            <a:ext cx="4536251" cy="3168351"/>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1400" b="1" dirty="0"/>
              <a:t>Last user logged in fields &amp; Last Logged on Date</a:t>
            </a:r>
          </a:p>
          <a:p>
            <a:r>
              <a:rPr lang="en-AU" sz="1100" dirty="0"/>
              <a:t>No way to populate these fields from Microsoft without the use of Graph or third-party solutions, has been found yet by myself or Garry Poon. </a:t>
            </a:r>
          </a:p>
          <a:p>
            <a:pPr marL="0" indent="0">
              <a:buNone/>
            </a:pPr>
            <a:r>
              <a:rPr lang="en-AU" sz="1100" dirty="0"/>
              <a:t>Mitigation. </a:t>
            </a:r>
          </a:p>
          <a:p>
            <a:r>
              <a:rPr lang="en-AU" sz="1100" dirty="0"/>
              <a:t>Currently utilizing a device export from Sophos.</a:t>
            </a:r>
          </a:p>
          <a:p>
            <a:r>
              <a:rPr lang="en-AU" sz="1100" dirty="0"/>
              <a:t>Infrastructure has raised a ticket with Microsoft to ascertain an authoritative answer for this. (</a:t>
            </a:r>
            <a:r>
              <a:rPr lang="en-AU" sz="1050" b="0" i="0" u="sng" dirty="0">
                <a:solidFill>
                  <a:srgbClr val="151515"/>
                </a:solidFill>
                <a:effectLst/>
                <a:latin typeface="SourceSansPro"/>
                <a:hlinkClick r:id="rId2"/>
              </a:rPr>
              <a:t>RITM0047022</a:t>
            </a:r>
            <a:r>
              <a:rPr lang="en-AU" sz="1100" dirty="0"/>
              <a:t>)</a:t>
            </a:r>
          </a:p>
          <a:p>
            <a:r>
              <a:rPr lang="en-AU" sz="1100" dirty="0"/>
              <a:t> Microsoft’s Authoritative answer was that negative, created a task for the business system to produce an alternative solution. (RITM0047052)</a:t>
            </a:r>
          </a:p>
          <a:p>
            <a:r>
              <a:rPr lang="en-AU" sz="1100" dirty="0"/>
              <a:t>Should the results provide a useful way forward will push this over to sprint two.</a:t>
            </a:r>
          </a:p>
        </p:txBody>
      </p:sp>
    </p:spTree>
    <p:extLst>
      <p:ext uri="{BB962C8B-B14F-4D97-AF65-F5344CB8AC3E}">
        <p14:creationId xmlns:p14="http://schemas.microsoft.com/office/powerpoint/2010/main" val="533441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BB1AC-0D50-66CD-4FAC-A5FA3C7579B6}"/>
              </a:ext>
            </a:extLst>
          </p:cNvPr>
          <p:cNvSpPr>
            <a:spLocks noGrp="1"/>
          </p:cNvSpPr>
          <p:nvPr>
            <p:ph type="title"/>
          </p:nvPr>
        </p:nvSpPr>
        <p:spPr/>
        <p:txBody>
          <a:bodyPr/>
          <a:lstStyle/>
          <a:p>
            <a:r>
              <a:rPr lang="en-AU" dirty="0"/>
              <a:t>Next Planned Steps</a:t>
            </a:r>
          </a:p>
        </p:txBody>
      </p:sp>
      <p:sp>
        <p:nvSpPr>
          <p:cNvPr id="3" name="Content Placeholder 2">
            <a:extLst>
              <a:ext uri="{FF2B5EF4-FFF2-40B4-BE49-F238E27FC236}">
                <a16:creationId xmlns:a16="http://schemas.microsoft.com/office/drawing/2014/main" id="{58457B51-0A58-E25C-A23C-00DE1A76594B}"/>
              </a:ext>
            </a:extLst>
          </p:cNvPr>
          <p:cNvSpPr>
            <a:spLocks noGrp="1"/>
          </p:cNvSpPr>
          <p:nvPr>
            <p:ph idx="1"/>
          </p:nvPr>
        </p:nvSpPr>
        <p:spPr>
          <a:xfrm>
            <a:off x="838200" y="980729"/>
            <a:ext cx="5257800" cy="3987511"/>
          </a:xfrm>
        </p:spPr>
        <p:txBody>
          <a:bodyPr/>
          <a:lstStyle/>
          <a:p>
            <a:r>
              <a:rPr lang="en-AU" sz="1400" dirty="0"/>
              <a:t>Create end-user documentation including support manual and use procedure.</a:t>
            </a:r>
          </a:p>
          <a:p>
            <a:r>
              <a:rPr lang="en-AU" sz="1400" dirty="0"/>
              <a:t>Have a different service desk member test the procedure in Dev and identify user requirements </a:t>
            </a:r>
            <a:r>
              <a:rPr lang="en-AU" sz="1400" dirty="0" err="1"/>
              <a:t>i.e</a:t>
            </a:r>
            <a:r>
              <a:rPr lang="en-AU" sz="1400" dirty="0"/>
              <a:t> permissions and PowerShell modules.</a:t>
            </a:r>
          </a:p>
          <a:p>
            <a:r>
              <a:rPr lang="en-AU" sz="1400" dirty="0"/>
              <a:t>Have work peer-reviewed by both business systems and Infrastructure.</a:t>
            </a:r>
          </a:p>
          <a:p>
            <a:r>
              <a:rPr lang="en-AU" sz="1400" dirty="0"/>
              <a:t>Create a change task to bring to production.</a:t>
            </a:r>
          </a:p>
          <a:p>
            <a:endParaRPr lang="en-AU" dirty="0"/>
          </a:p>
          <a:p>
            <a:endParaRPr lang="en-AU" dirty="0"/>
          </a:p>
        </p:txBody>
      </p:sp>
    </p:spTree>
    <p:extLst>
      <p:ext uri="{BB962C8B-B14F-4D97-AF65-F5344CB8AC3E}">
        <p14:creationId xmlns:p14="http://schemas.microsoft.com/office/powerpoint/2010/main" val="3767788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4FE08517-C0A5-0F2E-3C31-45311EA025BD}"/>
              </a:ext>
            </a:extLst>
          </p:cNvPr>
          <p:cNvGraphicFramePr>
            <a:graphicFrameLocks noGrp="1"/>
          </p:cNvGraphicFramePr>
          <p:nvPr/>
        </p:nvGraphicFramePr>
        <p:xfrm>
          <a:off x="609600" y="836714"/>
          <a:ext cx="10744201" cy="5271901"/>
        </p:xfrm>
        <a:graphic>
          <a:graphicData uri="http://schemas.openxmlformats.org/drawingml/2006/table">
            <a:tbl>
              <a:tblPr firstRow="1" bandRow="1">
                <a:tableStyleId>{5C22544A-7EE6-4342-B048-85BDC9FD1C3A}</a:tableStyleId>
              </a:tblPr>
              <a:tblGrid>
                <a:gridCol w="3207995">
                  <a:extLst>
                    <a:ext uri="{9D8B030D-6E8A-4147-A177-3AD203B41FA5}">
                      <a16:colId xmlns:a16="http://schemas.microsoft.com/office/drawing/2014/main" val="4042081804"/>
                    </a:ext>
                  </a:extLst>
                </a:gridCol>
                <a:gridCol w="873627">
                  <a:extLst>
                    <a:ext uri="{9D8B030D-6E8A-4147-A177-3AD203B41FA5}">
                      <a16:colId xmlns:a16="http://schemas.microsoft.com/office/drawing/2014/main" val="765832814"/>
                    </a:ext>
                  </a:extLst>
                </a:gridCol>
                <a:gridCol w="6662579">
                  <a:extLst>
                    <a:ext uri="{9D8B030D-6E8A-4147-A177-3AD203B41FA5}">
                      <a16:colId xmlns:a16="http://schemas.microsoft.com/office/drawing/2014/main" val="2528399238"/>
                    </a:ext>
                  </a:extLst>
                </a:gridCol>
              </a:tblGrid>
              <a:tr h="387604">
                <a:tc>
                  <a:txBody>
                    <a:bodyPr/>
                    <a:lstStyle/>
                    <a:p>
                      <a:r>
                        <a:rPr lang="en-AU" sz="1000" dirty="0"/>
                        <a:t>Requirement</a:t>
                      </a:r>
                    </a:p>
                  </a:txBody>
                  <a:tcPr/>
                </a:tc>
                <a:tc>
                  <a:txBody>
                    <a:bodyPr/>
                    <a:lstStyle/>
                    <a:p>
                      <a:r>
                        <a:rPr lang="en-AU" sz="1000" dirty="0"/>
                        <a:t>Meets or Misses</a:t>
                      </a:r>
                    </a:p>
                  </a:txBody>
                  <a:tcPr/>
                </a:tc>
                <a:tc>
                  <a:txBody>
                    <a:bodyPr/>
                    <a:lstStyle/>
                    <a:p>
                      <a:r>
                        <a:rPr lang="en-AU" sz="1000" dirty="0"/>
                        <a:t>Actions to address</a:t>
                      </a:r>
                    </a:p>
                  </a:txBody>
                  <a:tcPr/>
                </a:tc>
                <a:extLst>
                  <a:ext uri="{0D108BD9-81ED-4DB2-BD59-A6C34878D82A}">
                    <a16:rowId xmlns:a16="http://schemas.microsoft.com/office/drawing/2014/main" val="1676866258"/>
                  </a:ext>
                </a:extLst>
              </a:tr>
              <a:tr h="3876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Address “Close enough is good enough” concerning non existent models</a:t>
                      </a:r>
                    </a:p>
                  </a:txBody>
                  <a:tcPr/>
                </a:tc>
                <a:tc>
                  <a:txBody>
                    <a:bodyPr/>
                    <a:lstStyle/>
                    <a:p>
                      <a:r>
                        <a:rPr lang="en-AU" sz="1000" dirty="0"/>
                        <a:t>Meets</a:t>
                      </a:r>
                    </a:p>
                  </a:txBody>
                  <a:tcPr/>
                </a:tc>
                <a:tc>
                  <a:txBody>
                    <a:bodyPr/>
                    <a:lstStyle/>
                    <a:p>
                      <a:r>
                        <a:rPr lang="en-AU" sz="1000" dirty="0"/>
                        <a:t>Testing showed that snow accurately displayed the models for the iPhones 14 and the HP firefly, these where devices that are known to be assigned to iPhone 13 and fury book respectively. </a:t>
                      </a:r>
                    </a:p>
                  </a:txBody>
                  <a:tcPr/>
                </a:tc>
                <a:extLst>
                  <a:ext uri="{0D108BD9-81ED-4DB2-BD59-A6C34878D82A}">
                    <a16:rowId xmlns:a16="http://schemas.microsoft.com/office/drawing/2014/main" val="611270652"/>
                  </a:ext>
                </a:extLst>
              </a:tr>
              <a:tr h="483163">
                <a:tc>
                  <a:txBody>
                    <a:bodyPr/>
                    <a:lstStyle/>
                    <a:p>
                      <a:r>
                        <a:rPr lang="en-AU" sz="1000" dirty="0"/>
                        <a:t>Update all mandatory fields currently manually entered, for accurate data for reporting.</a:t>
                      </a:r>
                    </a:p>
                  </a:txBody>
                  <a:tcPr/>
                </a:tc>
                <a:tc>
                  <a:txBody>
                    <a:bodyPr/>
                    <a:lstStyle/>
                    <a:p>
                      <a:r>
                        <a:rPr lang="en-AU" sz="1000" dirty="0"/>
                        <a:t>meets</a:t>
                      </a:r>
                    </a:p>
                  </a:txBody>
                  <a:tcPr/>
                </a:tc>
                <a:tc>
                  <a:txBody>
                    <a:bodyPr/>
                    <a:lstStyle/>
                    <a:p>
                      <a:r>
                        <a:rPr lang="en-AU" sz="1000" dirty="0"/>
                        <a:t>Testing shows that all fields that are currently manually populated and fields that currently auto populate from SNOW do so correctly </a:t>
                      </a:r>
                    </a:p>
                  </a:txBody>
                  <a:tcPr/>
                </a:tc>
                <a:extLst>
                  <a:ext uri="{0D108BD9-81ED-4DB2-BD59-A6C34878D82A}">
                    <a16:rowId xmlns:a16="http://schemas.microsoft.com/office/drawing/2014/main" val="3740670637"/>
                  </a:ext>
                </a:extLst>
              </a:tr>
              <a:tr h="536682">
                <a:tc>
                  <a:txBody>
                    <a:bodyPr/>
                    <a:lstStyle/>
                    <a:p>
                      <a:r>
                        <a:rPr lang="en-AU" sz="1000" dirty="0"/>
                        <a:t>Populate last signed-in and date of last sign. Feature previously supplied by SCCM</a:t>
                      </a:r>
                    </a:p>
                  </a:txBody>
                  <a:tcPr/>
                </a:tc>
                <a:tc>
                  <a:txBody>
                    <a:bodyPr/>
                    <a:lstStyle/>
                    <a:p>
                      <a:r>
                        <a:rPr lang="en-AU" sz="1000" dirty="0"/>
                        <a:t>Meets/Misses</a:t>
                      </a:r>
                    </a:p>
                  </a:txBody>
                  <a:tcPr/>
                </a:tc>
                <a:tc>
                  <a:txBody>
                    <a:bodyPr/>
                    <a:lstStyle/>
                    <a:p>
                      <a:r>
                        <a:rPr lang="en-AU" sz="1000" dirty="0"/>
                        <a:t>Currently this is functional using Sophos export however, Infrastructure want this data to come from Azure and I have not found a way forward with this so far that dose not involve graph. Further research is required. Have requested Garry Poon to contact Microsoft for official response.</a:t>
                      </a:r>
                    </a:p>
                  </a:txBody>
                  <a:tcPr/>
                </a:tc>
                <a:extLst>
                  <a:ext uri="{0D108BD9-81ED-4DB2-BD59-A6C34878D82A}">
                    <a16:rowId xmlns:a16="http://schemas.microsoft.com/office/drawing/2014/main" val="467512637"/>
                  </a:ext>
                </a:extLst>
              </a:tr>
              <a:tr h="483163">
                <a:tc>
                  <a:txBody>
                    <a:bodyPr/>
                    <a:lstStyle/>
                    <a:p>
                      <a:r>
                        <a:rPr lang="en-AU" sz="1000" dirty="0"/>
                        <a:t>Focus on Phones and computers with Intune as a source of truth for data to replicate from.</a:t>
                      </a:r>
                    </a:p>
                  </a:txBody>
                  <a:tcPr/>
                </a:tc>
                <a:tc>
                  <a:txBody>
                    <a:bodyPr/>
                    <a:lstStyle/>
                    <a:p>
                      <a:r>
                        <a:rPr lang="en-AU" sz="1000" dirty="0"/>
                        <a:t>Meets</a:t>
                      </a:r>
                    </a:p>
                  </a:txBody>
                  <a:tcPr/>
                </a:tc>
                <a:tc>
                  <a:txBody>
                    <a:bodyPr/>
                    <a:lstStyle/>
                    <a:p>
                      <a:endParaRPr lang="en-AU" sz="1000" dirty="0"/>
                    </a:p>
                  </a:txBody>
                  <a:tcPr/>
                </a:tc>
                <a:extLst>
                  <a:ext uri="{0D108BD9-81ED-4DB2-BD59-A6C34878D82A}">
                    <a16:rowId xmlns:a16="http://schemas.microsoft.com/office/drawing/2014/main" val="405351259"/>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Import all devices including monitors and headsets </a:t>
                      </a:r>
                      <a:r>
                        <a:rPr lang="en-AU" sz="1000" dirty="0" err="1"/>
                        <a:t>ect</a:t>
                      </a:r>
                      <a:r>
                        <a:rPr lang="en-AU" sz="1000" dirty="0"/>
                        <a:t>..</a:t>
                      </a:r>
                    </a:p>
                    <a:p>
                      <a:endParaRPr lang="en-AU" sz="1000" dirty="0"/>
                    </a:p>
                  </a:txBody>
                  <a:tcPr/>
                </a:tc>
                <a:tc>
                  <a:txBody>
                    <a:bodyPr/>
                    <a:lstStyle/>
                    <a:p>
                      <a:r>
                        <a:rPr lang="en-AU" sz="1000" dirty="0"/>
                        <a:t>Misses</a:t>
                      </a:r>
                    </a:p>
                  </a:txBody>
                  <a:tcPr/>
                </a:tc>
                <a:tc>
                  <a:txBody>
                    <a:bodyPr/>
                    <a:lstStyle/>
                    <a:p>
                      <a:r>
                        <a:rPr lang="en-AU" sz="1000" dirty="0"/>
                        <a:t>Currently the focus is on phones and computers, monitors will be incorporated upon completion of project and evaluation of provide data.</a:t>
                      </a:r>
                    </a:p>
                  </a:txBody>
                  <a:tcPr/>
                </a:tc>
                <a:extLst>
                  <a:ext uri="{0D108BD9-81ED-4DB2-BD59-A6C34878D82A}">
                    <a16:rowId xmlns:a16="http://schemas.microsoft.com/office/drawing/2014/main" val="2197275367"/>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Import purchase order numbers and costings</a:t>
                      </a:r>
                    </a:p>
                    <a:p>
                      <a:endParaRPr lang="en-AU" sz="1000" dirty="0"/>
                    </a:p>
                  </a:txBody>
                  <a:tcPr/>
                </a:tc>
                <a:tc>
                  <a:txBody>
                    <a:bodyPr/>
                    <a:lstStyle/>
                    <a:p>
                      <a:r>
                        <a:rPr lang="en-AU" sz="1000" dirty="0"/>
                        <a:t>Misses</a:t>
                      </a:r>
                    </a:p>
                  </a:txBody>
                  <a:tcPr/>
                </a:tc>
                <a:tc>
                  <a:txBody>
                    <a:bodyPr/>
                    <a:lstStyle/>
                    <a:p>
                      <a:r>
                        <a:rPr lang="en-AU" sz="1000" dirty="0"/>
                        <a:t>Looking at using Intune autopilot for this,  PO numbers are added against serial number, further work to look at incorporating costings</a:t>
                      </a:r>
                    </a:p>
                  </a:txBody>
                  <a:tcPr/>
                </a:tc>
                <a:extLst>
                  <a:ext uri="{0D108BD9-81ED-4DB2-BD59-A6C34878D82A}">
                    <a16:rowId xmlns:a16="http://schemas.microsoft.com/office/drawing/2014/main" val="1184687439"/>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Portable</a:t>
                      </a:r>
                    </a:p>
                    <a:p>
                      <a:endParaRPr lang="en-AU" sz="1000" dirty="0"/>
                    </a:p>
                  </a:txBody>
                  <a:tcPr/>
                </a:tc>
                <a:tc>
                  <a:txBody>
                    <a:bodyPr/>
                    <a:lstStyle/>
                    <a:p>
                      <a:r>
                        <a:rPr lang="en-AU" sz="1000" dirty="0"/>
                        <a:t>Meets</a:t>
                      </a:r>
                    </a:p>
                  </a:txBody>
                  <a:tcPr/>
                </a:tc>
                <a:tc>
                  <a:txBody>
                    <a:bodyPr/>
                    <a:lstStyle/>
                    <a:p>
                      <a:r>
                        <a:rPr lang="en-AU" sz="1000" dirty="0"/>
                        <a:t>System can be un packed an run, no need for server or changing code of filenames.</a:t>
                      </a:r>
                    </a:p>
                  </a:txBody>
                  <a:tcPr/>
                </a:tc>
                <a:extLst>
                  <a:ext uri="{0D108BD9-81ED-4DB2-BD59-A6C34878D82A}">
                    <a16:rowId xmlns:a16="http://schemas.microsoft.com/office/drawing/2014/main" val="536849053"/>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Simplistic use for Service Desk member</a:t>
                      </a:r>
                    </a:p>
                    <a:p>
                      <a:endParaRPr lang="en-AU" sz="1000" dirty="0"/>
                    </a:p>
                  </a:txBody>
                  <a:tcPr/>
                </a:tc>
                <a:tc>
                  <a:txBody>
                    <a:bodyPr/>
                    <a:lstStyle/>
                    <a:p>
                      <a:r>
                        <a:rPr lang="en-AU" sz="1000" dirty="0"/>
                        <a:t>Meets</a:t>
                      </a:r>
                    </a:p>
                  </a:txBody>
                  <a:tcPr/>
                </a:tc>
                <a:tc>
                  <a:txBody>
                    <a:bodyPr/>
                    <a:lstStyle/>
                    <a:p>
                      <a:r>
                        <a:rPr lang="en-AU" sz="1000" dirty="0"/>
                        <a:t>Relatively simple process.</a:t>
                      </a:r>
                    </a:p>
                  </a:txBody>
                  <a:tcPr/>
                </a:tc>
                <a:extLst>
                  <a:ext uri="{0D108BD9-81ED-4DB2-BD59-A6C34878D82A}">
                    <a16:rowId xmlns:a16="http://schemas.microsoft.com/office/drawing/2014/main" val="1037812409"/>
                  </a:ext>
                </a:extLst>
              </a:tr>
              <a:tr h="5366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Minimal additional permissions or set up required.</a:t>
                      </a:r>
                    </a:p>
                    <a:p>
                      <a:endParaRPr lang="en-AU" sz="1000" dirty="0"/>
                    </a:p>
                  </a:txBody>
                  <a:tcPr/>
                </a:tc>
                <a:tc>
                  <a:txBody>
                    <a:bodyPr/>
                    <a:lstStyle/>
                    <a:p>
                      <a:r>
                        <a:rPr lang="en-AU" sz="1000" dirty="0"/>
                        <a:t>meets</a:t>
                      </a:r>
                    </a:p>
                  </a:txBody>
                  <a:tcPr/>
                </a:tc>
                <a:tc>
                  <a:txBody>
                    <a:bodyPr/>
                    <a:lstStyle/>
                    <a:p>
                      <a:r>
                        <a:rPr lang="en-US" sz="1000" dirty="0"/>
                        <a:t>Few Permissions and modules required, these are required for other Service Desk tasks, therefore are standard and not additional.</a:t>
                      </a:r>
                    </a:p>
                    <a:p>
                      <a:endParaRPr lang="en-AU" sz="1000" dirty="0"/>
                    </a:p>
                  </a:txBody>
                  <a:tcPr/>
                </a:tc>
                <a:extLst>
                  <a:ext uri="{0D108BD9-81ED-4DB2-BD59-A6C34878D82A}">
                    <a16:rowId xmlns:a16="http://schemas.microsoft.com/office/drawing/2014/main" val="264990301"/>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Minimal upkeep or support</a:t>
                      </a:r>
                    </a:p>
                    <a:p>
                      <a:endParaRPr lang="en-AU" sz="1000" dirty="0"/>
                    </a:p>
                  </a:txBody>
                  <a:tcPr/>
                </a:tc>
                <a:tc>
                  <a:txBody>
                    <a:bodyPr/>
                    <a:lstStyle/>
                    <a:p>
                      <a:r>
                        <a:rPr lang="en-AU" sz="1000" dirty="0"/>
                        <a:t>Misses</a:t>
                      </a:r>
                    </a:p>
                  </a:txBody>
                  <a:tcPr/>
                </a:tc>
                <a:tc>
                  <a:txBody>
                    <a:bodyPr/>
                    <a:lstStyle/>
                    <a:p>
                      <a:r>
                        <a:rPr lang="en-AU" sz="1000" dirty="0"/>
                        <a:t>Currently hard coded variables will require maintenance or acceptance. </a:t>
                      </a:r>
                    </a:p>
                  </a:txBody>
                  <a:tcPr/>
                </a:tc>
                <a:extLst>
                  <a:ext uri="{0D108BD9-81ED-4DB2-BD59-A6C34878D82A}">
                    <a16:rowId xmlns:a16="http://schemas.microsoft.com/office/drawing/2014/main" val="3346654205"/>
                  </a:ext>
                </a:extLst>
              </a:tr>
            </a:tbl>
          </a:graphicData>
        </a:graphic>
      </p:graphicFrame>
      <p:sp>
        <p:nvSpPr>
          <p:cNvPr id="5" name="Title 4">
            <a:extLst>
              <a:ext uri="{FF2B5EF4-FFF2-40B4-BE49-F238E27FC236}">
                <a16:creationId xmlns:a16="http://schemas.microsoft.com/office/drawing/2014/main" id="{D772D659-59C3-5C3C-B9DB-9105C3708E9E}"/>
              </a:ext>
            </a:extLst>
          </p:cNvPr>
          <p:cNvSpPr>
            <a:spLocks noGrp="1"/>
          </p:cNvSpPr>
          <p:nvPr>
            <p:ph type="title"/>
          </p:nvPr>
        </p:nvSpPr>
        <p:spPr/>
        <p:txBody>
          <a:bodyPr/>
          <a:lstStyle/>
          <a:p>
            <a:r>
              <a:rPr lang="en-AU" dirty="0"/>
              <a:t>Project at close of Sprint 1 State vs Stake Holders Requirements</a:t>
            </a:r>
          </a:p>
        </p:txBody>
      </p:sp>
    </p:spTree>
    <p:extLst>
      <p:ext uri="{BB962C8B-B14F-4D97-AF65-F5344CB8AC3E}">
        <p14:creationId xmlns:p14="http://schemas.microsoft.com/office/powerpoint/2010/main" val="3492986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hangingPunct="1">
              <a:defRPr/>
            </a:pPr>
            <a:r>
              <a:rPr lang="en-US" dirty="0"/>
              <a:t>Intune Snow asset Import</a:t>
            </a:r>
            <a:br>
              <a:rPr lang="en-US" dirty="0"/>
            </a:br>
            <a:r>
              <a:rPr lang="en-US" dirty="0"/>
              <a:t>Sprint 3</a:t>
            </a:r>
            <a:endParaRPr lang="en-AU" dirty="0"/>
          </a:p>
        </p:txBody>
      </p:sp>
      <p:sp>
        <p:nvSpPr>
          <p:cNvPr id="3" name="Title 1">
            <a:extLst>
              <a:ext uri="{FF2B5EF4-FFF2-40B4-BE49-F238E27FC236}">
                <a16:creationId xmlns:a16="http://schemas.microsoft.com/office/drawing/2014/main" id="{0831C0C8-2ADE-EA0E-B5A1-5ADF9370AA70}"/>
              </a:ext>
            </a:extLst>
          </p:cNvPr>
          <p:cNvSpPr txBox="1">
            <a:spLocks/>
          </p:cNvSpPr>
          <p:nvPr/>
        </p:nvSpPr>
        <p:spPr bwMode="auto">
          <a:xfrm>
            <a:off x="2688600" y="4343720"/>
            <a:ext cx="6858000" cy="610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fontScale="97500"/>
          </a:bodyPr>
          <a:lstStyle>
            <a:lvl1pPr algn="l" rtl="0" eaLnBrk="1" fontAlgn="base" hangingPunct="1">
              <a:lnSpc>
                <a:spcPct val="90000"/>
              </a:lnSpc>
              <a:spcBef>
                <a:spcPct val="0"/>
              </a:spcBef>
              <a:spcAft>
                <a:spcPct val="0"/>
              </a:spcAft>
              <a:defRPr sz="40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Light" panose="020F0302020204030204"/>
                <a:ea typeface="+mj-ea"/>
                <a:cs typeface="+mj-cs"/>
              </a:rPr>
              <a:t>By Mathew Gallehawk</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Light" panose="020F0302020204030204"/>
                <a:ea typeface="+mj-ea"/>
                <a:cs typeface="+mj-cs"/>
              </a:rPr>
              <a:t>For: Darren Daly, Bruce Absolom, Joel Porgand</a:t>
            </a:r>
          </a:p>
        </p:txBody>
      </p:sp>
    </p:spTree>
    <p:extLst>
      <p:ext uri="{BB962C8B-B14F-4D97-AF65-F5344CB8AC3E}">
        <p14:creationId xmlns:p14="http://schemas.microsoft.com/office/powerpoint/2010/main" val="336560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James">
      <a:majorFont>
        <a:latin typeface="Roboto Condensed"/>
        <a:ea typeface=""/>
        <a:cs typeface=""/>
      </a:majorFont>
      <a:minorFont>
        <a:latin typeface="Roboto Condensed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James_Presentation_Template.potx" id="{B5008CB7-2FAB-47BA-A618-D2D83E25F1CE}" vid="{6859003B-2A43-4950-AF3E-B73EDCEAD68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F4EA6FF5D9B274F9B14E2D5A664A837" ma:contentTypeVersion="16" ma:contentTypeDescription="Create a new document." ma:contentTypeScope="" ma:versionID="eea24480f4a880a39205568098e93603">
  <xsd:schema xmlns:xsd="http://www.w3.org/2001/XMLSchema" xmlns:xs="http://www.w3.org/2001/XMLSchema" xmlns:p="http://schemas.microsoft.com/office/2006/metadata/properties" xmlns:ns2="3924b71c-c110-48ea-bc51-2f03443883fd" xmlns:ns3="a7130040-a85f-40f6-8ab2-b11de916c767" targetNamespace="http://schemas.microsoft.com/office/2006/metadata/properties" ma:root="true" ma:fieldsID="4c7cd77b949086b1279d6a5eeabc8d95" ns2:_="" ns3:_="">
    <xsd:import namespace="3924b71c-c110-48ea-bc51-2f03443883fd"/>
    <xsd:import namespace="a7130040-a85f-40f6-8ab2-b11de916c7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Location"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24b71c-c110-48ea-bc51-2f0344388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a4b4f5b-7e7f-40ab-b7ea-a5809ffe522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7130040-a85f-40f6-8ab2-b11de916c76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3888e1-35fc-4571-b63e-221b2e37f53b}" ma:internalName="TaxCatchAll" ma:showField="CatchAllData" ma:web="a7130040-a85f-40f6-8ab2-b11de916c7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1DDEDE-BD51-4831-967D-565931B3D158}">
  <ds:schemaRefs>
    <ds:schemaRef ds:uri="http://schemas.microsoft.com/sharepoint/v3/contenttype/forms"/>
  </ds:schemaRefs>
</ds:datastoreItem>
</file>

<file path=customXml/itemProps2.xml><?xml version="1.0" encoding="utf-8"?>
<ds:datastoreItem xmlns:ds="http://schemas.openxmlformats.org/officeDocument/2006/customXml" ds:itemID="{EBAC86B1-C81E-4A5F-BBC7-74FD42D3E8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24b71c-c110-48ea-bc51-2f03443883fd"/>
    <ds:schemaRef ds:uri="a7130040-a85f-40f6-8ab2-b11de916c7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766</TotalTime>
  <Words>4266</Words>
  <Application>Microsoft Office PowerPoint</Application>
  <PresentationFormat>Widescreen</PresentationFormat>
  <Paragraphs>603</Paragraphs>
  <Slides>26</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26</vt:i4>
      </vt:variant>
    </vt:vector>
  </HeadingPairs>
  <TitlesOfParts>
    <vt:vector size="36" baseType="lpstr">
      <vt:lpstr>Arial</vt:lpstr>
      <vt:lpstr>Calibri</vt:lpstr>
      <vt:lpstr>Calibri Light</vt:lpstr>
      <vt:lpstr>DINOT</vt:lpstr>
      <vt:lpstr>Roboto Condensed</vt:lpstr>
      <vt:lpstr>Roboto Condensed Light</vt:lpstr>
      <vt:lpstr>SourceSansPro</vt:lpstr>
      <vt:lpstr>Times New Roman</vt:lpstr>
      <vt:lpstr>Office Theme</vt:lpstr>
      <vt:lpstr>1_Office Theme</vt:lpstr>
      <vt:lpstr>PowerPoint Presentation</vt:lpstr>
      <vt:lpstr>Intune Snow asset Import </vt:lpstr>
      <vt:lpstr>I – Asset Management </vt:lpstr>
      <vt:lpstr>Business Problem</vt:lpstr>
      <vt:lpstr>Stake Holders</vt:lpstr>
      <vt:lpstr>Sprints</vt:lpstr>
      <vt:lpstr>Intune Snow asset Import Sprint 1 </vt:lpstr>
      <vt:lpstr>Sprint 1 Overview</vt:lpstr>
      <vt:lpstr>PowerPoint Presentation</vt:lpstr>
      <vt:lpstr>Sprint 1 Hard Code Transformations</vt:lpstr>
      <vt:lpstr>End user Process for Current Stage</vt:lpstr>
      <vt:lpstr>Sprint 1 Testing</vt:lpstr>
      <vt:lpstr>Sprint 1 Addressing Losses / Concerns</vt:lpstr>
      <vt:lpstr>Next Planned Steps</vt:lpstr>
      <vt:lpstr>Project at close of Sprint 1 State vs Stake Holders Requirements</vt:lpstr>
      <vt:lpstr>Intune Snow asset Import Sprint 2 </vt:lpstr>
      <vt:lpstr>Sprint 2 Overview</vt:lpstr>
      <vt:lpstr>PowerPoint Presentation</vt:lpstr>
      <vt:lpstr>Hard Code Transformations</vt:lpstr>
      <vt:lpstr>End user Process for Current Stage</vt:lpstr>
      <vt:lpstr>Sprint 1 Testing</vt:lpstr>
      <vt:lpstr>Sprint 1 Addressing Losses / Concerns</vt:lpstr>
      <vt:lpstr>Next Planned Steps</vt:lpstr>
      <vt:lpstr>Project at close of Sprint 1 State vs Stake Holders Requirements</vt:lpstr>
      <vt:lpstr>Intune Snow asset Import Sprint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 Gallehawk</dc:creator>
  <cp:lastModifiedBy>Mat Gallehawk</cp:lastModifiedBy>
  <cp:revision>1</cp:revision>
  <dcterms:created xsi:type="dcterms:W3CDTF">2023-05-17T00:36:09Z</dcterms:created>
  <dcterms:modified xsi:type="dcterms:W3CDTF">2023-05-22T05:08:26Z</dcterms:modified>
</cp:coreProperties>
</file>