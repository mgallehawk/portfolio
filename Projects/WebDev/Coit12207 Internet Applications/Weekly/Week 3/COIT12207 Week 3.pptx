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21A7C-9557-4A4D-89C1-B42F5FB4486E}" v="8" dt="2022-06-17T06:40:20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6851" autoAdjust="0"/>
  </p:normalViewPr>
  <p:slideViewPr>
    <p:cSldViewPr snapToGrid="0">
      <p:cViewPr varScale="1">
        <p:scale>
          <a:sx n="90" d="100"/>
          <a:sy n="90" d="100"/>
        </p:scale>
        <p:origin x="9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y Li" userId="a4173242-1e2f-493e-ae7d-f1030ffd65b7" providerId="ADAL" clId="{C2721A7C-9557-4A4D-89C1-B42F5FB4486E}"/>
    <pc:docChg chg="undo custSel delSld modSld">
      <pc:chgData name="Lily Li" userId="a4173242-1e2f-493e-ae7d-f1030ffd65b7" providerId="ADAL" clId="{C2721A7C-9557-4A4D-89C1-B42F5FB4486E}" dt="2022-06-17T06:40:36.399" v="140" actId="1076"/>
      <pc:docMkLst>
        <pc:docMk/>
      </pc:docMkLst>
      <pc:sldChg chg="modSp mod modClrScheme chgLayout">
        <pc:chgData name="Lily Li" userId="a4173242-1e2f-493e-ae7d-f1030ffd65b7" providerId="ADAL" clId="{C2721A7C-9557-4A4D-89C1-B42F5FB4486E}" dt="2022-06-17T06:40:36.399" v="140" actId="1076"/>
        <pc:sldMkLst>
          <pc:docMk/>
          <pc:sldMk cId="784406767" sldId="256"/>
        </pc:sldMkLst>
        <pc:spChg chg="mod ord">
          <ac:chgData name="Lily Li" userId="a4173242-1e2f-493e-ae7d-f1030ffd65b7" providerId="ADAL" clId="{C2721A7C-9557-4A4D-89C1-B42F5FB4486E}" dt="2022-06-17T06:21:17.643" v="13" actId="120"/>
          <ac:spMkLst>
            <pc:docMk/>
            <pc:sldMk cId="784406767" sldId="256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21:49.442" v="21" actId="14100"/>
          <ac:spMkLst>
            <pc:docMk/>
            <pc:sldMk cId="784406767" sldId="256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40:36.399" v="140" actId="1076"/>
          <ac:spMkLst>
            <pc:docMk/>
            <pc:sldMk cId="784406767" sldId="256"/>
            <ac:spMk id="4" creationId="{E8AFCCC5-A25F-8B32-1352-77846BB4A7BE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27:39.057" v="39" actId="1076"/>
        <pc:sldMkLst>
          <pc:docMk/>
          <pc:sldMk cId="600708474" sldId="257"/>
        </pc:sldMkLst>
        <pc:spChg chg="mod ord">
          <ac:chgData name="Lily Li" userId="a4173242-1e2f-493e-ae7d-f1030ffd65b7" providerId="ADAL" clId="{C2721A7C-9557-4A4D-89C1-B42F5FB4486E}" dt="2022-06-17T06:26:47.727" v="34" actId="1076"/>
          <ac:spMkLst>
            <pc:docMk/>
            <pc:sldMk cId="600708474" sldId="257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27:39.057" v="39" actId="1076"/>
          <ac:spMkLst>
            <pc:docMk/>
            <pc:sldMk cId="600708474" sldId="257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26:42.534" v="32" actId="1076"/>
          <ac:spMkLst>
            <pc:docMk/>
            <pc:sldMk cId="600708474" sldId="257"/>
            <ac:spMk id="4" creationId="{A43E1E5A-64E7-EB2B-A6C2-116492D7ABCB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29:45.224" v="57" actId="1076"/>
        <pc:sldMkLst>
          <pc:docMk/>
          <pc:sldMk cId="1018756028" sldId="258"/>
        </pc:sldMkLst>
        <pc:spChg chg="mod ord">
          <ac:chgData name="Lily Li" userId="a4173242-1e2f-493e-ae7d-f1030ffd65b7" providerId="ADAL" clId="{C2721A7C-9557-4A4D-89C1-B42F5FB4486E}" dt="2022-06-17T06:28:18.571" v="47" actId="1076"/>
          <ac:spMkLst>
            <pc:docMk/>
            <pc:sldMk cId="1018756028" sldId="258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29:20.510" v="56" actId="207"/>
          <ac:spMkLst>
            <pc:docMk/>
            <pc:sldMk cId="1018756028" sldId="258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29:45.224" v="57" actId="1076"/>
          <ac:spMkLst>
            <pc:docMk/>
            <pc:sldMk cId="1018756028" sldId="258"/>
            <ac:spMk id="4" creationId="{00615914-01D6-5E1B-2F7D-ABB23E812A4B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32:11.352" v="76" actId="1076"/>
        <pc:sldMkLst>
          <pc:docMk/>
          <pc:sldMk cId="2057612839" sldId="259"/>
        </pc:sldMkLst>
        <pc:spChg chg="mod ord">
          <ac:chgData name="Lily Li" userId="a4173242-1e2f-493e-ae7d-f1030ffd65b7" providerId="ADAL" clId="{C2721A7C-9557-4A4D-89C1-B42F5FB4486E}" dt="2022-06-17T06:30:11.745" v="60" actId="14100"/>
          <ac:spMkLst>
            <pc:docMk/>
            <pc:sldMk cId="2057612839" sldId="259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31:50.383" v="75" actId="1076"/>
          <ac:spMkLst>
            <pc:docMk/>
            <pc:sldMk cId="2057612839" sldId="259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32:11.352" v="76" actId="1076"/>
          <ac:spMkLst>
            <pc:docMk/>
            <pc:sldMk cId="2057612839" sldId="259"/>
            <ac:spMk id="4" creationId="{6A426150-7750-C043-3CF9-D12F281CBCCF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35:47.242" v="105" actId="12"/>
        <pc:sldMkLst>
          <pc:docMk/>
          <pc:sldMk cId="3735660023" sldId="260"/>
        </pc:sldMkLst>
        <pc:spChg chg="mod ord">
          <ac:chgData name="Lily Li" userId="a4173242-1e2f-493e-ae7d-f1030ffd65b7" providerId="ADAL" clId="{C2721A7C-9557-4A4D-89C1-B42F5FB4486E}" dt="2022-06-17T06:33:26.692" v="88" actId="255"/>
          <ac:spMkLst>
            <pc:docMk/>
            <pc:sldMk cId="3735660023" sldId="260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35:47.242" v="105" actId="12"/>
          <ac:spMkLst>
            <pc:docMk/>
            <pc:sldMk cId="3735660023" sldId="260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33:03.995" v="81" actId="1076"/>
          <ac:spMkLst>
            <pc:docMk/>
            <pc:sldMk cId="3735660023" sldId="260"/>
            <ac:spMk id="4" creationId="{EB997EE0-676D-C165-8CB0-EB050B49F39A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36:11.332" v="109" actId="12"/>
        <pc:sldMkLst>
          <pc:docMk/>
          <pc:sldMk cId="1247082469" sldId="261"/>
        </pc:sldMkLst>
        <pc:spChg chg="mod ord">
          <ac:chgData name="Lily Li" userId="a4173242-1e2f-493e-ae7d-f1030ffd65b7" providerId="ADAL" clId="{C2721A7C-9557-4A4D-89C1-B42F5FB4486E}" dt="2022-06-17T06:34:33.143" v="95" actId="14100"/>
          <ac:spMkLst>
            <pc:docMk/>
            <pc:sldMk cId="1247082469" sldId="261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36:11.332" v="109" actId="12"/>
          <ac:spMkLst>
            <pc:docMk/>
            <pc:sldMk cId="1247082469" sldId="261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34:18.783" v="92" actId="1076"/>
          <ac:spMkLst>
            <pc:docMk/>
            <pc:sldMk cId="1247082469" sldId="261"/>
            <ac:spMk id="4" creationId="{57ED4251-136D-3AD4-C46C-6EFC75D6C51C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40:23.239" v="139" actId="1076"/>
        <pc:sldMkLst>
          <pc:docMk/>
          <pc:sldMk cId="3606842282" sldId="262"/>
        </pc:sldMkLst>
        <pc:spChg chg="mod ord">
          <ac:chgData name="Lily Li" userId="a4173242-1e2f-493e-ae7d-f1030ffd65b7" providerId="ADAL" clId="{C2721A7C-9557-4A4D-89C1-B42F5FB4486E}" dt="2022-06-17T06:40:10.014" v="138" actId="1076"/>
          <ac:spMkLst>
            <pc:docMk/>
            <pc:sldMk cId="3606842282" sldId="262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40:07.375" v="137" actId="1076"/>
          <ac:spMkLst>
            <pc:docMk/>
            <pc:sldMk cId="3606842282" sldId="262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40:23.239" v="139" actId="1076"/>
          <ac:spMkLst>
            <pc:docMk/>
            <pc:sldMk cId="3606842282" sldId="262"/>
            <ac:spMk id="4" creationId="{D796EB90-6BA5-F7AE-77D9-B89731BE672C}"/>
          </ac:spMkLst>
        </pc:spChg>
      </pc:sldChg>
      <pc:sldChg chg="modSp mod modClrScheme chgLayout">
        <pc:chgData name="Lily Li" userId="a4173242-1e2f-493e-ae7d-f1030ffd65b7" providerId="ADAL" clId="{C2721A7C-9557-4A4D-89C1-B42F5FB4486E}" dt="2022-06-17T06:38:11.977" v="127" actId="1076"/>
        <pc:sldMkLst>
          <pc:docMk/>
          <pc:sldMk cId="1165745349" sldId="263"/>
        </pc:sldMkLst>
        <pc:spChg chg="mod ord">
          <ac:chgData name="Lily Li" userId="a4173242-1e2f-493e-ae7d-f1030ffd65b7" providerId="ADAL" clId="{C2721A7C-9557-4A4D-89C1-B42F5FB4486E}" dt="2022-06-17T06:37:24.464" v="118" actId="1076"/>
          <ac:spMkLst>
            <pc:docMk/>
            <pc:sldMk cId="1165745349" sldId="263"/>
            <ac:spMk id="2" creationId="{00000000-0000-0000-0000-000000000000}"/>
          </ac:spMkLst>
        </pc:spChg>
        <pc:spChg chg="mod ord">
          <ac:chgData name="Lily Li" userId="a4173242-1e2f-493e-ae7d-f1030ffd65b7" providerId="ADAL" clId="{C2721A7C-9557-4A4D-89C1-B42F5FB4486E}" dt="2022-06-17T06:38:05.153" v="126" actId="1076"/>
          <ac:spMkLst>
            <pc:docMk/>
            <pc:sldMk cId="1165745349" sldId="263"/>
            <ac:spMk id="3" creationId="{00000000-0000-0000-0000-000000000000}"/>
          </ac:spMkLst>
        </pc:spChg>
        <pc:spChg chg="mod">
          <ac:chgData name="Lily Li" userId="a4173242-1e2f-493e-ae7d-f1030ffd65b7" providerId="ADAL" clId="{C2721A7C-9557-4A4D-89C1-B42F5FB4486E}" dt="2022-06-17T06:36:46.637" v="112" actId="1076"/>
          <ac:spMkLst>
            <pc:docMk/>
            <pc:sldMk cId="1165745349" sldId="263"/>
            <ac:spMk id="4" creationId="{830970E2-0A18-3D5B-FB11-56FCF984F19F}"/>
          </ac:spMkLst>
        </pc:spChg>
        <pc:picChg chg="mod">
          <ac:chgData name="Lily Li" userId="a4173242-1e2f-493e-ae7d-f1030ffd65b7" providerId="ADAL" clId="{C2721A7C-9557-4A4D-89C1-B42F5FB4486E}" dt="2022-06-17T06:38:11.977" v="127" actId="1076"/>
          <ac:picMkLst>
            <pc:docMk/>
            <pc:sldMk cId="1165745349" sldId="263"/>
            <ac:picMk id="6" creationId="{9BEA5898-6C25-435D-B699-58057460D11F}"/>
          </ac:picMkLst>
        </pc:picChg>
      </pc:sldChg>
      <pc:sldChg chg="del">
        <pc:chgData name="Lily Li" userId="a4173242-1e2f-493e-ae7d-f1030ffd65b7" providerId="ADAL" clId="{C2721A7C-9557-4A4D-89C1-B42F5FB4486E}" dt="2022-06-17T06:27:11.485" v="37" actId="2696"/>
        <pc:sldMkLst>
          <pc:docMk/>
          <pc:sldMk cId="1202505517" sldId="264"/>
        </pc:sldMkLst>
      </pc:sldChg>
    </pc:docChg>
  </pc:docChgLst>
  <pc:docChgLst>
    <pc:chgData name="Lily Li" userId="a4173242-1e2f-493e-ae7d-f1030ffd65b7" providerId="ADAL" clId="{2ECC244B-8188-4C92-800D-B3B314525342}"/>
    <pc:docChg chg="modSld">
      <pc:chgData name="Lily Li" userId="a4173242-1e2f-493e-ae7d-f1030ffd65b7" providerId="ADAL" clId="{2ECC244B-8188-4C92-800D-B3B314525342}" dt="2022-02-14T07:28:01.617" v="1" actId="6549"/>
      <pc:docMkLst>
        <pc:docMk/>
      </pc:docMkLst>
      <pc:sldChg chg="modSp mod">
        <pc:chgData name="Lily Li" userId="a4173242-1e2f-493e-ae7d-f1030ffd65b7" providerId="ADAL" clId="{2ECC244B-8188-4C92-800D-B3B314525342}" dt="2022-02-14T07:28:01.617" v="1" actId="6549"/>
        <pc:sldMkLst>
          <pc:docMk/>
          <pc:sldMk cId="784406767" sldId="256"/>
        </pc:sldMkLst>
        <pc:spChg chg="mod">
          <ac:chgData name="Lily Li" userId="a4173242-1e2f-493e-ae7d-f1030ffd65b7" providerId="ADAL" clId="{2ECC244B-8188-4C92-800D-B3B314525342}" dt="2022-02-14T07:28:01.617" v="1" actId="6549"/>
          <ac:spMkLst>
            <pc:docMk/>
            <pc:sldMk cId="784406767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6A74D-7C1A-4044-B80C-83DABE063968}" type="datetimeFigureOut">
              <a:rPr lang="en-AU" smtClean="0"/>
              <a:t>17/06/2022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EC72-4591-4AA9-80A7-37E01F85FE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71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074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https://en.wikipedia.org/wiki/Software_framework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256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584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-140421-Powerpoint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7"/>
            <a:ext cx="10363200" cy="1034927"/>
          </a:xfrm>
        </p:spPr>
        <p:txBody>
          <a:bodyPr/>
          <a:lstStyle>
            <a:lvl1pPr algn="l">
              <a:defRPr>
                <a:solidFill>
                  <a:srgbClr val="58595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407860"/>
            <a:ext cx="10363200" cy="65094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8595B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-140421-Powerpoint2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7"/>
            <a:ext cx="10363200" cy="1034927"/>
          </a:xfrm>
        </p:spPr>
        <p:txBody>
          <a:bodyPr/>
          <a:lstStyle>
            <a:lvl1pPr algn="l">
              <a:defRPr>
                <a:solidFill>
                  <a:srgbClr val="58595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407860"/>
            <a:ext cx="10363200" cy="65094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8595B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8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371119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0" cap="all"/>
            </a:lvl1pPr>
          </a:lstStyle>
          <a:p>
            <a:r>
              <a:rPr lang="en-AU" dirty="0"/>
              <a:t>SECTION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79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720917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8917"/>
            <a:ext cx="10972800" cy="4620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F963-92A0-4316-BD89-E2CA61A45F69}" type="datetime1">
              <a:rPr lang="en-US" smtClean="0"/>
              <a:t>6/17/2022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23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dirty="0"/>
              <a:t>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dirty="0"/>
              <a:t>SUBHEADING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5F4F5-E9F9-4CAF-9965-D356FC5419B7}" type="datetime1">
              <a:rPr lang="en-US" smtClean="0"/>
              <a:t>6/17/2022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3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 baseline="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15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81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652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 baseline="0"/>
            </a:lvl1pPr>
          </a:lstStyle>
          <a:p>
            <a:r>
              <a:rPr lang="en-AU" dirty="0"/>
              <a:t>PHOTO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dirty="0"/>
              <a:t>PHOTO DESCRIPTION</a:t>
            </a:r>
          </a:p>
        </p:txBody>
      </p:sp>
    </p:spTree>
    <p:extLst>
      <p:ext uri="{BB962C8B-B14F-4D97-AF65-F5344CB8AC3E}">
        <p14:creationId xmlns:p14="http://schemas.microsoft.com/office/powerpoint/2010/main" val="277031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858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328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-140421-Powerpoint2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PPT-140421-Powerpoint2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0EDC5-9FDE-4983-A13B-0161F2657AC8}" type="datetime1">
              <a:rPr lang="en-US" smtClean="0"/>
              <a:t>6/17/2022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2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58595B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8595B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58595B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8595B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8595B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8595B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etbootstrap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andbook.cqu.edu.au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18688"/>
            <a:ext cx="10972800" cy="2149814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AU" sz="6000" dirty="0"/>
              <a:t>COIT12207</a:t>
            </a:r>
            <a:br>
              <a:rPr lang="en-AU" sz="6000" dirty="0"/>
            </a:br>
            <a:r>
              <a:rPr lang="en-AU" sz="6000" dirty="0"/>
              <a:t>Internet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609600" y="3880884"/>
            <a:ext cx="10972800" cy="1605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/>
              <a:t>Week 3  Introduction to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FCCC5-A25F-8B32-1352-77846BB4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697" y="6016219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40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391" y="821328"/>
            <a:ext cx="8406809" cy="720917"/>
          </a:xfrm>
        </p:spPr>
        <p:txBody>
          <a:bodyPr>
            <a:noAutofit/>
          </a:bodyPr>
          <a:lstStyle/>
          <a:p>
            <a:r>
              <a:rPr lang="en-AU" sz="4400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903" y="1812589"/>
            <a:ext cx="9512596" cy="407430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What is Bootstrap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Why is it so popular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Why do we need a framework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Get started with Bootstrap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Structure of a Bootstrap project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Create a webpage with Bootstrap styles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Overwrite Bootstrap styles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E1E5A-64E7-EB2B-A6C2-116492D7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099" y="6157241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70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89" y="753105"/>
            <a:ext cx="9119191" cy="720917"/>
          </a:xfrm>
        </p:spPr>
        <p:txBody>
          <a:bodyPr>
            <a:noAutofit/>
          </a:bodyPr>
          <a:lstStyle/>
          <a:p>
            <a:r>
              <a:rPr lang="en-AU" sz="4400" dirty="0"/>
              <a:t>What is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069" y="1573618"/>
            <a:ext cx="10480158" cy="4359349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“Bootstrap is the most popular HTML, CSS, and JavaScript framework for developing responsive, mobile first projects on the web.” </a:t>
            </a:r>
            <a:r>
              <a:rPr lang="en-AU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http://getbootstrap.com</a:t>
            </a: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Bootstrap, originally named Twitter Blueprint, was developed by a small group of developers at Twitter as an internal framework to encourage consistency.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Became an open source project and become a popular framework.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Bootstrap 5 released on 5 May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15914-01D6-5E1B-2F7D-ABB23E81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104895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5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944278"/>
          </a:xfrm>
        </p:spPr>
        <p:txBody>
          <a:bodyPr>
            <a:noAutofit/>
          </a:bodyPr>
          <a:lstStyle/>
          <a:p>
            <a:r>
              <a:rPr lang="en-AU" sz="4400" dirty="0"/>
              <a:t>Why is it so popular?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641" y="1215090"/>
            <a:ext cx="10972800" cy="50011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Responsiveness</a:t>
            </a:r>
          </a:p>
          <a:p>
            <a:pPr lvl="1" algn="l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 of a webpage adjusts dynamically, based on different window size and devices</a:t>
            </a:r>
          </a:p>
          <a:p>
            <a:pPr lvl="1" algn="l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https://handbook.cqu.edu.au/</a:t>
            </a:r>
            <a:endParaRPr lang="en-AU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Compatibility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Compatible with the latest versions of the Google Chrome, Firefox, Internet Explorer, Opera, and Safari browsers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Simplicity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Simple and easy to use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 not require much CSS knowledge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26150-7750-C043-3CF9-D12F281C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596" y="6033657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1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2" y="1050816"/>
            <a:ext cx="9523228" cy="720917"/>
          </a:xfrm>
        </p:spPr>
        <p:txBody>
          <a:bodyPr>
            <a:noAutofit/>
          </a:bodyPr>
          <a:lstStyle/>
          <a:p>
            <a:r>
              <a:rPr lang="en-AU" sz="4400" dirty="0"/>
              <a:t>Why do we need a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8158" y="2347836"/>
            <a:ext cx="9406270" cy="3161697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</a:rPr>
              <a:t>What is a framework?</a:t>
            </a:r>
          </a:p>
          <a:p>
            <a:pPr lvl="1" algn="l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A set of predefined, reusable classes, libraries or programs.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sz="2800" dirty="0"/>
              <a:t>What can frameworks do?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Demo - Plain 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97EE0-676D-C165-8CB0-EB050B49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0" y="6085637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6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033166"/>
          </a:xfrm>
        </p:spPr>
        <p:txBody>
          <a:bodyPr>
            <a:noAutofit/>
          </a:bodyPr>
          <a:lstStyle/>
          <a:p>
            <a:r>
              <a:rPr lang="en-AU" sz="4400" dirty="0"/>
              <a:t>Why do we need a framework?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0744" y="1392865"/>
            <a:ext cx="10972800" cy="4586447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Enable developers to focus on business processes by predefining things that are not business related</a:t>
            </a:r>
          </a:p>
          <a:p>
            <a:pPr lvl="1" algn="l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Instead of reinventing the wheels, we take advantage of other people’s work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Helps standardisation and consistency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Similar look and feel across systems of one organisation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Saves time, resource and money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Frameworks often make things simpler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Easy to learn, easy to train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>
                <a:solidFill>
                  <a:schemeClr val="bg2">
                    <a:lumMod val="25000"/>
                  </a:schemeClr>
                </a:solidFill>
              </a:rPr>
              <a:t>Reduces the length of software development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D4251-136D-3AD4-C46C-6EFC75D6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064372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8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2663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Structure of a Bootstrap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847" y="1360739"/>
            <a:ext cx="7088371" cy="462039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week you will learn to set up a Bootstrap Project.  Let’s examine the folder structure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Dev folder: a place for you to store all your development projects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Bootstrap folder: this is your Bootstrap project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AU" sz="2000" dirty="0" err="1">
                <a:solidFill>
                  <a:schemeClr val="bg2">
                    <a:lumMod val="25000"/>
                  </a:schemeClr>
                </a:solidFill>
              </a:rPr>
              <a:t>css</a:t>
            </a: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 and </a:t>
            </a:r>
            <a:r>
              <a:rPr lang="en-AU" sz="2000" dirty="0" err="1">
                <a:solidFill>
                  <a:schemeClr val="bg2">
                    <a:lumMod val="25000"/>
                  </a:schemeClr>
                </a:solidFill>
              </a:rPr>
              <a:t>js</a:t>
            </a: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: these two folders contain core Bootstrap framework code. </a:t>
            </a:r>
            <a:r>
              <a:rPr lang="en-AU" sz="2000" dirty="0">
                <a:solidFill>
                  <a:srgbClr val="C00000"/>
                </a:solidFill>
              </a:rPr>
              <a:t>We should not touch any file downloaded from Bootstrap</a:t>
            </a: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. But we can add in our files later into these folders.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AU" sz="2000" dirty="0" err="1">
                <a:solidFill>
                  <a:schemeClr val="bg2">
                    <a:lumMod val="25000"/>
                  </a:schemeClr>
                </a:solidFill>
              </a:rPr>
              <a:t>img</a:t>
            </a: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 folder: a place to store our images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AU" sz="2000" dirty="0">
                <a:solidFill>
                  <a:schemeClr val="bg2">
                    <a:lumMod val="25000"/>
                  </a:schemeClr>
                </a:solidFill>
              </a:rPr>
              <a:t>Our HTML files stay in Bootstrap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EA5898-6C25-435D-B699-58057460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221" y="1983240"/>
            <a:ext cx="4112260" cy="35242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970E2-0A18-3D5B-FB11-56FCF984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0" y="6062673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74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25" y="561718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Hands-on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907" y="1722474"/>
            <a:ext cx="10972800" cy="4042410"/>
          </a:xfrm>
        </p:spPr>
        <p:txBody>
          <a:bodyPr>
            <a:normAutofit lnSpcReduction="10000"/>
          </a:bodyPr>
          <a:lstStyle/>
          <a:p>
            <a:pPr marL="457200" lvl="1" indent="-457200" algn="l">
              <a:buFont typeface="Courier New" panose="02070309020205020404" pitchFamily="49" charset="0"/>
              <a:buChar char="o"/>
            </a:pPr>
            <a:r>
              <a:rPr lang="en-AU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Hands-on Project 1</a:t>
            </a:r>
          </a:p>
          <a:p>
            <a:pPr marL="857250" lvl="2" indent="-457200" algn="l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</a:rPr>
              <a:t>Set up a Bootstrap web project</a:t>
            </a:r>
          </a:p>
          <a:p>
            <a:pPr marL="857250" lvl="2" indent="-457200" algn="l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457200" lvl="1" indent="-457200" algn="l">
              <a:buFont typeface="Courier New" panose="02070309020205020404" pitchFamily="49" charset="0"/>
              <a:buChar char="o"/>
            </a:pPr>
            <a:r>
              <a:rPr lang="en-AU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Hands-on Project 2</a:t>
            </a:r>
          </a:p>
          <a:p>
            <a:pPr marL="857250" lvl="2" indent="-457200" algn="l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</a:rPr>
              <a:t>Create a webpage with Bootstrap styles</a:t>
            </a:r>
          </a:p>
          <a:p>
            <a:pPr marL="857250" lvl="2" indent="-457200" algn="l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457200" lvl="1" indent="-457200" algn="l">
              <a:buFont typeface="Courier New" panose="02070309020205020404" pitchFamily="49" charset="0"/>
              <a:buChar char="o"/>
            </a:pPr>
            <a:r>
              <a:rPr lang="en-AU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Hands-on Project 3</a:t>
            </a:r>
          </a:p>
          <a:p>
            <a:pPr marL="857250" lvl="2" indent="-457200" algn="l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</a:rPr>
              <a:t>Overwrite Bootstrap styles</a:t>
            </a:r>
          </a:p>
          <a:p>
            <a:pPr marL="400050" lvl="2" indent="0">
              <a:buNone/>
            </a:pPr>
            <a:endParaRPr lang="en-AU" sz="1600" dirty="0"/>
          </a:p>
          <a:p>
            <a:pPr marL="400050" lvl="2" indent="0">
              <a:buNone/>
            </a:pPr>
            <a:endParaRPr lang="en-AU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6EB90-6BA5-F7AE-77D9-B89731BE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903" y="6113719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422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3" id="{8880ED15-70D2-4225-B603-083D74832772}" vid="{98CE8CB5-9C1E-4F5C-A7E1-A21315CCFC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436</Words>
  <Application>Microsoft Office PowerPoint</Application>
  <PresentationFormat>Widescreen</PresentationFormat>
  <Paragraphs>66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Wingdings</vt:lpstr>
      <vt:lpstr>Theme3</vt:lpstr>
      <vt:lpstr>COIT12207 Internet Applications</vt:lpstr>
      <vt:lpstr>Outline</vt:lpstr>
      <vt:lpstr>What is Bootstrap?</vt:lpstr>
      <vt:lpstr>Why is it so popular?</vt:lpstr>
      <vt:lpstr>Why do we need a framework?</vt:lpstr>
      <vt:lpstr>Why do we need a framework? (cont.)</vt:lpstr>
      <vt:lpstr>Structure of a Bootstrap project</vt:lpstr>
      <vt:lpstr>Hands-on Projects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COIT12207 Internet Applications</dc:title>
  <dc:creator>Lily Li</dc:creator>
  <cp:lastModifiedBy>Lily Li</cp:lastModifiedBy>
  <cp:revision>60</cp:revision>
  <dcterms:created xsi:type="dcterms:W3CDTF">2020-05-12T04:52:35Z</dcterms:created>
  <dcterms:modified xsi:type="dcterms:W3CDTF">2022-06-17T06:40:41Z</dcterms:modified>
</cp:coreProperties>
</file>