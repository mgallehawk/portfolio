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60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1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Daly" userId="819567e7-b13d-426c-99fa-035b2637d784" providerId="ADAL" clId="{D9D7492F-1FD2-4424-81D5-F1676B08DF62}"/>
    <pc:docChg chg="modSld">
      <pc:chgData name="Darren Daly" userId="819567e7-b13d-426c-99fa-035b2637d784" providerId="ADAL" clId="{D9D7492F-1FD2-4424-81D5-F1676B08DF62}" dt="2021-11-17T03:13:27.278" v="0" actId="6549"/>
      <pc:docMkLst>
        <pc:docMk/>
      </pc:docMkLst>
      <pc:sldChg chg="modSp mod">
        <pc:chgData name="Darren Daly" userId="819567e7-b13d-426c-99fa-035b2637d784" providerId="ADAL" clId="{D9D7492F-1FD2-4424-81D5-F1676B08DF62}" dt="2021-11-17T03:13:27.278" v="0" actId="6549"/>
        <pc:sldMkLst>
          <pc:docMk/>
          <pc:sldMk cId="1721611719" sldId="256"/>
        </pc:sldMkLst>
        <pc:spChg chg="mod">
          <ac:chgData name="Darren Daly" userId="819567e7-b13d-426c-99fa-035b2637d784" providerId="ADAL" clId="{D9D7492F-1FD2-4424-81D5-F1676B08DF62}" dt="2021-11-17T03:13:27.278" v="0" actId="6549"/>
          <ac:spMkLst>
            <pc:docMk/>
            <pc:sldMk cId="1721611719" sldId="256"/>
            <ac:spMk id="5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2%20Controls/Governance%20Agreement%20Document.docx" TargetMode="External"/><Relationship Id="rId7" Type="http://schemas.openxmlformats.org/officeDocument/2006/relationships/image" Target="../media/image5.jpg"/><Relationship Id="rId2" Type="http://schemas.openxmlformats.org/officeDocument/2006/relationships/hyperlink" Target="2%20Controls/Project%20governance%20document.docx" TargetMode="External"/><Relationship Id="rId1" Type="http://schemas.openxmlformats.org/officeDocument/2006/relationships/hyperlink" Target="1%20Requesting/Project%20Charter%20template.docx" TargetMode="External"/><Relationship Id="rId6" Type="http://schemas.openxmlformats.org/officeDocument/2006/relationships/hyperlink" Target="https://app.smartsheet.com/b/home" TargetMode="External"/><Relationship Id="rId5" Type="http://schemas.openxmlformats.org/officeDocument/2006/relationships/hyperlink" Target="3%20Prepare/Project%20budget%20Worksheet.xlsx" TargetMode="External"/><Relationship Id="rId4" Type="http://schemas.openxmlformats.org/officeDocument/2006/relationships/hyperlink" Target="3%20Prepare/Business%20Case.docx" TargetMode="External"/><Relationship Id="rId9" Type="http://schemas.openxmlformats.org/officeDocument/2006/relationships/image" Target="../media/image7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jp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6%20Support/ServiceLevelAgreementTemplate.doc" TargetMode="External"/><Relationship Id="rId7" Type="http://schemas.openxmlformats.org/officeDocument/2006/relationships/hyperlink" Target="5%20Test/Project%20Client%20Signoff%20Template%20v2.0.doc" TargetMode="External"/><Relationship Id="rId2" Type="http://schemas.openxmlformats.org/officeDocument/2006/relationships/hyperlink" Target="5%20Test/User%20Acceptance%20Test%20Plan%20Template.docx" TargetMode="External"/><Relationship Id="rId1" Type="http://schemas.openxmlformats.org/officeDocument/2006/relationships/hyperlink" Target="4%20Build/Work%20Package.docx" TargetMode="External"/><Relationship Id="rId6" Type="http://schemas.openxmlformats.org/officeDocument/2006/relationships/hyperlink" Target="6%20Support/Training%20Plan.docx" TargetMode="External"/><Relationship Id="rId5" Type="http://schemas.openxmlformats.org/officeDocument/2006/relationships/hyperlink" Target="4%20Build/PMO_Meeting_Agenda.docx" TargetMode="External"/><Relationship Id="rId10" Type="http://schemas.openxmlformats.org/officeDocument/2006/relationships/image" Target="../media/image10.jpg"/><Relationship Id="rId4" Type="http://schemas.openxmlformats.org/officeDocument/2006/relationships/hyperlink" Target="4%20Build/Project%20Status%20Report.docx" TargetMode="External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9%20Completing/Lessons-Learned.doc" TargetMode="External"/><Relationship Id="rId2" Type="http://schemas.openxmlformats.org/officeDocument/2006/relationships/hyperlink" Target="8%20Deploy/issues%20register.xlsx" TargetMode="External"/><Relationship Id="rId1" Type="http://schemas.openxmlformats.org/officeDocument/2006/relationships/hyperlink" Target="9%20Completing/Project%20Closure%20Template.doc" TargetMode="Externa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smartsheet.com/b/home" TargetMode="External"/><Relationship Id="rId3" Type="http://schemas.openxmlformats.org/officeDocument/2006/relationships/hyperlink" Target="2%20Controls/Project%20governance%20document.docx" TargetMode="External"/><Relationship Id="rId7" Type="http://schemas.openxmlformats.org/officeDocument/2006/relationships/hyperlink" Target="3%20Prepare/Project%20budget%20Worksheet.xlsx" TargetMode="External"/><Relationship Id="rId2" Type="http://schemas.openxmlformats.org/officeDocument/2006/relationships/image" Target="../media/image5.jpg"/><Relationship Id="rId1" Type="http://schemas.openxmlformats.org/officeDocument/2006/relationships/hyperlink" Target="1%20Requesting/Project%20Charter%20template.docx" TargetMode="External"/><Relationship Id="rId6" Type="http://schemas.openxmlformats.org/officeDocument/2006/relationships/hyperlink" Target="3%20Prepare/Business%20Case.docx" TargetMode="External"/><Relationship Id="rId5" Type="http://schemas.openxmlformats.org/officeDocument/2006/relationships/image" Target="../media/image6.png"/><Relationship Id="rId4" Type="http://schemas.openxmlformats.org/officeDocument/2006/relationships/hyperlink" Target="2%20Controls/Governance%20Agreement%20Document.docx" TargetMode="External"/><Relationship Id="rId9" Type="http://schemas.openxmlformats.org/officeDocument/2006/relationships/image" Target="../media/image7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jp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hyperlink" Target="6%20Support/ServiceLevelAgreementTemplate.doc" TargetMode="External"/><Relationship Id="rId3" Type="http://schemas.openxmlformats.org/officeDocument/2006/relationships/hyperlink" Target="4%20Build/Project%20Status%20Report.docx" TargetMode="External"/><Relationship Id="rId7" Type="http://schemas.openxmlformats.org/officeDocument/2006/relationships/image" Target="../media/image9.png"/><Relationship Id="rId2" Type="http://schemas.openxmlformats.org/officeDocument/2006/relationships/hyperlink" Target="4%20Build/PMO_Meeting_Agenda.docx" TargetMode="External"/><Relationship Id="rId1" Type="http://schemas.openxmlformats.org/officeDocument/2006/relationships/hyperlink" Target="4%20Build/Work%20Package.docx" TargetMode="External"/><Relationship Id="rId6" Type="http://schemas.openxmlformats.org/officeDocument/2006/relationships/hyperlink" Target="5%20Test/Project%20Client%20Signoff%20Template%20v2.0.doc" TargetMode="External"/><Relationship Id="rId5" Type="http://schemas.openxmlformats.org/officeDocument/2006/relationships/hyperlink" Target="5%20Test/User%20Acceptance%20Test%20Plan%20Template.docx" TargetMode="External"/><Relationship Id="rId10" Type="http://schemas.openxmlformats.org/officeDocument/2006/relationships/image" Target="../media/image10.jpg"/><Relationship Id="rId4" Type="http://schemas.openxmlformats.org/officeDocument/2006/relationships/image" Target="../media/image8.jpeg"/><Relationship Id="rId9" Type="http://schemas.openxmlformats.org/officeDocument/2006/relationships/hyperlink" Target="6%20Support/Training%20Plan.docx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8%20Deploy/issues%20register.xlsx" TargetMode="External"/><Relationship Id="rId1" Type="http://schemas.openxmlformats.org/officeDocument/2006/relationships/image" Target="../media/image11.jpg"/><Relationship Id="rId6" Type="http://schemas.openxmlformats.org/officeDocument/2006/relationships/image" Target="../media/image13.jpg"/><Relationship Id="rId5" Type="http://schemas.openxmlformats.org/officeDocument/2006/relationships/hyperlink" Target="9%20Completing/Project%20Closure%20Template.doc" TargetMode="External"/><Relationship Id="rId4" Type="http://schemas.openxmlformats.org/officeDocument/2006/relationships/hyperlink" Target="9%20Completing/Lessons-Learned.doc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394B7D-ECA3-4C35-94BD-57378793271D}" type="doc">
      <dgm:prSet loTypeId="urn:microsoft.com/office/officeart/2005/8/layout/vList4" loCatId="pictur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56C70568-92D0-40BD-A570-C2127F057A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="0" baseline="0" dirty="0">
              <a:solidFill>
                <a:srgbClr val="C00000"/>
              </a:solidFill>
            </a:rPr>
            <a:t>Requesting</a:t>
          </a:r>
        </a:p>
      </dgm:t>
    </dgm:pt>
    <dgm:pt modelId="{84096C22-5F3F-46C3-8852-9BD51D234BD2}" type="parTrans" cxnId="{0355D6B5-7CFE-4210-A0B9-2755403CC8AF}">
      <dgm:prSet/>
      <dgm:spPr/>
      <dgm:t>
        <a:bodyPr/>
        <a:lstStyle/>
        <a:p>
          <a:endParaRPr lang="en-AU"/>
        </a:p>
      </dgm:t>
    </dgm:pt>
    <dgm:pt modelId="{0417C6A0-04E0-4CCE-9C0E-57E68F4D6BA3}" type="sibTrans" cxnId="{0355D6B5-7CFE-4210-A0B9-2755403CC8AF}">
      <dgm:prSet/>
      <dgm:spPr/>
      <dgm:t>
        <a:bodyPr/>
        <a:lstStyle/>
        <a:p>
          <a:endParaRPr lang="en-AU"/>
        </a:p>
      </dgm:t>
    </dgm:pt>
    <dgm:pt modelId="{8C36F71C-CBE2-436B-81FD-DEE6029731A9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Develop a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1" action="ppaction://hlinkfile"/>
            </a:rPr>
            <a:t>Project Charter</a:t>
          </a:r>
          <a:endParaRPr lang="en-AU" dirty="0"/>
        </a:p>
      </dgm:t>
    </dgm:pt>
    <dgm:pt modelId="{7A06C488-D2BB-49B4-8BB4-29FE407A4C43}" type="parTrans" cxnId="{63EB2F14-9022-492B-8881-9BD74F49A8D8}">
      <dgm:prSet/>
      <dgm:spPr/>
      <dgm:t>
        <a:bodyPr/>
        <a:lstStyle/>
        <a:p>
          <a:endParaRPr lang="en-AU"/>
        </a:p>
      </dgm:t>
    </dgm:pt>
    <dgm:pt modelId="{C13AEFEB-5356-4FF0-A7F2-C58A0F9A876E}" type="sibTrans" cxnId="{63EB2F14-9022-492B-8881-9BD74F49A8D8}">
      <dgm:prSet/>
      <dgm:spPr/>
      <dgm:t>
        <a:bodyPr/>
        <a:lstStyle/>
        <a:p>
          <a:endParaRPr lang="en-AU"/>
        </a:p>
      </dgm:t>
    </dgm:pt>
    <dgm:pt modelId="{E485C9B1-281E-4D73-82F2-84D5390CC9E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</a:rPr>
            <a:t>Controls</a:t>
          </a:r>
        </a:p>
      </dgm:t>
    </dgm:pt>
    <dgm:pt modelId="{DA7F40FA-4D7D-43C5-A87D-95B7B6884301}" type="parTrans" cxnId="{A796CCA3-182F-4E58-914B-5C75B51614F2}">
      <dgm:prSet/>
      <dgm:spPr/>
      <dgm:t>
        <a:bodyPr/>
        <a:lstStyle/>
        <a:p>
          <a:endParaRPr lang="en-AU"/>
        </a:p>
      </dgm:t>
    </dgm:pt>
    <dgm:pt modelId="{757A79AB-E1A6-45E9-9928-1BBCA9F7DAF7}" type="sibTrans" cxnId="{A796CCA3-182F-4E58-914B-5C75B51614F2}">
      <dgm:prSet/>
      <dgm:spPr/>
      <dgm:t>
        <a:bodyPr/>
        <a:lstStyle/>
        <a:p>
          <a:endParaRPr lang="en-AU"/>
        </a:p>
      </dgm:t>
    </dgm:pt>
    <dgm:pt modelId="{2A5CC944-E972-4C40-A38D-066EDACB474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Review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2" action="ppaction://hlinkfile"/>
            </a:rPr>
            <a:t>Governance Document</a:t>
          </a:r>
          <a:r>
            <a:rPr lang="en-AU" dirty="0"/>
            <a:t> </a:t>
          </a:r>
          <a:r>
            <a:rPr lang="en-AU" dirty="0">
              <a:solidFill>
                <a:schemeClr val="tx1"/>
              </a:solidFill>
            </a:rPr>
            <a:t>guidelines</a:t>
          </a:r>
        </a:p>
      </dgm:t>
    </dgm:pt>
    <dgm:pt modelId="{53F324B2-858F-4EF0-80CF-4E5A1B299568}" type="parTrans" cxnId="{A8807D1D-3380-4EEA-B076-D34FF7212D96}">
      <dgm:prSet/>
      <dgm:spPr/>
      <dgm:t>
        <a:bodyPr/>
        <a:lstStyle/>
        <a:p>
          <a:endParaRPr lang="en-AU"/>
        </a:p>
      </dgm:t>
    </dgm:pt>
    <dgm:pt modelId="{D4AA4729-45D3-4914-9D68-661A3593FEBF}" type="sibTrans" cxnId="{A8807D1D-3380-4EEA-B076-D34FF7212D96}">
      <dgm:prSet/>
      <dgm:spPr/>
      <dgm:t>
        <a:bodyPr/>
        <a:lstStyle/>
        <a:p>
          <a:endParaRPr lang="en-AU"/>
        </a:p>
      </dgm:t>
    </dgm:pt>
    <dgm:pt modelId="{5B072529-2599-4443-BB27-485539FECEB0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Create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3" action="ppaction://hlinkfile"/>
            </a:rPr>
            <a:t>Governance Agreement Document </a:t>
          </a:r>
          <a:r>
            <a:rPr lang="en-AU" dirty="0"/>
            <a:t> </a:t>
          </a:r>
        </a:p>
      </dgm:t>
    </dgm:pt>
    <dgm:pt modelId="{41D55CA5-F5E8-4D3D-8456-923321CFBA40}" type="parTrans" cxnId="{217AEA76-D661-4ACB-AB65-62399F929172}">
      <dgm:prSet/>
      <dgm:spPr/>
      <dgm:t>
        <a:bodyPr/>
        <a:lstStyle/>
        <a:p>
          <a:endParaRPr lang="en-AU"/>
        </a:p>
      </dgm:t>
    </dgm:pt>
    <dgm:pt modelId="{19F1F408-F457-4C1E-86FC-EB9F79E84891}" type="sibTrans" cxnId="{217AEA76-D661-4ACB-AB65-62399F929172}">
      <dgm:prSet/>
      <dgm:spPr/>
      <dgm:t>
        <a:bodyPr/>
        <a:lstStyle/>
        <a:p>
          <a:endParaRPr lang="en-AU"/>
        </a:p>
      </dgm:t>
    </dgm:pt>
    <dgm:pt modelId="{3BEDD358-3BA9-4808-B091-A087C4F7A22A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</a:rPr>
            <a:t>Prepare</a:t>
          </a:r>
        </a:p>
      </dgm:t>
    </dgm:pt>
    <dgm:pt modelId="{4B3A66C6-BFBA-46D7-A4CF-6730A4F872F9}" type="parTrans" cxnId="{0DC2E413-FBF0-4324-BECC-5010E76BC3C3}">
      <dgm:prSet/>
      <dgm:spPr/>
      <dgm:t>
        <a:bodyPr/>
        <a:lstStyle/>
        <a:p>
          <a:endParaRPr lang="en-AU"/>
        </a:p>
      </dgm:t>
    </dgm:pt>
    <dgm:pt modelId="{CF564350-882A-4371-8C89-149173CCCA34}" type="sibTrans" cxnId="{0DC2E413-FBF0-4324-BECC-5010E76BC3C3}">
      <dgm:prSet/>
      <dgm:spPr/>
      <dgm:t>
        <a:bodyPr/>
        <a:lstStyle/>
        <a:p>
          <a:endParaRPr lang="en-AU"/>
        </a:p>
      </dgm:t>
    </dgm:pt>
    <dgm:pt modelId="{DC2CC421-8270-459C-901D-A8BBCCF46ED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Create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4" action="ppaction://hlinkfile"/>
            </a:rPr>
            <a:t>business Case</a:t>
          </a:r>
          <a:endParaRPr lang="en-AU" dirty="0"/>
        </a:p>
      </dgm:t>
    </dgm:pt>
    <dgm:pt modelId="{374203F1-FF35-4317-959D-25A22CD6D8A5}" type="parTrans" cxnId="{AA9808E7-551F-4ED3-B881-73357930A78B}">
      <dgm:prSet/>
      <dgm:spPr/>
      <dgm:t>
        <a:bodyPr/>
        <a:lstStyle/>
        <a:p>
          <a:endParaRPr lang="en-AU"/>
        </a:p>
      </dgm:t>
    </dgm:pt>
    <dgm:pt modelId="{9A6DF800-1A37-4203-99AF-F1679C45DDC7}" type="sibTrans" cxnId="{AA9808E7-551F-4ED3-B881-73357930A78B}">
      <dgm:prSet/>
      <dgm:spPr/>
      <dgm:t>
        <a:bodyPr/>
        <a:lstStyle/>
        <a:p>
          <a:endParaRPr lang="en-AU"/>
        </a:p>
      </dgm:t>
    </dgm:pt>
    <dgm:pt modelId="{CCA7EB9E-C8DC-44A0-B8CB-BCD69EB97EBF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Create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5" action="ppaction://hlinkfile"/>
            </a:rPr>
            <a:t>Budget Template</a:t>
          </a:r>
          <a:endParaRPr lang="en-AU" dirty="0"/>
        </a:p>
      </dgm:t>
    </dgm:pt>
    <dgm:pt modelId="{0022E1F2-AC15-40D1-A0BC-3B3331E043F1}" type="parTrans" cxnId="{A7F46B55-336D-4A26-BD19-F8D881DEF24F}">
      <dgm:prSet/>
      <dgm:spPr/>
      <dgm:t>
        <a:bodyPr/>
        <a:lstStyle/>
        <a:p>
          <a:endParaRPr lang="en-AU"/>
        </a:p>
      </dgm:t>
    </dgm:pt>
    <dgm:pt modelId="{CEC00C9F-2F19-40D7-9D71-23AAC01AC8E3}" type="sibTrans" cxnId="{A7F46B55-336D-4A26-BD19-F8D881DEF24F}">
      <dgm:prSet/>
      <dgm:spPr/>
      <dgm:t>
        <a:bodyPr/>
        <a:lstStyle/>
        <a:p>
          <a:endParaRPr lang="en-AU"/>
        </a:p>
      </dgm:t>
    </dgm:pt>
    <dgm:pt modelId="{FACA8161-C4B4-4103-928F-F0BF6970D86F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Create </a:t>
          </a:r>
          <a:r>
            <a:rPr lang="en-AU" dirty="0">
              <a:hlinkClick xmlns:r="http://schemas.openxmlformats.org/officeDocument/2006/relationships" r:id="rId6"/>
            </a:rPr>
            <a:t>Project Plan</a:t>
          </a:r>
          <a:endParaRPr lang="en-AU" dirty="0"/>
        </a:p>
      </dgm:t>
    </dgm:pt>
    <dgm:pt modelId="{1FCF1395-25A3-4B76-A93F-2B386DE11C6B}" type="parTrans" cxnId="{E73EE231-D897-4E50-81F3-4B4D6E9A3234}">
      <dgm:prSet/>
      <dgm:spPr/>
      <dgm:t>
        <a:bodyPr/>
        <a:lstStyle/>
        <a:p>
          <a:endParaRPr lang="en-AU"/>
        </a:p>
      </dgm:t>
    </dgm:pt>
    <dgm:pt modelId="{14797564-684E-4BB9-B19A-A0C8628E0A9F}" type="sibTrans" cxnId="{E73EE231-D897-4E50-81F3-4B4D6E9A3234}">
      <dgm:prSet/>
      <dgm:spPr/>
      <dgm:t>
        <a:bodyPr/>
        <a:lstStyle/>
        <a:p>
          <a:endParaRPr lang="en-AU"/>
        </a:p>
      </dgm:t>
    </dgm:pt>
    <dgm:pt modelId="{04F5F863-128E-4CF2-9FEE-8FA4B14119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baseline="0" dirty="0">
            <a:solidFill>
              <a:schemeClr val="tx1"/>
            </a:solidFill>
          </a:endParaRPr>
        </a:p>
      </dgm:t>
    </dgm:pt>
    <dgm:pt modelId="{319AACB3-432F-4461-9A9F-EF74C135680A}" type="parTrans" cxnId="{C8BA672F-33B6-4D1D-90EB-D17899AF8FAD}">
      <dgm:prSet/>
      <dgm:spPr/>
      <dgm:t>
        <a:bodyPr/>
        <a:lstStyle/>
        <a:p>
          <a:endParaRPr lang="en-AU"/>
        </a:p>
      </dgm:t>
    </dgm:pt>
    <dgm:pt modelId="{97C899CA-B21A-4D17-BFE6-D3EB5601C3C1}" type="sibTrans" cxnId="{C8BA672F-33B6-4D1D-90EB-D17899AF8FAD}">
      <dgm:prSet/>
      <dgm:spPr/>
      <dgm:t>
        <a:bodyPr/>
        <a:lstStyle/>
        <a:p>
          <a:endParaRPr lang="en-AU"/>
        </a:p>
      </dgm:t>
    </dgm:pt>
    <dgm:pt modelId="{BD5749BD-9501-4AFF-9A86-14B60B4F8376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</a:rPr>
            <a:t>Review</a:t>
          </a:r>
          <a:r>
            <a:rPr lang="en-AU" dirty="0"/>
            <a:t> </a:t>
          </a:r>
          <a:r>
            <a:rPr lang="en-AU" dirty="0">
              <a:hlinkClick xmlns:r="http://schemas.openxmlformats.org/officeDocument/2006/relationships" r:id="rId6"/>
            </a:rPr>
            <a:t>Project Timelines</a:t>
          </a:r>
          <a:r>
            <a:rPr lang="en-AU" dirty="0"/>
            <a:t> </a:t>
          </a:r>
          <a:r>
            <a:rPr lang="en-AU" baseline="0" dirty="0">
              <a:solidFill>
                <a:schemeClr val="tx1"/>
              </a:solidFill>
            </a:rPr>
            <a:t>with Governance Agreement Document</a:t>
          </a:r>
        </a:p>
      </dgm:t>
    </dgm:pt>
    <dgm:pt modelId="{2A4099EE-CE03-4558-B0D0-63B3107549F3}" type="parTrans" cxnId="{752C2849-850F-43A9-815D-6662DF6DE995}">
      <dgm:prSet/>
      <dgm:spPr/>
      <dgm:t>
        <a:bodyPr/>
        <a:lstStyle/>
        <a:p>
          <a:endParaRPr lang="en-AU"/>
        </a:p>
      </dgm:t>
    </dgm:pt>
    <dgm:pt modelId="{52FF6764-B7AA-4B63-880A-C0065015F3FD}" type="sibTrans" cxnId="{752C2849-850F-43A9-815D-6662DF6DE995}">
      <dgm:prSet/>
      <dgm:spPr/>
      <dgm:t>
        <a:bodyPr/>
        <a:lstStyle/>
        <a:p>
          <a:endParaRPr lang="en-AU"/>
        </a:p>
      </dgm:t>
    </dgm:pt>
    <dgm:pt modelId="{2BF32572-7B4B-4B20-8950-92E0D89D2D6B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2"/>
              </a:solidFill>
            </a:rPr>
            <a:t>This document creates the framework for what will be delivered, any budget scoping  and what the final product expectations are.</a:t>
          </a:r>
        </a:p>
      </dgm:t>
    </dgm:pt>
    <dgm:pt modelId="{4C48D7B8-C432-4162-B2BE-292EBC300ABF}" type="parTrans" cxnId="{9315CC9F-B37C-43BE-98AF-CA6C55FECB91}">
      <dgm:prSet/>
      <dgm:spPr/>
      <dgm:t>
        <a:bodyPr/>
        <a:lstStyle/>
        <a:p>
          <a:endParaRPr lang="en-AU"/>
        </a:p>
      </dgm:t>
    </dgm:pt>
    <dgm:pt modelId="{09801108-63FC-4CDF-9CEA-56AB6F954C24}" type="sibTrans" cxnId="{9315CC9F-B37C-43BE-98AF-CA6C55FECB91}">
      <dgm:prSet/>
      <dgm:spPr/>
      <dgm:t>
        <a:bodyPr/>
        <a:lstStyle/>
        <a:p>
          <a:endParaRPr lang="en-AU"/>
        </a:p>
      </dgm:t>
    </dgm:pt>
    <dgm:pt modelId="{448E5EE6-A9E2-4B85-B26B-E452F8ABE25D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dirty="0"/>
        </a:p>
      </dgm:t>
    </dgm:pt>
    <dgm:pt modelId="{CC1DA31A-1A81-4A85-9F8D-FE643E5581F4}" type="parTrans" cxnId="{62B524F3-6084-49EB-A7D9-41884CC4555B}">
      <dgm:prSet/>
      <dgm:spPr/>
      <dgm:t>
        <a:bodyPr/>
        <a:lstStyle/>
        <a:p>
          <a:endParaRPr lang="en-AU"/>
        </a:p>
      </dgm:t>
    </dgm:pt>
    <dgm:pt modelId="{733917C9-414F-4EC3-BFD2-FFFAB34FB2B1}" type="sibTrans" cxnId="{62B524F3-6084-49EB-A7D9-41884CC4555B}">
      <dgm:prSet/>
      <dgm:spPr/>
      <dgm:t>
        <a:bodyPr/>
        <a:lstStyle/>
        <a:p>
          <a:endParaRPr lang="en-AU"/>
        </a:p>
      </dgm:t>
    </dgm:pt>
    <dgm:pt modelId="{05BEC720-778B-4373-9160-C1BE370706FB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2"/>
              </a:solidFill>
            </a:rPr>
            <a:t>Agree with the business who will be involved </a:t>
          </a:r>
        </a:p>
      </dgm:t>
    </dgm:pt>
    <dgm:pt modelId="{C5882ACC-C101-4039-A997-F7EA2396ACC9}" type="parTrans" cxnId="{E9ADD29D-C6E1-4EED-B47F-04F6260DC30D}">
      <dgm:prSet/>
      <dgm:spPr/>
      <dgm:t>
        <a:bodyPr/>
        <a:lstStyle/>
        <a:p>
          <a:endParaRPr lang="en-AU"/>
        </a:p>
      </dgm:t>
    </dgm:pt>
    <dgm:pt modelId="{2194469F-1397-4D18-9DBF-C2D9D49348BE}" type="sibTrans" cxnId="{E9ADD29D-C6E1-4EED-B47F-04F6260DC30D}">
      <dgm:prSet/>
      <dgm:spPr/>
      <dgm:t>
        <a:bodyPr/>
        <a:lstStyle/>
        <a:p>
          <a:endParaRPr lang="en-AU"/>
        </a:p>
      </dgm:t>
    </dgm:pt>
    <dgm:pt modelId="{9761EB0F-BA2D-4212-BA9E-0597DD746CF5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dirty="0"/>
        </a:p>
      </dgm:t>
    </dgm:pt>
    <dgm:pt modelId="{72F82C45-A129-4090-8369-B8E532ADFDD4}" type="parTrans" cxnId="{C355B9D1-D287-43A5-AFE4-C7E384A35E36}">
      <dgm:prSet/>
      <dgm:spPr/>
      <dgm:t>
        <a:bodyPr/>
        <a:lstStyle/>
        <a:p>
          <a:endParaRPr lang="en-AU"/>
        </a:p>
      </dgm:t>
    </dgm:pt>
    <dgm:pt modelId="{728BFBED-287C-4C40-863F-ED073566AF3E}" type="sibTrans" cxnId="{C355B9D1-D287-43A5-AFE4-C7E384A35E36}">
      <dgm:prSet/>
      <dgm:spPr/>
      <dgm:t>
        <a:bodyPr/>
        <a:lstStyle/>
        <a:p>
          <a:endParaRPr lang="en-AU"/>
        </a:p>
      </dgm:t>
    </dgm:pt>
    <dgm:pt modelId="{8C70A6D0-AB9F-48FA-BD8E-8CEDB469A2D4}" type="pres">
      <dgm:prSet presAssocID="{C3394B7D-ECA3-4C35-94BD-57378793271D}" presName="linear" presStyleCnt="0">
        <dgm:presLayoutVars>
          <dgm:dir/>
          <dgm:resizeHandles val="exact"/>
        </dgm:presLayoutVars>
      </dgm:prSet>
      <dgm:spPr/>
    </dgm:pt>
    <dgm:pt modelId="{65B62E71-3723-4B91-915B-93395E3A177B}" type="pres">
      <dgm:prSet presAssocID="{56C70568-92D0-40BD-A570-C2127F057AB7}" presName="comp" presStyleCnt="0"/>
      <dgm:spPr/>
    </dgm:pt>
    <dgm:pt modelId="{9C2F051E-A306-4AB3-81DF-620C522E9FC8}" type="pres">
      <dgm:prSet presAssocID="{56C70568-92D0-40BD-A570-C2127F057AB7}" presName="box" presStyleLbl="node1" presStyleIdx="0" presStyleCnt="3" custLinFactNeighborX="-1569"/>
      <dgm:spPr/>
    </dgm:pt>
    <dgm:pt modelId="{BA74A9B6-37FA-4FE0-8302-26493531BC87}" type="pres">
      <dgm:prSet presAssocID="{56C70568-92D0-40BD-A570-C2127F057AB7}" presName="img" presStyleLbl="fgImgPlace1" presStyleIdx="0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6FBD8D7-AB3B-4C36-B4A5-A035193AB810}" type="pres">
      <dgm:prSet presAssocID="{56C70568-92D0-40BD-A570-C2127F057AB7}" presName="text" presStyleLbl="node1" presStyleIdx="0" presStyleCnt="3">
        <dgm:presLayoutVars>
          <dgm:bulletEnabled val="1"/>
        </dgm:presLayoutVars>
      </dgm:prSet>
      <dgm:spPr/>
    </dgm:pt>
    <dgm:pt modelId="{F73E3CD8-BC7B-4F6B-967E-C55EF6BED0D3}" type="pres">
      <dgm:prSet presAssocID="{0417C6A0-04E0-4CCE-9C0E-57E68F4D6BA3}" presName="spacer" presStyleCnt="0"/>
      <dgm:spPr/>
    </dgm:pt>
    <dgm:pt modelId="{13ACA709-0420-4413-BC07-7F52EF6986B2}" type="pres">
      <dgm:prSet presAssocID="{E485C9B1-281E-4D73-82F2-84D5390CC9EC}" presName="comp" presStyleCnt="0"/>
      <dgm:spPr/>
    </dgm:pt>
    <dgm:pt modelId="{1B036022-691F-4BC9-BA5D-22837297194E}" type="pres">
      <dgm:prSet presAssocID="{E485C9B1-281E-4D73-82F2-84D5390CC9EC}" presName="box" presStyleLbl="node1" presStyleIdx="1" presStyleCnt="3"/>
      <dgm:spPr/>
    </dgm:pt>
    <dgm:pt modelId="{5289E023-60FB-4B69-88BF-8F79BC4CD908}" type="pres">
      <dgm:prSet presAssocID="{E485C9B1-281E-4D73-82F2-84D5390CC9EC}" presName="img" presStyleLbl="fgImgPlace1" presStyleIdx="1" presStyleCnt="3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ED7A3900-1945-4B8E-B81A-418E691F836D}" type="pres">
      <dgm:prSet presAssocID="{E485C9B1-281E-4D73-82F2-84D5390CC9EC}" presName="text" presStyleLbl="node1" presStyleIdx="1" presStyleCnt="3">
        <dgm:presLayoutVars>
          <dgm:bulletEnabled val="1"/>
        </dgm:presLayoutVars>
      </dgm:prSet>
      <dgm:spPr/>
    </dgm:pt>
    <dgm:pt modelId="{921333ED-F6BE-4446-8C88-819AE13352AC}" type="pres">
      <dgm:prSet presAssocID="{757A79AB-E1A6-45E9-9928-1BBCA9F7DAF7}" presName="spacer" presStyleCnt="0"/>
      <dgm:spPr/>
    </dgm:pt>
    <dgm:pt modelId="{E9E39995-37AD-432A-AD5C-34E500305EB6}" type="pres">
      <dgm:prSet presAssocID="{3BEDD358-3BA9-4808-B091-A087C4F7A22A}" presName="comp" presStyleCnt="0"/>
      <dgm:spPr/>
    </dgm:pt>
    <dgm:pt modelId="{73A951A4-7105-4FC3-86BB-41A38BE86AC1}" type="pres">
      <dgm:prSet presAssocID="{3BEDD358-3BA9-4808-B091-A087C4F7A22A}" presName="box" presStyleLbl="node1" presStyleIdx="2" presStyleCnt="3"/>
      <dgm:spPr/>
    </dgm:pt>
    <dgm:pt modelId="{59876269-4499-4D68-AD35-4BFEA73EB5C4}" type="pres">
      <dgm:prSet presAssocID="{3BEDD358-3BA9-4808-B091-A087C4F7A22A}" presName="img" presStyleLbl="fgImgPlace1" presStyleIdx="2" presStyleCnt="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5E5D1837-BF81-403F-A33F-F30978F164DE}" type="pres">
      <dgm:prSet presAssocID="{3BEDD358-3BA9-4808-B091-A087C4F7A22A}" presName="text" presStyleLbl="node1" presStyleIdx="2" presStyleCnt="3">
        <dgm:presLayoutVars>
          <dgm:bulletEnabled val="1"/>
        </dgm:presLayoutVars>
      </dgm:prSet>
      <dgm:spPr/>
    </dgm:pt>
  </dgm:ptLst>
  <dgm:cxnLst>
    <dgm:cxn modelId="{BA409F04-FF46-4485-B0DF-5B66D70A4967}" type="presOf" srcId="{56C70568-92D0-40BD-A570-C2127F057AB7}" destId="{36FBD8D7-AB3B-4C36-B4A5-A035193AB810}" srcOrd="1" destOrd="0" presId="urn:microsoft.com/office/officeart/2005/8/layout/vList4"/>
    <dgm:cxn modelId="{09CB510C-2DEE-449B-B0D4-B78B57760DFA}" type="presOf" srcId="{2BF32572-7B4B-4B20-8950-92E0D89D2D6B}" destId="{36FBD8D7-AB3B-4C36-B4A5-A035193AB810}" srcOrd="1" destOrd="3" presId="urn:microsoft.com/office/officeart/2005/8/layout/vList4"/>
    <dgm:cxn modelId="{27318B0C-DC27-4492-95AB-07F674E29927}" type="presOf" srcId="{BD5749BD-9501-4AFF-9A86-14B60B4F8376}" destId="{73A951A4-7105-4FC3-86BB-41A38BE86AC1}" srcOrd="0" destOrd="4" presId="urn:microsoft.com/office/officeart/2005/8/layout/vList4"/>
    <dgm:cxn modelId="{5F1D250D-5950-478D-924B-979F912EF8C2}" type="presOf" srcId="{9761EB0F-BA2D-4212-BA9E-0597DD746CF5}" destId="{ED7A3900-1945-4B8E-B81A-418E691F836D}" srcOrd="1" destOrd="3" presId="urn:microsoft.com/office/officeart/2005/8/layout/vList4"/>
    <dgm:cxn modelId="{6D549E12-A66F-41EB-B9E1-B317E38B0F3C}" type="presOf" srcId="{2A5CC944-E972-4C40-A38D-066EDACB4747}" destId="{1B036022-691F-4BC9-BA5D-22837297194E}" srcOrd="0" destOrd="1" presId="urn:microsoft.com/office/officeart/2005/8/layout/vList4"/>
    <dgm:cxn modelId="{0DC2E413-FBF0-4324-BECC-5010E76BC3C3}" srcId="{C3394B7D-ECA3-4C35-94BD-57378793271D}" destId="{3BEDD358-3BA9-4808-B091-A087C4F7A22A}" srcOrd="2" destOrd="0" parTransId="{4B3A66C6-BFBA-46D7-A4CF-6730A4F872F9}" sibTransId="{CF564350-882A-4371-8C89-149173CCCA34}"/>
    <dgm:cxn modelId="{63EB2F14-9022-492B-8881-9BD74F49A8D8}" srcId="{56C70568-92D0-40BD-A570-C2127F057AB7}" destId="{8C36F71C-CBE2-436B-81FD-DEE6029731A9}" srcOrd="0" destOrd="0" parTransId="{7A06C488-D2BB-49B4-8BB4-29FE407A4C43}" sibTransId="{C13AEFEB-5356-4FF0-A7F2-C58A0F9A876E}"/>
    <dgm:cxn modelId="{A8807D1D-3380-4EEA-B076-D34FF7212D96}" srcId="{E485C9B1-281E-4D73-82F2-84D5390CC9EC}" destId="{2A5CC944-E972-4C40-A38D-066EDACB4747}" srcOrd="0" destOrd="0" parTransId="{53F324B2-858F-4EF0-80CF-4E5A1B299568}" sibTransId="{D4AA4729-45D3-4914-9D68-661A3593FEBF}"/>
    <dgm:cxn modelId="{79EDA22A-DFFF-4425-9244-7D4EED6DCB7B}" type="presOf" srcId="{DC2CC421-8270-459C-901D-A8BBCCF46EDC}" destId="{5E5D1837-BF81-403F-A33F-F30978F164DE}" srcOrd="1" destOrd="1" presId="urn:microsoft.com/office/officeart/2005/8/layout/vList4"/>
    <dgm:cxn modelId="{C8BA672F-33B6-4D1D-90EB-D17899AF8FAD}" srcId="{3BEDD358-3BA9-4808-B091-A087C4F7A22A}" destId="{04F5F863-128E-4CF2-9FEE-8FA4B14119B7}" srcOrd="4" destOrd="0" parTransId="{319AACB3-432F-4461-9A9F-EF74C135680A}" sibTransId="{97C899CA-B21A-4D17-BFE6-D3EB5601C3C1}"/>
    <dgm:cxn modelId="{0122A631-E515-440A-BA3F-DE8487ADF352}" type="presOf" srcId="{05BEC720-778B-4373-9160-C1BE370706FB}" destId="{ED7A3900-1945-4B8E-B81A-418E691F836D}" srcOrd="1" destOrd="4" presId="urn:microsoft.com/office/officeart/2005/8/layout/vList4"/>
    <dgm:cxn modelId="{E73EE231-D897-4E50-81F3-4B4D6E9A3234}" srcId="{3BEDD358-3BA9-4808-B091-A087C4F7A22A}" destId="{FACA8161-C4B4-4103-928F-F0BF6970D86F}" srcOrd="2" destOrd="0" parTransId="{1FCF1395-25A3-4B76-A93F-2B386DE11C6B}" sibTransId="{14797564-684E-4BB9-B19A-A0C8628E0A9F}"/>
    <dgm:cxn modelId="{F05C3A3F-0B07-4D67-AA83-D4A048637F5B}" type="presOf" srcId="{56C70568-92D0-40BD-A570-C2127F057AB7}" destId="{9C2F051E-A306-4AB3-81DF-620C522E9FC8}" srcOrd="0" destOrd="0" presId="urn:microsoft.com/office/officeart/2005/8/layout/vList4"/>
    <dgm:cxn modelId="{40A2D65F-F083-4FEF-9533-7AA02B341C38}" type="presOf" srcId="{8C36F71C-CBE2-436B-81FD-DEE6029731A9}" destId="{36FBD8D7-AB3B-4C36-B4A5-A035193AB810}" srcOrd="1" destOrd="1" presId="urn:microsoft.com/office/officeart/2005/8/layout/vList4"/>
    <dgm:cxn modelId="{663AE444-1FE5-4CCE-A3DB-3DE6559FED37}" type="presOf" srcId="{9761EB0F-BA2D-4212-BA9E-0597DD746CF5}" destId="{1B036022-691F-4BC9-BA5D-22837297194E}" srcOrd="0" destOrd="3" presId="urn:microsoft.com/office/officeart/2005/8/layout/vList4"/>
    <dgm:cxn modelId="{02EB2946-F7AD-46B8-B533-0C23376FBE91}" type="presOf" srcId="{FACA8161-C4B4-4103-928F-F0BF6970D86F}" destId="{73A951A4-7105-4FC3-86BB-41A38BE86AC1}" srcOrd="0" destOrd="3" presId="urn:microsoft.com/office/officeart/2005/8/layout/vList4"/>
    <dgm:cxn modelId="{F7595366-7778-4944-BAEA-50921D81D92C}" type="presOf" srcId="{04F5F863-128E-4CF2-9FEE-8FA4B14119B7}" destId="{5E5D1837-BF81-403F-A33F-F30978F164DE}" srcOrd="1" destOrd="5" presId="urn:microsoft.com/office/officeart/2005/8/layout/vList4"/>
    <dgm:cxn modelId="{FA115948-D8E9-4348-9EB6-A8B5CF23CD4F}" type="presOf" srcId="{5B072529-2599-4443-BB27-485539FECEB0}" destId="{ED7A3900-1945-4B8E-B81A-418E691F836D}" srcOrd="1" destOrd="2" presId="urn:microsoft.com/office/officeart/2005/8/layout/vList4"/>
    <dgm:cxn modelId="{752C2849-850F-43A9-815D-6662DF6DE995}" srcId="{3BEDD358-3BA9-4808-B091-A087C4F7A22A}" destId="{BD5749BD-9501-4AFF-9A86-14B60B4F8376}" srcOrd="3" destOrd="0" parTransId="{2A4099EE-CE03-4558-B0D0-63B3107549F3}" sibTransId="{52FF6764-B7AA-4B63-880A-C0065015F3FD}"/>
    <dgm:cxn modelId="{FA17CE6A-C98A-471B-9205-13DBF08E37B7}" type="presOf" srcId="{448E5EE6-A9E2-4B85-B26B-E452F8ABE25D}" destId="{9C2F051E-A306-4AB3-81DF-620C522E9FC8}" srcOrd="0" destOrd="2" presId="urn:microsoft.com/office/officeart/2005/8/layout/vList4"/>
    <dgm:cxn modelId="{E186C26C-DF4F-491A-BC3F-36C8CF318F28}" type="presOf" srcId="{FACA8161-C4B4-4103-928F-F0BF6970D86F}" destId="{5E5D1837-BF81-403F-A33F-F30978F164DE}" srcOrd="1" destOrd="3" presId="urn:microsoft.com/office/officeart/2005/8/layout/vList4"/>
    <dgm:cxn modelId="{A7F46B55-336D-4A26-BD19-F8D881DEF24F}" srcId="{3BEDD358-3BA9-4808-B091-A087C4F7A22A}" destId="{CCA7EB9E-C8DC-44A0-B8CB-BCD69EB97EBF}" srcOrd="1" destOrd="0" parTransId="{0022E1F2-AC15-40D1-A0BC-3B3331E043F1}" sibTransId="{CEC00C9F-2F19-40D7-9D71-23AAC01AC8E3}"/>
    <dgm:cxn modelId="{0C291356-BB05-4D90-BFBD-BB5B8C39821C}" type="presOf" srcId="{5B072529-2599-4443-BB27-485539FECEB0}" destId="{1B036022-691F-4BC9-BA5D-22837297194E}" srcOrd="0" destOrd="2" presId="urn:microsoft.com/office/officeart/2005/8/layout/vList4"/>
    <dgm:cxn modelId="{217AEA76-D661-4ACB-AB65-62399F929172}" srcId="{E485C9B1-281E-4D73-82F2-84D5390CC9EC}" destId="{5B072529-2599-4443-BB27-485539FECEB0}" srcOrd="1" destOrd="0" parTransId="{41D55CA5-F5E8-4D3D-8456-923321CFBA40}" sibTransId="{19F1F408-F457-4C1E-86FC-EB9F79E84891}"/>
    <dgm:cxn modelId="{A25CC957-AEB5-456A-AE29-30F7942E8C9D}" type="presOf" srcId="{CCA7EB9E-C8DC-44A0-B8CB-BCD69EB97EBF}" destId="{5E5D1837-BF81-403F-A33F-F30978F164DE}" srcOrd="1" destOrd="2" presId="urn:microsoft.com/office/officeart/2005/8/layout/vList4"/>
    <dgm:cxn modelId="{DB120C7C-8D6F-4993-A9C8-CC548806D936}" type="presOf" srcId="{C3394B7D-ECA3-4C35-94BD-57378793271D}" destId="{8C70A6D0-AB9F-48FA-BD8E-8CEDB469A2D4}" srcOrd="0" destOrd="0" presId="urn:microsoft.com/office/officeart/2005/8/layout/vList4"/>
    <dgm:cxn modelId="{7F380584-34A5-4DB5-9619-BDFA125D71D5}" type="presOf" srcId="{2BF32572-7B4B-4B20-8950-92E0D89D2D6B}" destId="{9C2F051E-A306-4AB3-81DF-620C522E9FC8}" srcOrd="0" destOrd="3" presId="urn:microsoft.com/office/officeart/2005/8/layout/vList4"/>
    <dgm:cxn modelId="{7026F198-C81F-42F4-B80E-3258FB808A1C}" type="presOf" srcId="{04F5F863-128E-4CF2-9FEE-8FA4B14119B7}" destId="{73A951A4-7105-4FC3-86BB-41A38BE86AC1}" srcOrd="0" destOrd="5" presId="urn:microsoft.com/office/officeart/2005/8/layout/vList4"/>
    <dgm:cxn modelId="{E9ADD29D-C6E1-4EED-B47F-04F6260DC30D}" srcId="{E485C9B1-281E-4D73-82F2-84D5390CC9EC}" destId="{05BEC720-778B-4373-9160-C1BE370706FB}" srcOrd="3" destOrd="0" parTransId="{C5882ACC-C101-4039-A997-F7EA2396ACC9}" sibTransId="{2194469F-1397-4D18-9DBF-C2D9D49348BE}"/>
    <dgm:cxn modelId="{9315CC9F-B37C-43BE-98AF-CA6C55FECB91}" srcId="{56C70568-92D0-40BD-A570-C2127F057AB7}" destId="{2BF32572-7B4B-4B20-8950-92E0D89D2D6B}" srcOrd="2" destOrd="0" parTransId="{4C48D7B8-C432-4162-B2BE-292EBC300ABF}" sibTransId="{09801108-63FC-4CDF-9CEA-56AB6F954C24}"/>
    <dgm:cxn modelId="{A796CCA3-182F-4E58-914B-5C75B51614F2}" srcId="{C3394B7D-ECA3-4C35-94BD-57378793271D}" destId="{E485C9B1-281E-4D73-82F2-84D5390CC9EC}" srcOrd="1" destOrd="0" parTransId="{DA7F40FA-4D7D-43C5-A87D-95B7B6884301}" sibTransId="{757A79AB-E1A6-45E9-9928-1BBCA9F7DAF7}"/>
    <dgm:cxn modelId="{1FE783A9-D91F-4AD2-8731-A08DBE96E46C}" type="presOf" srcId="{BD5749BD-9501-4AFF-9A86-14B60B4F8376}" destId="{5E5D1837-BF81-403F-A33F-F30978F164DE}" srcOrd="1" destOrd="4" presId="urn:microsoft.com/office/officeart/2005/8/layout/vList4"/>
    <dgm:cxn modelId="{387F62B3-A3D1-4EFB-9A84-F22D03175206}" type="presOf" srcId="{05BEC720-778B-4373-9160-C1BE370706FB}" destId="{1B036022-691F-4BC9-BA5D-22837297194E}" srcOrd="0" destOrd="4" presId="urn:microsoft.com/office/officeart/2005/8/layout/vList4"/>
    <dgm:cxn modelId="{0355D6B5-7CFE-4210-A0B9-2755403CC8AF}" srcId="{C3394B7D-ECA3-4C35-94BD-57378793271D}" destId="{56C70568-92D0-40BD-A570-C2127F057AB7}" srcOrd="0" destOrd="0" parTransId="{84096C22-5F3F-46C3-8852-9BD51D234BD2}" sibTransId="{0417C6A0-04E0-4CCE-9C0E-57E68F4D6BA3}"/>
    <dgm:cxn modelId="{68113FBC-B047-4CCE-AFB8-02A25F185102}" type="presOf" srcId="{448E5EE6-A9E2-4B85-B26B-E452F8ABE25D}" destId="{36FBD8D7-AB3B-4C36-B4A5-A035193AB810}" srcOrd="1" destOrd="2" presId="urn:microsoft.com/office/officeart/2005/8/layout/vList4"/>
    <dgm:cxn modelId="{F2D7EEBE-0385-4B90-849B-170006EDF52B}" type="presOf" srcId="{CCA7EB9E-C8DC-44A0-B8CB-BCD69EB97EBF}" destId="{73A951A4-7105-4FC3-86BB-41A38BE86AC1}" srcOrd="0" destOrd="2" presId="urn:microsoft.com/office/officeart/2005/8/layout/vList4"/>
    <dgm:cxn modelId="{72D1B6C4-23D1-4685-8C97-5084E1EDD5D6}" type="presOf" srcId="{E485C9B1-281E-4D73-82F2-84D5390CC9EC}" destId="{1B036022-691F-4BC9-BA5D-22837297194E}" srcOrd="0" destOrd="0" presId="urn:microsoft.com/office/officeart/2005/8/layout/vList4"/>
    <dgm:cxn modelId="{1785E4C7-1921-45C8-B116-FFCBE8A9C807}" type="presOf" srcId="{3BEDD358-3BA9-4808-B091-A087C4F7A22A}" destId="{5E5D1837-BF81-403F-A33F-F30978F164DE}" srcOrd="1" destOrd="0" presId="urn:microsoft.com/office/officeart/2005/8/layout/vList4"/>
    <dgm:cxn modelId="{C374CBCE-4A70-423F-BA22-CC06BCB43323}" type="presOf" srcId="{E485C9B1-281E-4D73-82F2-84D5390CC9EC}" destId="{ED7A3900-1945-4B8E-B81A-418E691F836D}" srcOrd="1" destOrd="0" presId="urn:microsoft.com/office/officeart/2005/8/layout/vList4"/>
    <dgm:cxn modelId="{C355B9D1-D287-43A5-AFE4-C7E384A35E36}" srcId="{E485C9B1-281E-4D73-82F2-84D5390CC9EC}" destId="{9761EB0F-BA2D-4212-BA9E-0597DD746CF5}" srcOrd="2" destOrd="0" parTransId="{72F82C45-A129-4090-8369-B8E532ADFDD4}" sibTransId="{728BFBED-287C-4C40-863F-ED073566AF3E}"/>
    <dgm:cxn modelId="{49F70DD2-1BFA-46C7-9316-97B1B7E44940}" type="presOf" srcId="{DC2CC421-8270-459C-901D-A8BBCCF46EDC}" destId="{73A951A4-7105-4FC3-86BB-41A38BE86AC1}" srcOrd="0" destOrd="1" presId="urn:microsoft.com/office/officeart/2005/8/layout/vList4"/>
    <dgm:cxn modelId="{AA9808E7-551F-4ED3-B881-73357930A78B}" srcId="{3BEDD358-3BA9-4808-B091-A087C4F7A22A}" destId="{DC2CC421-8270-459C-901D-A8BBCCF46EDC}" srcOrd="0" destOrd="0" parTransId="{374203F1-FF35-4317-959D-25A22CD6D8A5}" sibTransId="{9A6DF800-1A37-4203-99AF-F1679C45DDC7}"/>
    <dgm:cxn modelId="{C28DC8EB-2F5C-4660-870D-E991EE54DD93}" type="presOf" srcId="{2A5CC944-E972-4C40-A38D-066EDACB4747}" destId="{ED7A3900-1945-4B8E-B81A-418E691F836D}" srcOrd="1" destOrd="1" presId="urn:microsoft.com/office/officeart/2005/8/layout/vList4"/>
    <dgm:cxn modelId="{62B524F3-6084-49EB-A7D9-41884CC4555B}" srcId="{56C70568-92D0-40BD-A570-C2127F057AB7}" destId="{448E5EE6-A9E2-4B85-B26B-E452F8ABE25D}" srcOrd="1" destOrd="0" parTransId="{CC1DA31A-1A81-4A85-9F8D-FE643E5581F4}" sibTransId="{733917C9-414F-4EC3-BFD2-FFFAB34FB2B1}"/>
    <dgm:cxn modelId="{1A228CF6-E1C8-46FC-9F94-60B9BD5A47BB}" type="presOf" srcId="{3BEDD358-3BA9-4808-B091-A087C4F7A22A}" destId="{73A951A4-7105-4FC3-86BB-41A38BE86AC1}" srcOrd="0" destOrd="0" presId="urn:microsoft.com/office/officeart/2005/8/layout/vList4"/>
    <dgm:cxn modelId="{45201EF9-7B4F-426B-A110-BD1189A2887F}" type="presOf" srcId="{8C36F71C-CBE2-436B-81FD-DEE6029731A9}" destId="{9C2F051E-A306-4AB3-81DF-620C522E9FC8}" srcOrd="0" destOrd="1" presId="urn:microsoft.com/office/officeart/2005/8/layout/vList4"/>
    <dgm:cxn modelId="{97969781-AFF1-4E33-ACF1-FE88B8DB578D}" type="presParOf" srcId="{8C70A6D0-AB9F-48FA-BD8E-8CEDB469A2D4}" destId="{65B62E71-3723-4B91-915B-93395E3A177B}" srcOrd="0" destOrd="0" presId="urn:microsoft.com/office/officeart/2005/8/layout/vList4"/>
    <dgm:cxn modelId="{37E551B5-28D4-45F0-A486-1D75447308A0}" type="presParOf" srcId="{65B62E71-3723-4B91-915B-93395E3A177B}" destId="{9C2F051E-A306-4AB3-81DF-620C522E9FC8}" srcOrd="0" destOrd="0" presId="urn:microsoft.com/office/officeart/2005/8/layout/vList4"/>
    <dgm:cxn modelId="{0E3C585D-BDFE-47B1-B591-383F6148C509}" type="presParOf" srcId="{65B62E71-3723-4B91-915B-93395E3A177B}" destId="{BA74A9B6-37FA-4FE0-8302-26493531BC87}" srcOrd="1" destOrd="0" presId="urn:microsoft.com/office/officeart/2005/8/layout/vList4"/>
    <dgm:cxn modelId="{9A5613D9-6381-40D2-AE39-B9DE238A5ABB}" type="presParOf" srcId="{65B62E71-3723-4B91-915B-93395E3A177B}" destId="{36FBD8D7-AB3B-4C36-B4A5-A035193AB810}" srcOrd="2" destOrd="0" presId="urn:microsoft.com/office/officeart/2005/8/layout/vList4"/>
    <dgm:cxn modelId="{DBA1D5F1-98ED-4FDA-A19A-2E63BA6E66D0}" type="presParOf" srcId="{8C70A6D0-AB9F-48FA-BD8E-8CEDB469A2D4}" destId="{F73E3CD8-BC7B-4F6B-967E-C55EF6BED0D3}" srcOrd="1" destOrd="0" presId="urn:microsoft.com/office/officeart/2005/8/layout/vList4"/>
    <dgm:cxn modelId="{4C01DEF3-C914-44EA-AE54-A8E47525F3D9}" type="presParOf" srcId="{8C70A6D0-AB9F-48FA-BD8E-8CEDB469A2D4}" destId="{13ACA709-0420-4413-BC07-7F52EF6986B2}" srcOrd="2" destOrd="0" presId="urn:microsoft.com/office/officeart/2005/8/layout/vList4"/>
    <dgm:cxn modelId="{B9E285D2-2353-4F92-969F-1BA9BA401587}" type="presParOf" srcId="{13ACA709-0420-4413-BC07-7F52EF6986B2}" destId="{1B036022-691F-4BC9-BA5D-22837297194E}" srcOrd="0" destOrd="0" presId="urn:microsoft.com/office/officeart/2005/8/layout/vList4"/>
    <dgm:cxn modelId="{B06E28E0-C79F-46B3-B7DC-8640B87CF683}" type="presParOf" srcId="{13ACA709-0420-4413-BC07-7F52EF6986B2}" destId="{5289E023-60FB-4B69-88BF-8F79BC4CD908}" srcOrd="1" destOrd="0" presId="urn:microsoft.com/office/officeart/2005/8/layout/vList4"/>
    <dgm:cxn modelId="{E61EAB30-1C0E-4900-BDAB-AF4632551FFD}" type="presParOf" srcId="{13ACA709-0420-4413-BC07-7F52EF6986B2}" destId="{ED7A3900-1945-4B8E-B81A-418E691F836D}" srcOrd="2" destOrd="0" presId="urn:microsoft.com/office/officeart/2005/8/layout/vList4"/>
    <dgm:cxn modelId="{248F0253-CCEF-484F-AF7F-AAD7E87AEF80}" type="presParOf" srcId="{8C70A6D0-AB9F-48FA-BD8E-8CEDB469A2D4}" destId="{921333ED-F6BE-4446-8C88-819AE13352AC}" srcOrd="3" destOrd="0" presId="urn:microsoft.com/office/officeart/2005/8/layout/vList4"/>
    <dgm:cxn modelId="{181C741F-6096-41E0-ABFC-553CBBFF1525}" type="presParOf" srcId="{8C70A6D0-AB9F-48FA-BD8E-8CEDB469A2D4}" destId="{E9E39995-37AD-432A-AD5C-34E500305EB6}" srcOrd="4" destOrd="0" presId="urn:microsoft.com/office/officeart/2005/8/layout/vList4"/>
    <dgm:cxn modelId="{BAC51381-4D77-43EC-85BF-1DD7456B2012}" type="presParOf" srcId="{E9E39995-37AD-432A-AD5C-34E500305EB6}" destId="{73A951A4-7105-4FC3-86BB-41A38BE86AC1}" srcOrd="0" destOrd="0" presId="urn:microsoft.com/office/officeart/2005/8/layout/vList4"/>
    <dgm:cxn modelId="{CFCB9434-3242-4265-95F2-82E62C10B934}" type="presParOf" srcId="{E9E39995-37AD-432A-AD5C-34E500305EB6}" destId="{59876269-4499-4D68-AD35-4BFEA73EB5C4}" srcOrd="1" destOrd="0" presId="urn:microsoft.com/office/officeart/2005/8/layout/vList4"/>
    <dgm:cxn modelId="{4A2663FB-391C-4606-8202-1CFA43530D75}" type="presParOf" srcId="{E9E39995-37AD-432A-AD5C-34E500305EB6}" destId="{5E5D1837-BF81-403F-A33F-F30978F164D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394B7D-ECA3-4C35-94BD-57378793271D}" type="doc">
      <dgm:prSet loTypeId="urn:microsoft.com/office/officeart/2005/8/layout/vList4" loCatId="pictur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56C70568-92D0-40BD-A570-C2127F057A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sz="2400" b="0" baseline="0" dirty="0">
              <a:solidFill>
                <a:srgbClr val="C00000"/>
              </a:solidFill>
              <a:latin typeface="Calibri" panose="020F0502020204030204" pitchFamily="34" charset="0"/>
            </a:rPr>
            <a:t>Understanding</a:t>
          </a:r>
        </a:p>
      </dgm:t>
    </dgm:pt>
    <dgm:pt modelId="{84096C22-5F3F-46C3-8852-9BD51D234BD2}" type="parTrans" cxnId="{0355D6B5-7CFE-4210-A0B9-2755403CC8AF}">
      <dgm:prSet/>
      <dgm:spPr/>
      <dgm:t>
        <a:bodyPr/>
        <a:lstStyle/>
        <a:p>
          <a:endParaRPr lang="en-AU"/>
        </a:p>
      </dgm:t>
    </dgm:pt>
    <dgm:pt modelId="{0417C6A0-04E0-4CCE-9C0E-57E68F4D6BA3}" type="sibTrans" cxnId="{0355D6B5-7CFE-4210-A0B9-2755403CC8AF}">
      <dgm:prSet/>
      <dgm:spPr/>
      <dgm:t>
        <a:bodyPr/>
        <a:lstStyle/>
        <a:p>
          <a:endParaRPr lang="en-AU"/>
        </a:p>
      </dgm:t>
    </dgm:pt>
    <dgm:pt modelId="{8C36F71C-CBE2-436B-81FD-DEE6029731A9}">
      <dgm:prSet phldrT="[Text]" custT="1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sz="1800" baseline="0" dirty="0">
              <a:solidFill>
                <a:schemeClr val="tx1"/>
              </a:solidFill>
              <a:latin typeface="Calibri" panose="020F0502020204030204" pitchFamily="34" charset="0"/>
            </a:rPr>
            <a:t>Develop a Requirements Document</a:t>
          </a:r>
          <a:endParaRPr lang="en-AU" sz="1800" dirty="0">
            <a:latin typeface="Calibri" panose="020F0502020204030204" pitchFamily="34" charset="0"/>
          </a:endParaRPr>
        </a:p>
      </dgm:t>
    </dgm:pt>
    <dgm:pt modelId="{7A06C488-D2BB-49B4-8BB4-29FE407A4C43}" type="parTrans" cxnId="{63EB2F14-9022-492B-8881-9BD74F49A8D8}">
      <dgm:prSet/>
      <dgm:spPr/>
      <dgm:t>
        <a:bodyPr/>
        <a:lstStyle/>
        <a:p>
          <a:endParaRPr lang="en-AU"/>
        </a:p>
      </dgm:t>
    </dgm:pt>
    <dgm:pt modelId="{C13AEFEB-5356-4FF0-A7F2-C58A0F9A876E}" type="sibTrans" cxnId="{63EB2F14-9022-492B-8881-9BD74F49A8D8}">
      <dgm:prSet/>
      <dgm:spPr/>
      <dgm:t>
        <a:bodyPr/>
        <a:lstStyle/>
        <a:p>
          <a:endParaRPr lang="en-AU"/>
        </a:p>
      </dgm:t>
    </dgm:pt>
    <dgm:pt modelId="{E485C9B1-281E-4D73-82F2-84D5390CC9E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sz="2400" baseline="0" dirty="0">
              <a:solidFill>
                <a:srgbClr val="C00000"/>
              </a:solidFill>
              <a:latin typeface="Calibri" panose="020F0502020204030204" pitchFamily="34" charset="0"/>
            </a:rPr>
            <a:t>Agreeing</a:t>
          </a:r>
        </a:p>
      </dgm:t>
    </dgm:pt>
    <dgm:pt modelId="{DA7F40FA-4D7D-43C5-A87D-95B7B6884301}" type="parTrans" cxnId="{A796CCA3-182F-4E58-914B-5C75B51614F2}">
      <dgm:prSet/>
      <dgm:spPr/>
      <dgm:t>
        <a:bodyPr/>
        <a:lstStyle/>
        <a:p>
          <a:endParaRPr lang="en-AU"/>
        </a:p>
      </dgm:t>
    </dgm:pt>
    <dgm:pt modelId="{757A79AB-E1A6-45E9-9928-1BBCA9F7DAF7}" type="sibTrans" cxnId="{A796CCA3-182F-4E58-914B-5C75B51614F2}">
      <dgm:prSet/>
      <dgm:spPr/>
      <dgm:t>
        <a:bodyPr/>
        <a:lstStyle/>
        <a:p>
          <a:endParaRPr lang="en-AU"/>
        </a:p>
      </dgm:t>
    </dgm:pt>
    <dgm:pt modelId="{3BEDD358-3BA9-4808-B091-A087C4F7A22A}">
      <dgm:prSet phldrT="[Text]" custT="1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sz="2200" baseline="0" dirty="0">
              <a:solidFill>
                <a:srgbClr val="C00000"/>
              </a:solidFill>
              <a:latin typeface="Calibri" panose="020F0502020204030204" pitchFamily="34" charset="0"/>
            </a:rPr>
            <a:t>Designing</a:t>
          </a:r>
        </a:p>
        <a:p>
          <a:r>
            <a:rPr lang="en-AU" sz="1800" baseline="0" dirty="0">
              <a:solidFill>
                <a:schemeClr val="tx1"/>
              </a:solidFill>
              <a:latin typeface="Calibri" panose="020F0502020204030204" pitchFamily="34" charset="0"/>
            </a:rPr>
            <a:t>Understand what it will look like </a:t>
          </a:r>
        </a:p>
      </dgm:t>
    </dgm:pt>
    <dgm:pt modelId="{4B3A66C6-BFBA-46D7-A4CF-6730A4F872F9}" type="parTrans" cxnId="{0DC2E413-FBF0-4324-BECC-5010E76BC3C3}">
      <dgm:prSet/>
      <dgm:spPr/>
      <dgm:t>
        <a:bodyPr/>
        <a:lstStyle/>
        <a:p>
          <a:endParaRPr lang="en-AU"/>
        </a:p>
      </dgm:t>
    </dgm:pt>
    <dgm:pt modelId="{CF564350-882A-4371-8C89-149173CCCA34}" type="sibTrans" cxnId="{0DC2E413-FBF0-4324-BECC-5010E76BC3C3}">
      <dgm:prSet/>
      <dgm:spPr/>
      <dgm:t>
        <a:bodyPr/>
        <a:lstStyle/>
        <a:p>
          <a:endParaRPr lang="en-AU"/>
        </a:p>
      </dgm:t>
    </dgm:pt>
    <dgm:pt modelId="{04F5F863-128E-4CF2-9FEE-8FA4B14119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sz="1700" baseline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319AACB3-432F-4461-9A9F-EF74C135680A}" type="parTrans" cxnId="{C8BA672F-33B6-4D1D-90EB-D17899AF8FAD}">
      <dgm:prSet/>
      <dgm:spPr/>
      <dgm:t>
        <a:bodyPr/>
        <a:lstStyle/>
        <a:p>
          <a:endParaRPr lang="en-AU"/>
        </a:p>
      </dgm:t>
    </dgm:pt>
    <dgm:pt modelId="{97C899CA-B21A-4D17-BFE6-D3EB5601C3C1}" type="sibTrans" cxnId="{C8BA672F-33B6-4D1D-90EB-D17899AF8FAD}">
      <dgm:prSet/>
      <dgm:spPr/>
      <dgm:t>
        <a:bodyPr/>
        <a:lstStyle/>
        <a:p>
          <a:endParaRPr lang="en-AU"/>
        </a:p>
      </dgm:t>
    </dgm:pt>
    <dgm:pt modelId="{05BEC720-778B-4373-9160-C1BE370706FB}">
      <dgm:prSet phldrT="[Text]" custT="1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sz="1800" dirty="0">
              <a:solidFill>
                <a:schemeClr val="tx2"/>
              </a:solidFill>
              <a:latin typeface="Calibri" panose="020F0502020204030204" pitchFamily="34" charset="0"/>
            </a:rPr>
            <a:t>Agree with the business what will be delivered</a:t>
          </a:r>
        </a:p>
      </dgm:t>
    </dgm:pt>
    <dgm:pt modelId="{C5882ACC-C101-4039-A997-F7EA2396ACC9}" type="parTrans" cxnId="{E9ADD29D-C6E1-4EED-B47F-04F6260DC30D}">
      <dgm:prSet/>
      <dgm:spPr/>
      <dgm:t>
        <a:bodyPr/>
        <a:lstStyle/>
        <a:p>
          <a:endParaRPr lang="en-AU"/>
        </a:p>
      </dgm:t>
    </dgm:pt>
    <dgm:pt modelId="{2194469F-1397-4D18-9DBF-C2D9D49348BE}" type="sibTrans" cxnId="{E9ADD29D-C6E1-4EED-B47F-04F6260DC30D}">
      <dgm:prSet/>
      <dgm:spPr/>
      <dgm:t>
        <a:bodyPr/>
        <a:lstStyle/>
        <a:p>
          <a:endParaRPr lang="en-AU"/>
        </a:p>
      </dgm:t>
    </dgm:pt>
    <dgm:pt modelId="{8A067785-0D2B-452F-885F-930D568F563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sz="1900" dirty="0">
            <a:latin typeface="Calibri" panose="020F0502020204030204" pitchFamily="34" charset="0"/>
          </a:endParaRPr>
        </a:p>
      </dgm:t>
    </dgm:pt>
    <dgm:pt modelId="{28490990-F350-4C56-A53A-45D845E08AC3}" type="parTrans" cxnId="{1ECD6D03-B975-46B7-9333-9A03634A1486}">
      <dgm:prSet/>
      <dgm:spPr/>
      <dgm:t>
        <a:bodyPr/>
        <a:lstStyle/>
        <a:p>
          <a:endParaRPr lang="en-AU"/>
        </a:p>
      </dgm:t>
    </dgm:pt>
    <dgm:pt modelId="{2879861C-498C-4654-A47E-44956C7F2D48}" type="sibTrans" cxnId="{1ECD6D03-B975-46B7-9333-9A03634A1486}">
      <dgm:prSet/>
      <dgm:spPr/>
      <dgm:t>
        <a:bodyPr/>
        <a:lstStyle/>
        <a:p>
          <a:endParaRPr lang="en-AU"/>
        </a:p>
      </dgm:t>
    </dgm:pt>
    <dgm:pt modelId="{8C70A6D0-AB9F-48FA-BD8E-8CEDB469A2D4}" type="pres">
      <dgm:prSet presAssocID="{C3394B7D-ECA3-4C35-94BD-57378793271D}" presName="linear" presStyleCnt="0">
        <dgm:presLayoutVars>
          <dgm:dir/>
          <dgm:resizeHandles val="exact"/>
        </dgm:presLayoutVars>
      </dgm:prSet>
      <dgm:spPr/>
    </dgm:pt>
    <dgm:pt modelId="{65B62E71-3723-4B91-915B-93395E3A177B}" type="pres">
      <dgm:prSet presAssocID="{56C70568-92D0-40BD-A570-C2127F057AB7}" presName="comp" presStyleCnt="0"/>
      <dgm:spPr/>
    </dgm:pt>
    <dgm:pt modelId="{9C2F051E-A306-4AB3-81DF-620C522E9FC8}" type="pres">
      <dgm:prSet presAssocID="{56C70568-92D0-40BD-A570-C2127F057AB7}" presName="box" presStyleLbl="node1" presStyleIdx="0" presStyleCnt="3" custLinFactNeighborX="-1569"/>
      <dgm:spPr/>
    </dgm:pt>
    <dgm:pt modelId="{BA74A9B6-37FA-4FE0-8302-26493531BC87}" type="pres">
      <dgm:prSet presAssocID="{56C70568-92D0-40BD-A570-C2127F057AB7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6FBD8D7-AB3B-4C36-B4A5-A035193AB810}" type="pres">
      <dgm:prSet presAssocID="{56C70568-92D0-40BD-A570-C2127F057AB7}" presName="text" presStyleLbl="node1" presStyleIdx="0" presStyleCnt="3">
        <dgm:presLayoutVars>
          <dgm:bulletEnabled val="1"/>
        </dgm:presLayoutVars>
      </dgm:prSet>
      <dgm:spPr/>
    </dgm:pt>
    <dgm:pt modelId="{F73E3CD8-BC7B-4F6B-967E-C55EF6BED0D3}" type="pres">
      <dgm:prSet presAssocID="{0417C6A0-04E0-4CCE-9C0E-57E68F4D6BA3}" presName="spacer" presStyleCnt="0"/>
      <dgm:spPr/>
    </dgm:pt>
    <dgm:pt modelId="{13ACA709-0420-4413-BC07-7F52EF6986B2}" type="pres">
      <dgm:prSet presAssocID="{E485C9B1-281E-4D73-82F2-84D5390CC9EC}" presName="comp" presStyleCnt="0"/>
      <dgm:spPr/>
    </dgm:pt>
    <dgm:pt modelId="{1B036022-691F-4BC9-BA5D-22837297194E}" type="pres">
      <dgm:prSet presAssocID="{E485C9B1-281E-4D73-82F2-84D5390CC9EC}" presName="box" presStyleLbl="node1" presStyleIdx="1" presStyleCnt="3"/>
      <dgm:spPr/>
    </dgm:pt>
    <dgm:pt modelId="{5289E023-60FB-4B69-88BF-8F79BC4CD908}" type="pres">
      <dgm:prSet presAssocID="{E485C9B1-281E-4D73-82F2-84D5390CC9EC}" presName="img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ED7A3900-1945-4B8E-B81A-418E691F836D}" type="pres">
      <dgm:prSet presAssocID="{E485C9B1-281E-4D73-82F2-84D5390CC9EC}" presName="text" presStyleLbl="node1" presStyleIdx="1" presStyleCnt="3">
        <dgm:presLayoutVars>
          <dgm:bulletEnabled val="1"/>
        </dgm:presLayoutVars>
      </dgm:prSet>
      <dgm:spPr/>
    </dgm:pt>
    <dgm:pt modelId="{921333ED-F6BE-4446-8C88-819AE13352AC}" type="pres">
      <dgm:prSet presAssocID="{757A79AB-E1A6-45E9-9928-1BBCA9F7DAF7}" presName="spacer" presStyleCnt="0"/>
      <dgm:spPr/>
    </dgm:pt>
    <dgm:pt modelId="{E9E39995-37AD-432A-AD5C-34E500305EB6}" type="pres">
      <dgm:prSet presAssocID="{3BEDD358-3BA9-4808-B091-A087C4F7A22A}" presName="comp" presStyleCnt="0"/>
      <dgm:spPr/>
    </dgm:pt>
    <dgm:pt modelId="{73A951A4-7105-4FC3-86BB-41A38BE86AC1}" type="pres">
      <dgm:prSet presAssocID="{3BEDD358-3BA9-4808-B091-A087C4F7A22A}" presName="box" presStyleLbl="node1" presStyleIdx="2" presStyleCnt="3"/>
      <dgm:spPr/>
    </dgm:pt>
    <dgm:pt modelId="{59876269-4499-4D68-AD35-4BFEA73EB5C4}" type="pres">
      <dgm:prSet presAssocID="{3BEDD358-3BA9-4808-B091-A087C4F7A22A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5E5D1837-BF81-403F-A33F-F30978F164DE}" type="pres">
      <dgm:prSet presAssocID="{3BEDD358-3BA9-4808-B091-A087C4F7A22A}" presName="text" presStyleLbl="node1" presStyleIdx="2" presStyleCnt="3">
        <dgm:presLayoutVars>
          <dgm:bulletEnabled val="1"/>
        </dgm:presLayoutVars>
      </dgm:prSet>
      <dgm:spPr/>
    </dgm:pt>
  </dgm:ptLst>
  <dgm:cxnLst>
    <dgm:cxn modelId="{1ECD6D03-B975-46B7-9333-9A03634A1486}" srcId="{56C70568-92D0-40BD-A570-C2127F057AB7}" destId="{8A067785-0D2B-452F-885F-930D568F563C}" srcOrd="1" destOrd="0" parTransId="{28490990-F350-4C56-A53A-45D845E08AC3}" sibTransId="{2879861C-498C-4654-A47E-44956C7F2D48}"/>
    <dgm:cxn modelId="{0DC2E413-FBF0-4324-BECC-5010E76BC3C3}" srcId="{C3394B7D-ECA3-4C35-94BD-57378793271D}" destId="{3BEDD358-3BA9-4808-B091-A087C4F7A22A}" srcOrd="2" destOrd="0" parTransId="{4B3A66C6-BFBA-46D7-A4CF-6730A4F872F9}" sibTransId="{CF564350-882A-4371-8C89-149173CCCA34}"/>
    <dgm:cxn modelId="{63EB2F14-9022-492B-8881-9BD74F49A8D8}" srcId="{56C70568-92D0-40BD-A570-C2127F057AB7}" destId="{8C36F71C-CBE2-436B-81FD-DEE6029731A9}" srcOrd="0" destOrd="0" parTransId="{7A06C488-D2BB-49B4-8BB4-29FE407A4C43}" sibTransId="{C13AEFEB-5356-4FF0-A7F2-C58A0F9A876E}"/>
    <dgm:cxn modelId="{791AD716-F455-471A-8CF2-DC10F9B9CDD3}" type="presOf" srcId="{E485C9B1-281E-4D73-82F2-84D5390CC9EC}" destId="{ED7A3900-1945-4B8E-B81A-418E691F836D}" srcOrd="1" destOrd="0" presId="urn:microsoft.com/office/officeart/2005/8/layout/vList4"/>
    <dgm:cxn modelId="{C8BA672F-33B6-4D1D-90EB-D17899AF8FAD}" srcId="{3BEDD358-3BA9-4808-B091-A087C4F7A22A}" destId="{04F5F863-128E-4CF2-9FEE-8FA4B14119B7}" srcOrd="0" destOrd="0" parTransId="{319AACB3-432F-4461-9A9F-EF74C135680A}" sibTransId="{97C899CA-B21A-4D17-BFE6-D3EB5601C3C1}"/>
    <dgm:cxn modelId="{21A97330-96F5-4FEE-AFE6-E1BB1E6109D8}" type="presOf" srcId="{56C70568-92D0-40BD-A570-C2127F057AB7}" destId="{36FBD8D7-AB3B-4C36-B4A5-A035193AB810}" srcOrd="1" destOrd="0" presId="urn:microsoft.com/office/officeart/2005/8/layout/vList4"/>
    <dgm:cxn modelId="{6926273D-E619-41D0-9013-40DF5491DA4C}" type="presOf" srcId="{04F5F863-128E-4CF2-9FEE-8FA4B14119B7}" destId="{5E5D1837-BF81-403F-A33F-F30978F164DE}" srcOrd="1" destOrd="1" presId="urn:microsoft.com/office/officeart/2005/8/layout/vList4"/>
    <dgm:cxn modelId="{45B4FC4B-B9FC-4D06-B5C4-1DDE0FD1C0A6}" type="presOf" srcId="{05BEC720-778B-4373-9160-C1BE370706FB}" destId="{1B036022-691F-4BC9-BA5D-22837297194E}" srcOrd="0" destOrd="1" presId="urn:microsoft.com/office/officeart/2005/8/layout/vList4"/>
    <dgm:cxn modelId="{471E1473-C284-48CC-A3E2-7EE609EB6B78}" type="presOf" srcId="{3BEDD358-3BA9-4808-B091-A087C4F7A22A}" destId="{5E5D1837-BF81-403F-A33F-F30978F164DE}" srcOrd="1" destOrd="0" presId="urn:microsoft.com/office/officeart/2005/8/layout/vList4"/>
    <dgm:cxn modelId="{83D53381-A81C-4CC7-B360-4C8AD5688E94}" type="presOf" srcId="{8A067785-0D2B-452F-885F-930D568F563C}" destId="{9C2F051E-A306-4AB3-81DF-620C522E9FC8}" srcOrd="0" destOrd="2" presId="urn:microsoft.com/office/officeart/2005/8/layout/vList4"/>
    <dgm:cxn modelId="{25DEE683-E79E-4EAB-B5BF-501398F138B5}" type="presOf" srcId="{3BEDD358-3BA9-4808-B091-A087C4F7A22A}" destId="{73A951A4-7105-4FC3-86BB-41A38BE86AC1}" srcOrd="0" destOrd="0" presId="urn:microsoft.com/office/officeart/2005/8/layout/vList4"/>
    <dgm:cxn modelId="{8F0F1D8F-DB64-4F7A-B8D3-C87421FC1A72}" type="presOf" srcId="{8C36F71C-CBE2-436B-81FD-DEE6029731A9}" destId="{36FBD8D7-AB3B-4C36-B4A5-A035193AB810}" srcOrd="1" destOrd="1" presId="urn:microsoft.com/office/officeart/2005/8/layout/vList4"/>
    <dgm:cxn modelId="{E9ADD29D-C6E1-4EED-B47F-04F6260DC30D}" srcId="{E485C9B1-281E-4D73-82F2-84D5390CC9EC}" destId="{05BEC720-778B-4373-9160-C1BE370706FB}" srcOrd="0" destOrd="0" parTransId="{C5882ACC-C101-4039-A997-F7EA2396ACC9}" sibTransId="{2194469F-1397-4D18-9DBF-C2D9D49348BE}"/>
    <dgm:cxn modelId="{A796CCA3-182F-4E58-914B-5C75B51614F2}" srcId="{C3394B7D-ECA3-4C35-94BD-57378793271D}" destId="{E485C9B1-281E-4D73-82F2-84D5390CC9EC}" srcOrd="1" destOrd="0" parTransId="{DA7F40FA-4D7D-43C5-A87D-95B7B6884301}" sibTransId="{757A79AB-E1A6-45E9-9928-1BBCA9F7DAF7}"/>
    <dgm:cxn modelId="{EAE00BB3-3EC4-4DB5-B37C-AAB86B89600A}" type="presOf" srcId="{04F5F863-128E-4CF2-9FEE-8FA4B14119B7}" destId="{73A951A4-7105-4FC3-86BB-41A38BE86AC1}" srcOrd="0" destOrd="1" presId="urn:microsoft.com/office/officeart/2005/8/layout/vList4"/>
    <dgm:cxn modelId="{0355D6B5-7CFE-4210-A0B9-2755403CC8AF}" srcId="{C3394B7D-ECA3-4C35-94BD-57378793271D}" destId="{56C70568-92D0-40BD-A570-C2127F057AB7}" srcOrd="0" destOrd="0" parTransId="{84096C22-5F3F-46C3-8852-9BD51D234BD2}" sibTransId="{0417C6A0-04E0-4CCE-9C0E-57E68F4D6BA3}"/>
    <dgm:cxn modelId="{BC3747B6-722E-4E38-BAFC-54812E7200AD}" type="presOf" srcId="{E485C9B1-281E-4D73-82F2-84D5390CC9EC}" destId="{1B036022-691F-4BC9-BA5D-22837297194E}" srcOrd="0" destOrd="0" presId="urn:microsoft.com/office/officeart/2005/8/layout/vList4"/>
    <dgm:cxn modelId="{AC0C84B8-F0B3-4708-8DF1-AE88CAF9B52B}" type="presOf" srcId="{8C36F71C-CBE2-436B-81FD-DEE6029731A9}" destId="{9C2F051E-A306-4AB3-81DF-620C522E9FC8}" srcOrd="0" destOrd="1" presId="urn:microsoft.com/office/officeart/2005/8/layout/vList4"/>
    <dgm:cxn modelId="{AD0496D9-ED4D-4FF4-A290-A12C85DAC20B}" type="presOf" srcId="{8A067785-0D2B-452F-885F-930D568F563C}" destId="{36FBD8D7-AB3B-4C36-B4A5-A035193AB810}" srcOrd="1" destOrd="2" presId="urn:microsoft.com/office/officeart/2005/8/layout/vList4"/>
    <dgm:cxn modelId="{15C050DB-5A19-476A-9B93-5471DDB813E1}" type="presOf" srcId="{05BEC720-778B-4373-9160-C1BE370706FB}" destId="{ED7A3900-1945-4B8E-B81A-418E691F836D}" srcOrd="1" destOrd="1" presId="urn:microsoft.com/office/officeart/2005/8/layout/vList4"/>
    <dgm:cxn modelId="{EDCAB1E4-58BB-40EF-B7A4-F28973C2F99F}" type="presOf" srcId="{C3394B7D-ECA3-4C35-94BD-57378793271D}" destId="{8C70A6D0-AB9F-48FA-BD8E-8CEDB469A2D4}" srcOrd="0" destOrd="0" presId="urn:microsoft.com/office/officeart/2005/8/layout/vList4"/>
    <dgm:cxn modelId="{28B0DAE8-E661-46CA-8AB2-D891FA16B0FE}" type="presOf" srcId="{56C70568-92D0-40BD-A570-C2127F057AB7}" destId="{9C2F051E-A306-4AB3-81DF-620C522E9FC8}" srcOrd="0" destOrd="0" presId="urn:microsoft.com/office/officeart/2005/8/layout/vList4"/>
    <dgm:cxn modelId="{5E98591F-DB0C-4A95-8F9F-E3AB0CFABE0C}" type="presParOf" srcId="{8C70A6D0-AB9F-48FA-BD8E-8CEDB469A2D4}" destId="{65B62E71-3723-4B91-915B-93395E3A177B}" srcOrd="0" destOrd="0" presId="urn:microsoft.com/office/officeart/2005/8/layout/vList4"/>
    <dgm:cxn modelId="{DAB36D35-EB47-4588-86C6-657DD727DE1F}" type="presParOf" srcId="{65B62E71-3723-4B91-915B-93395E3A177B}" destId="{9C2F051E-A306-4AB3-81DF-620C522E9FC8}" srcOrd="0" destOrd="0" presId="urn:microsoft.com/office/officeart/2005/8/layout/vList4"/>
    <dgm:cxn modelId="{C02668DF-B8E1-4993-B0A1-8895F3CBE56D}" type="presParOf" srcId="{65B62E71-3723-4B91-915B-93395E3A177B}" destId="{BA74A9B6-37FA-4FE0-8302-26493531BC87}" srcOrd="1" destOrd="0" presId="urn:microsoft.com/office/officeart/2005/8/layout/vList4"/>
    <dgm:cxn modelId="{3A95B2BE-252F-4E6C-A2E3-FC7AF7E4A8D3}" type="presParOf" srcId="{65B62E71-3723-4B91-915B-93395E3A177B}" destId="{36FBD8D7-AB3B-4C36-B4A5-A035193AB810}" srcOrd="2" destOrd="0" presId="urn:microsoft.com/office/officeart/2005/8/layout/vList4"/>
    <dgm:cxn modelId="{8A1FB206-A4B8-4E71-A422-C5946663BF62}" type="presParOf" srcId="{8C70A6D0-AB9F-48FA-BD8E-8CEDB469A2D4}" destId="{F73E3CD8-BC7B-4F6B-967E-C55EF6BED0D3}" srcOrd="1" destOrd="0" presId="urn:microsoft.com/office/officeart/2005/8/layout/vList4"/>
    <dgm:cxn modelId="{F524A7BA-272D-4A83-BD85-EE5F713E2480}" type="presParOf" srcId="{8C70A6D0-AB9F-48FA-BD8E-8CEDB469A2D4}" destId="{13ACA709-0420-4413-BC07-7F52EF6986B2}" srcOrd="2" destOrd="0" presId="urn:microsoft.com/office/officeart/2005/8/layout/vList4"/>
    <dgm:cxn modelId="{3EAEEF32-D272-47DD-BC0D-18B9571EE622}" type="presParOf" srcId="{13ACA709-0420-4413-BC07-7F52EF6986B2}" destId="{1B036022-691F-4BC9-BA5D-22837297194E}" srcOrd="0" destOrd="0" presId="urn:microsoft.com/office/officeart/2005/8/layout/vList4"/>
    <dgm:cxn modelId="{ADC1E4E8-8F40-401F-8A09-ADE27C67ABAE}" type="presParOf" srcId="{13ACA709-0420-4413-BC07-7F52EF6986B2}" destId="{5289E023-60FB-4B69-88BF-8F79BC4CD908}" srcOrd="1" destOrd="0" presId="urn:microsoft.com/office/officeart/2005/8/layout/vList4"/>
    <dgm:cxn modelId="{27606CBC-EB7C-4269-8266-4DCEF23C5A18}" type="presParOf" srcId="{13ACA709-0420-4413-BC07-7F52EF6986B2}" destId="{ED7A3900-1945-4B8E-B81A-418E691F836D}" srcOrd="2" destOrd="0" presId="urn:microsoft.com/office/officeart/2005/8/layout/vList4"/>
    <dgm:cxn modelId="{E943A979-ED74-4E07-8830-C62361DE4648}" type="presParOf" srcId="{8C70A6D0-AB9F-48FA-BD8E-8CEDB469A2D4}" destId="{921333ED-F6BE-4446-8C88-819AE13352AC}" srcOrd="3" destOrd="0" presId="urn:microsoft.com/office/officeart/2005/8/layout/vList4"/>
    <dgm:cxn modelId="{6F955EF4-755B-4F46-BB6F-6ADEC06B85F6}" type="presParOf" srcId="{8C70A6D0-AB9F-48FA-BD8E-8CEDB469A2D4}" destId="{E9E39995-37AD-432A-AD5C-34E500305EB6}" srcOrd="4" destOrd="0" presId="urn:microsoft.com/office/officeart/2005/8/layout/vList4"/>
    <dgm:cxn modelId="{D04639EB-91F8-4D7E-A4D9-D531545B4CA1}" type="presParOf" srcId="{E9E39995-37AD-432A-AD5C-34E500305EB6}" destId="{73A951A4-7105-4FC3-86BB-41A38BE86AC1}" srcOrd="0" destOrd="0" presId="urn:microsoft.com/office/officeart/2005/8/layout/vList4"/>
    <dgm:cxn modelId="{D44449C8-6F7D-45D3-B615-191D871738B4}" type="presParOf" srcId="{E9E39995-37AD-432A-AD5C-34E500305EB6}" destId="{59876269-4499-4D68-AD35-4BFEA73EB5C4}" srcOrd="1" destOrd="0" presId="urn:microsoft.com/office/officeart/2005/8/layout/vList4"/>
    <dgm:cxn modelId="{92067C57-F342-448F-96E2-80621E5EF7DF}" type="presParOf" srcId="{E9E39995-37AD-432A-AD5C-34E500305EB6}" destId="{5E5D1837-BF81-403F-A33F-F30978F164D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394B7D-ECA3-4C35-94BD-57378793271D}" type="doc">
      <dgm:prSet loTypeId="urn:microsoft.com/office/officeart/2005/8/layout/vList4" loCatId="pictur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56C70568-92D0-40BD-A570-C2127F057A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  <a:latin typeface="Calibri" panose="020F0502020204030204" pitchFamily="34" charset="0"/>
            </a:rPr>
            <a:t>Build</a:t>
          </a:r>
        </a:p>
      </dgm:t>
    </dgm:pt>
    <dgm:pt modelId="{84096C22-5F3F-46C3-8852-9BD51D234BD2}" type="parTrans" cxnId="{0355D6B5-7CFE-4210-A0B9-2755403CC8AF}">
      <dgm:prSet/>
      <dgm:spPr/>
      <dgm:t>
        <a:bodyPr/>
        <a:lstStyle/>
        <a:p>
          <a:endParaRPr lang="en-AU"/>
        </a:p>
      </dgm:t>
    </dgm:pt>
    <dgm:pt modelId="{0417C6A0-04E0-4CCE-9C0E-57E68F4D6BA3}" type="sibTrans" cxnId="{0355D6B5-7CFE-4210-A0B9-2755403CC8AF}">
      <dgm:prSet/>
      <dgm:spPr/>
      <dgm:t>
        <a:bodyPr/>
        <a:lstStyle/>
        <a:p>
          <a:endParaRPr lang="en-AU"/>
        </a:p>
      </dgm:t>
    </dgm:pt>
    <dgm:pt modelId="{8C36F71C-CBE2-436B-81FD-DEE6029731A9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Develop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1" action="ppaction://hlinkfile"/>
            </a:rPr>
            <a:t>Work Packages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for delivery by team members</a:t>
          </a:r>
        </a:p>
      </dgm:t>
    </dgm:pt>
    <dgm:pt modelId="{7A06C488-D2BB-49B4-8BB4-29FE407A4C43}" type="parTrans" cxnId="{63EB2F14-9022-492B-8881-9BD74F49A8D8}">
      <dgm:prSet/>
      <dgm:spPr/>
      <dgm:t>
        <a:bodyPr/>
        <a:lstStyle/>
        <a:p>
          <a:endParaRPr lang="en-AU"/>
        </a:p>
      </dgm:t>
    </dgm:pt>
    <dgm:pt modelId="{C13AEFEB-5356-4FF0-A7F2-C58A0F9A876E}" type="sibTrans" cxnId="{63EB2F14-9022-492B-8881-9BD74F49A8D8}">
      <dgm:prSet/>
      <dgm:spPr/>
      <dgm:t>
        <a:bodyPr/>
        <a:lstStyle/>
        <a:p>
          <a:endParaRPr lang="en-AU"/>
        </a:p>
      </dgm:t>
    </dgm:pt>
    <dgm:pt modelId="{E485C9B1-281E-4D73-82F2-84D5390CC9E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="0" baseline="0" dirty="0">
              <a:solidFill>
                <a:srgbClr val="C00000"/>
              </a:solidFill>
              <a:latin typeface="Calibri" panose="020F0502020204030204" pitchFamily="34" charset="0"/>
            </a:rPr>
            <a:t>Test</a:t>
          </a:r>
        </a:p>
      </dgm:t>
    </dgm:pt>
    <dgm:pt modelId="{DA7F40FA-4D7D-43C5-A87D-95B7B6884301}" type="parTrans" cxnId="{A796CCA3-182F-4E58-914B-5C75B51614F2}">
      <dgm:prSet/>
      <dgm:spPr/>
      <dgm:t>
        <a:bodyPr/>
        <a:lstStyle/>
        <a:p>
          <a:endParaRPr lang="en-AU"/>
        </a:p>
      </dgm:t>
    </dgm:pt>
    <dgm:pt modelId="{757A79AB-E1A6-45E9-9928-1BBCA9F7DAF7}" type="sibTrans" cxnId="{A796CCA3-182F-4E58-914B-5C75B51614F2}">
      <dgm:prSet/>
      <dgm:spPr/>
      <dgm:t>
        <a:bodyPr/>
        <a:lstStyle/>
        <a:p>
          <a:endParaRPr lang="en-AU"/>
        </a:p>
      </dgm:t>
    </dgm:pt>
    <dgm:pt modelId="{2A5CC944-E972-4C40-A38D-066EDACB474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1"/>
              </a:solidFill>
              <a:latin typeface="Calibri" panose="020F0502020204030204" pitchFamily="34" charset="0"/>
            </a:rPr>
            <a:t>Develop UAT </a:t>
          </a:r>
          <a:r>
            <a:rPr lang="en-AU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2" action="ppaction://hlinkfile"/>
            </a:rPr>
            <a:t>Testing Plans</a:t>
          </a:r>
          <a:endParaRPr lang="en-AU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53F324B2-858F-4EF0-80CF-4E5A1B299568}" type="parTrans" cxnId="{A8807D1D-3380-4EEA-B076-D34FF7212D96}">
      <dgm:prSet/>
      <dgm:spPr/>
      <dgm:t>
        <a:bodyPr/>
        <a:lstStyle/>
        <a:p>
          <a:endParaRPr lang="en-AU"/>
        </a:p>
      </dgm:t>
    </dgm:pt>
    <dgm:pt modelId="{D4AA4729-45D3-4914-9D68-661A3593FEBF}" type="sibTrans" cxnId="{A8807D1D-3380-4EEA-B076-D34FF7212D96}">
      <dgm:prSet/>
      <dgm:spPr/>
      <dgm:t>
        <a:bodyPr/>
        <a:lstStyle/>
        <a:p>
          <a:endParaRPr lang="en-AU"/>
        </a:p>
      </dgm:t>
    </dgm:pt>
    <dgm:pt modelId="{3BEDD358-3BA9-4808-B091-A087C4F7A22A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  <a:latin typeface="Calibri" panose="020F0502020204030204" pitchFamily="34" charset="0"/>
            </a:rPr>
            <a:t>Support</a:t>
          </a:r>
          <a:r>
            <a:rPr lang="en-AU" baseline="0" dirty="0">
              <a:solidFill>
                <a:schemeClr val="accent2"/>
              </a:solidFill>
              <a:latin typeface="Calibri" panose="020F0502020204030204" pitchFamily="34" charset="0"/>
            </a:rPr>
            <a:t> </a:t>
          </a:r>
        </a:p>
      </dgm:t>
    </dgm:pt>
    <dgm:pt modelId="{4B3A66C6-BFBA-46D7-A4CF-6730A4F872F9}" type="parTrans" cxnId="{0DC2E413-FBF0-4324-BECC-5010E76BC3C3}">
      <dgm:prSet/>
      <dgm:spPr/>
      <dgm:t>
        <a:bodyPr/>
        <a:lstStyle/>
        <a:p>
          <a:endParaRPr lang="en-AU"/>
        </a:p>
      </dgm:t>
    </dgm:pt>
    <dgm:pt modelId="{CF564350-882A-4371-8C89-149173CCCA34}" type="sibTrans" cxnId="{0DC2E413-FBF0-4324-BECC-5010E76BC3C3}">
      <dgm:prSet/>
      <dgm:spPr/>
      <dgm:t>
        <a:bodyPr/>
        <a:lstStyle/>
        <a:p>
          <a:endParaRPr lang="en-AU"/>
        </a:p>
      </dgm:t>
    </dgm:pt>
    <dgm:pt modelId="{DC2CC421-8270-459C-901D-A8BBCCF46ED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Prepare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3" action="ppaction://hlinkfile"/>
            </a:rPr>
            <a:t>Support Plans</a:t>
          </a:r>
          <a:endParaRPr lang="en-AU" baseline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374203F1-FF35-4317-959D-25A22CD6D8A5}" type="parTrans" cxnId="{AA9808E7-551F-4ED3-B881-73357930A78B}">
      <dgm:prSet/>
      <dgm:spPr/>
      <dgm:t>
        <a:bodyPr/>
        <a:lstStyle/>
        <a:p>
          <a:endParaRPr lang="en-AU"/>
        </a:p>
      </dgm:t>
    </dgm:pt>
    <dgm:pt modelId="{9A6DF800-1A37-4203-99AF-F1679C45DDC7}" type="sibTrans" cxnId="{AA9808E7-551F-4ED3-B881-73357930A78B}">
      <dgm:prSet/>
      <dgm:spPr/>
      <dgm:t>
        <a:bodyPr/>
        <a:lstStyle/>
        <a:p>
          <a:endParaRPr lang="en-AU"/>
        </a:p>
      </dgm:t>
    </dgm:pt>
    <dgm:pt modelId="{04F5F863-128E-4CF2-9FEE-8FA4B14119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dirty="0">
            <a:latin typeface="Calibri" panose="020F0502020204030204" pitchFamily="34" charset="0"/>
          </a:endParaRPr>
        </a:p>
      </dgm:t>
    </dgm:pt>
    <dgm:pt modelId="{319AACB3-432F-4461-9A9F-EF74C135680A}" type="parTrans" cxnId="{C8BA672F-33B6-4D1D-90EB-D17899AF8FAD}">
      <dgm:prSet/>
      <dgm:spPr/>
      <dgm:t>
        <a:bodyPr/>
        <a:lstStyle/>
        <a:p>
          <a:endParaRPr lang="en-AU"/>
        </a:p>
      </dgm:t>
    </dgm:pt>
    <dgm:pt modelId="{97C899CA-B21A-4D17-BFE6-D3EB5601C3C1}" type="sibTrans" cxnId="{C8BA672F-33B6-4D1D-90EB-D17899AF8FAD}">
      <dgm:prSet/>
      <dgm:spPr/>
      <dgm:t>
        <a:bodyPr/>
        <a:lstStyle/>
        <a:p>
          <a:endParaRPr lang="en-AU"/>
        </a:p>
      </dgm:t>
    </dgm:pt>
    <dgm:pt modelId="{30329FEB-41D4-4468-B091-3EA28EBC772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latin typeface="Calibri" panose="020F0502020204030204" pitchFamily="34" charset="0"/>
              <a:hlinkClick xmlns:r="http://schemas.openxmlformats.org/officeDocument/2006/relationships" r:id="rId4" action="ppaction://hlinkfile"/>
            </a:rPr>
            <a:t>Reporting</a:t>
          </a:r>
          <a:r>
            <a:rPr lang="en-AU" dirty="0">
              <a:latin typeface="Calibri" panose="020F0502020204030204" pitchFamily="34" charset="0"/>
            </a:rPr>
            <a:t> </a:t>
          </a:r>
          <a:r>
            <a:rPr lang="en-AU" dirty="0">
              <a:solidFill>
                <a:schemeClr val="tx2"/>
              </a:solidFill>
              <a:latin typeface="Calibri" panose="020F0502020204030204" pitchFamily="34" charset="0"/>
            </a:rPr>
            <a:t>schedule weekly </a:t>
          </a:r>
        </a:p>
      </dgm:t>
    </dgm:pt>
    <dgm:pt modelId="{C0BC9BF1-6B9F-4BEE-BA64-CE424B06A637}" type="parTrans" cxnId="{6187AE7F-2A33-46DB-BED3-1501967CEB0E}">
      <dgm:prSet/>
      <dgm:spPr/>
      <dgm:t>
        <a:bodyPr/>
        <a:lstStyle/>
        <a:p>
          <a:endParaRPr lang="en-AU"/>
        </a:p>
      </dgm:t>
    </dgm:pt>
    <dgm:pt modelId="{94CE4156-FDB6-44B6-A914-DEF33A9CB670}" type="sibTrans" cxnId="{6187AE7F-2A33-46DB-BED3-1501967CEB0E}">
      <dgm:prSet/>
      <dgm:spPr/>
      <dgm:t>
        <a:bodyPr/>
        <a:lstStyle/>
        <a:p>
          <a:endParaRPr lang="en-AU"/>
        </a:p>
      </dgm:t>
    </dgm:pt>
    <dgm:pt modelId="{7D62CC16-37B7-4D42-A8E6-75C929FC0BF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Schedule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5" action="ppaction://hlinkfile"/>
            </a:rPr>
            <a:t>Meetings</a:t>
          </a:r>
          <a:endParaRPr lang="en-AU" baseline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08293D18-36D8-4652-A6D2-B3FEBAF5E625}" type="parTrans" cxnId="{1DA0A15C-3BBB-4312-9984-5B43B0E8C092}">
      <dgm:prSet/>
      <dgm:spPr/>
      <dgm:t>
        <a:bodyPr/>
        <a:lstStyle/>
        <a:p>
          <a:endParaRPr lang="en-AU"/>
        </a:p>
      </dgm:t>
    </dgm:pt>
    <dgm:pt modelId="{42CA3E0F-B498-497D-9A1D-9DEDAEEE6BE0}" type="sibTrans" cxnId="{1DA0A15C-3BBB-4312-9984-5B43B0E8C092}">
      <dgm:prSet/>
      <dgm:spPr/>
      <dgm:t>
        <a:bodyPr/>
        <a:lstStyle/>
        <a:p>
          <a:endParaRPr lang="en-AU"/>
        </a:p>
      </dgm:t>
    </dgm:pt>
    <dgm:pt modelId="{AAAAAC4C-8823-453F-A405-CC5E59386C7E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Prepare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6" action="ppaction://hlinkfile"/>
            </a:rPr>
            <a:t>Training Plans</a:t>
          </a:r>
          <a:endParaRPr lang="en-AU" baseline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659016EE-0917-4FF0-844C-9EFF0D55605C}" type="parTrans" cxnId="{C6525DAF-59E6-4170-8DAB-B2EF832BF9B5}">
      <dgm:prSet/>
      <dgm:spPr/>
      <dgm:t>
        <a:bodyPr/>
        <a:lstStyle/>
        <a:p>
          <a:endParaRPr lang="en-AU"/>
        </a:p>
      </dgm:t>
    </dgm:pt>
    <dgm:pt modelId="{A04C838F-072C-4BC7-A675-4B1F769B38F3}" type="sibTrans" cxnId="{C6525DAF-59E6-4170-8DAB-B2EF832BF9B5}">
      <dgm:prSet/>
      <dgm:spPr/>
      <dgm:t>
        <a:bodyPr/>
        <a:lstStyle/>
        <a:p>
          <a:endParaRPr lang="en-AU"/>
        </a:p>
      </dgm:t>
    </dgm:pt>
    <dgm:pt modelId="{1865A5CC-69F0-456E-BE5F-7EDB9B72A45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Gain business agreement with the approval of both documents above.</a:t>
          </a:r>
        </a:p>
      </dgm:t>
    </dgm:pt>
    <dgm:pt modelId="{D331B17D-A86B-47FC-ACCD-EC3CE0E90C68}" type="parTrans" cxnId="{EFC642E3-776D-4AF4-9DF6-7801F40F1211}">
      <dgm:prSet/>
      <dgm:spPr/>
      <dgm:t>
        <a:bodyPr/>
        <a:lstStyle/>
        <a:p>
          <a:endParaRPr lang="en-AU"/>
        </a:p>
      </dgm:t>
    </dgm:pt>
    <dgm:pt modelId="{B19514DF-A12E-4948-9FB3-5A7BEC6508A8}" type="sibTrans" cxnId="{EFC642E3-776D-4AF4-9DF6-7801F40F1211}">
      <dgm:prSet/>
      <dgm:spPr/>
      <dgm:t>
        <a:bodyPr/>
        <a:lstStyle/>
        <a:p>
          <a:endParaRPr lang="en-AU"/>
        </a:p>
      </dgm:t>
    </dgm:pt>
    <dgm:pt modelId="{FF56D8E3-A065-47C6-AA30-E7B3BC3C6DD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1"/>
              </a:solidFill>
              <a:latin typeface="Calibri" panose="020F0502020204030204" pitchFamily="34" charset="0"/>
            </a:rPr>
            <a:t>UAT </a:t>
          </a:r>
          <a:r>
            <a:rPr lang="en-AU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7" action="ppaction://hlinkfile"/>
            </a:rPr>
            <a:t>approval signoff</a:t>
          </a:r>
          <a:endParaRPr lang="en-AU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94BF5CAA-3C77-43EE-B87F-0B5D269CB861}" type="parTrans" cxnId="{A9282BD8-C09B-4F12-B91C-AEDBF8469D08}">
      <dgm:prSet/>
      <dgm:spPr/>
    </dgm:pt>
    <dgm:pt modelId="{5B7C1F35-D32C-4F5A-B528-74E9C22BBB18}" type="sibTrans" cxnId="{A9282BD8-C09B-4F12-B91C-AEDBF8469D08}">
      <dgm:prSet/>
      <dgm:spPr/>
    </dgm:pt>
    <dgm:pt modelId="{8C70A6D0-AB9F-48FA-BD8E-8CEDB469A2D4}" type="pres">
      <dgm:prSet presAssocID="{C3394B7D-ECA3-4C35-94BD-57378793271D}" presName="linear" presStyleCnt="0">
        <dgm:presLayoutVars>
          <dgm:dir/>
          <dgm:resizeHandles val="exact"/>
        </dgm:presLayoutVars>
      </dgm:prSet>
      <dgm:spPr/>
    </dgm:pt>
    <dgm:pt modelId="{65B62E71-3723-4B91-915B-93395E3A177B}" type="pres">
      <dgm:prSet presAssocID="{56C70568-92D0-40BD-A570-C2127F057AB7}" presName="comp" presStyleCnt="0"/>
      <dgm:spPr/>
    </dgm:pt>
    <dgm:pt modelId="{9C2F051E-A306-4AB3-81DF-620C522E9FC8}" type="pres">
      <dgm:prSet presAssocID="{56C70568-92D0-40BD-A570-C2127F057AB7}" presName="box" presStyleLbl="node1" presStyleIdx="0" presStyleCnt="3"/>
      <dgm:spPr/>
    </dgm:pt>
    <dgm:pt modelId="{BA74A9B6-37FA-4FE0-8302-26493531BC87}" type="pres">
      <dgm:prSet presAssocID="{56C70568-92D0-40BD-A570-C2127F057AB7}" presName="img" presStyleLbl="fgImgPlace1" presStyleIdx="0" presStyleCnt="3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</dgm:pt>
    <dgm:pt modelId="{36FBD8D7-AB3B-4C36-B4A5-A035193AB810}" type="pres">
      <dgm:prSet presAssocID="{56C70568-92D0-40BD-A570-C2127F057AB7}" presName="text" presStyleLbl="node1" presStyleIdx="0" presStyleCnt="3">
        <dgm:presLayoutVars>
          <dgm:bulletEnabled val="1"/>
        </dgm:presLayoutVars>
      </dgm:prSet>
      <dgm:spPr/>
    </dgm:pt>
    <dgm:pt modelId="{F73E3CD8-BC7B-4F6B-967E-C55EF6BED0D3}" type="pres">
      <dgm:prSet presAssocID="{0417C6A0-04E0-4CCE-9C0E-57E68F4D6BA3}" presName="spacer" presStyleCnt="0"/>
      <dgm:spPr/>
    </dgm:pt>
    <dgm:pt modelId="{13ACA709-0420-4413-BC07-7F52EF6986B2}" type="pres">
      <dgm:prSet presAssocID="{E485C9B1-281E-4D73-82F2-84D5390CC9EC}" presName="comp" presStyleCnt="0"/>
      <dgm:spPr/>
    </dgm:pt>
    <dgm:pt modelId="{1B036022-691F-4BC9-BA5D-22837297194E}" type="pres">
      <dgm:prSet presAssocID="{E485C9B1-281E-4D73-82F2-84D5390CC9EC}" presName="box" presStyleLbl="node1" presStyleIdx="1" presStyleCnt="3"/>
      <dgm:spPr/>
    </dgm:pt>
    <dgm:pt modelId="{5289E023-60FB-4B69-88BF-8F79BC4CD908}" type="pres">
      <dgm:prSet presAssocID="{E485C9B1-281E-4D73-82F2-84D5390CC9EC}" presName="img" presStyleLbl="fgImgPlace1" presStyleIdx="1" presStyleCnt="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</dgm:pt>
    <dgm:pt modelId="{ED7A3900-1945-4B8E-B81A-418E691F836D}" type="pres">
      <dgm:prSet presAssocID="{E485C9B1-281E-4D73-82F2-84D5390CC9EC}" presName="text" presStyleLbl="node1" presStyleIdx="1" presStyleCnt="3">
        <dgm:presLayoutVars>
          <dgm:bulletEnabled val="1"/>
        </dgm:presLayoutVars>
      </dgm:prSet>
      <dgm:spPr/>
    </dgm:pt>
    <dgm:pt modelId="{921333ED-F6BE-4446-8C88-819AE13352AC}" type="pres">
      <dgm:prSet presAssocID="{757A79AB-E1A6-45E9-9928-1BBCA9F7DAF7}" presName="spacer" presStyleCnt="0"/>
      <dgm:spPr/>
    </dgm:pt>
    <dgm:pt modelId="{E9E39995-37AD-432A-AD5C-34E500305EB6}" type="pres">
      <dgm:prSet presAssocID="{3BEDD358-3BA9-4808-B091-A087C4F7A22A}" presName="comp" presStyleCnt="0"/>
      <dgm:spPr/>
    </dgm:pt>
    <dgm:pt modelId="{73A951A4-7105-4FC3-86BB-41A38BE86AC1}" type="pres">
      <dgm:prSet presAssocID="{3BEDD358-3BA9-4808-B091-A087C4F7A22A}" presName="box" presStyleLbl="node1" presStyleIdx="2" presStyleCnt="3" custLinFactNeighborX="1181" custLinFactNeighborY="1127"/>
      <dgm:spPr/>
    </dgm:pt>
    <dgm:pt modelId="{59876269-4499-4D68-AD35-4BFEA73EB5C4}" type="pres">
      <dgm:prSet presAssocID="{3BEDD358-3BA9-4808-B091-A087C4F7A22A}" presName="img" presStyleLbl="fgImgPlace1" presStyleIdx="2" presStyleCnt="3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5E5D1837-BF81-403F-A33F-F30978F164DE}" type="pres">
      <dgm:prSet presAssocID="{3BEDD358-3BA9-4808-B091-A087C4F7A22A}" presName="text" presStyleLbl="node1" presStyleIdx="2" presStyleCnt="3">
        <dgm:presLayoutVars>
          <dgm:bulletEnabled val="1"/>
        </dgm:presLayoutVars>
      </dgm:prSet>
      <dgm:spPr/>
    </dgm:pt>
  </dgm:ptLst>
  <dgm:cxnLst>
    <dgm:cxn modelId="{8D658405-9DE2-47DE-87F1-39F7598E36FB}" type="presOf" srcId="{56C70568-92D0-40BD-A570-C2127F057AB7}" destId="{9C2F051E-A306-4AB3-81DF-620C522E9FC8}" srcOrd="0" destOrd="0" presId="urn:microsoft.com/office/officeart/2005/8/layout/vList4"/>
    <dgm:cxn modelId="{AE6CC70D-8177-40D2-AA48-867AB42537A2}" type="presOf" srcId="{7D62CC16-37B7-4D42-A8E6-75C929FC0BFC}" destId="{36FBD8D7-AB3B-4C36-B4A5-A035193AB810}" srcOrd="1" destOrd="2" presId="urn:microsoft.com/office/officeart/2005/8/layout/vList4"/>
    <dgm:cxn modelId="{0DC2E413-FBF0-4324-BECC-5010E76BC3C3}" srcId="{C3394B7D-ECA3-4C35-94BD-57378793271D}" destId="{3BEDD358-3BA9-4808-B091-A087C4F7A22A}" srcOrd="2" destOrd="0" parTransId="{4B3A66C6-BFBA-46D7-A4CF-6730A4F872F9}" sibTransId="{CF564350-882A-4371-8C89-149173CCCA34}"/>
    <dgm:cxn modelId="{63EB2F14-9022-492B-8881-9BD74F49A8D8}" srcId="{56C70568-92D0-40BD-A570-C2127F057AB7}" destId="{8C36F71C-CBE2-436B-81FD-DEE6029731A9}" srcOrd="0" destOrd="0" parTransId="{7A06C488-D2BB-49B4-8BB4-29FE407A4C43}" sibTransId="{C13AEFEB-5356-4FF0-A7F2-C58A0F9A876E}"/>
    <dgm:cxn modelId="{F01ECD1A-262A-4119-B28C-ED788CAFE84B}" type="presOf" srcId="{2A5CC944-E972-4C40-A38D-066EDACB4747}" destId="{1B036022-691F-4BC9-BA5D-22837297194E}" srcOrd="0" destOrd="1" presId="urn:microsoft.com/office/officeart/2005/8/layout/vList4"/>
    <dgm:cxn modelId="{A8807D1D-3380-4EEA-B076-D34FF7212D96}" srcId="{E485C9B1-281E-4D73-82F2-84D5390CC9EC}" destId="{2A5CC944-E972-4C40-A38D-066EDACB4747}" srcOrd="0" destOrd="0" parTransId="{53F324B2-858F-4EF0-80CF-4E5A1B299568}" sibTransId="{D4AA4729-45D3-4914-9D68-661A3593FEBF}"/>
    <dgm:cxn modelId="{C264D022-4076-4C38-A669-E749D7069F8E}" type="presOf" srcId="{8C36F71C-CBE2-436B-81FD-DEE6029731A9}" destId="{36FBD8D7-AB3B-4C36-B4A5-A035193AB810}" srcOrd="1" destOrd="1" presId="urn:microsoft.com/office/officeart/2005/8/layout/vList4"/>
    <dgm:cxn modelId="{816DC928-D2A1-4F1D-83CB-7DAF007B5E90}" type="presOf" srcId="{04F5F863-128E-4CF2-9FEE-8FA4B14119B7}" destId="{73A951A4-7105-4FC3-86BB-41A38BE86AC1}" srcOrd="0" destOrd="4" presId="urn:microsoft.com/office/officeart/2005/8/layout/vList4"/>
    <dgm:cxn modelId="{B5677629-F788-4B90-BE0B-BDBA39F14870}" type="presOf" srcId="{AAAAAC4C-8823-453F-A405-CC5E59386C7E}" destId="{73A951A4-7105-4FC3-86BB-41A38BE86AC1}" srcOrd="0" destOrd="2" presId="urn:microsoft.com/office/officeart/2005/8/layout/vList4"/>
    <dgm:cxn modelId="{6FEC3C2B-CFB6-4939-8031-8D40B1EFD712}" type="presOf" srcId="{04F5F863-128E-4CF2-9FEE-8FA4B14119B7}" destId="{5E5D1837-BF81-403F-A33F-F30978F164DE}" srcOrd="1" destOrd="4" presId="urn:microsoft.com/office/officeart/2005/8/layout/vList4"/>
    <dgm:cxn modelId="{C8BA672F-33B6-4D1D-90EB-D17899AF8FAD}" srcId="{3BEDD358-3BA9-4808-B091-A087C4F7A22A}" destId="{04F5F863-128E-4CF2-9FEE-8FA4B14119B7}" srcOrd="3" destOrd="0" parTransId="{319AACB3-432F-4461-9A9F-EF74C135680A}" sibTransId="{97C899CA-B21A-4D17-BFE6-D3EB5601C3C1}"/>
    <dgm:cxn modelId="{5B291D37-DC40-4E60-A45F-BC0EF86F89F0}" type="presOf" srcId="{56C70568-92D0-40BD-A570-C2127F057AB7}" destId="{36FBD8D7-AB3B-4C36-B4A5-A035193AB810}" srcOrd="1" destOrd="0" presId="urn:microsoft.com/office/officeart/2005/8/layout/vList4"/>
    <dgm:cxn modelId="{6D8F4E5B-5345-4D92-920A-BF243032DEE1}" type="presOf" srcId="{FF56D8E3-A065-47C6-AA30-E7B3BC3C6DD7}" destId="{1B036022-691F-4BC9-BA5D-22837297194E}" srcOrd="0" destOrd="2" presId="urn:microsoft.com/office/officeart/2005/8/layout/vList4"/>
    <dgm:cxn modelId="{1DA0A15C-3BBB-4312-9984-5B43B0E8C092}" srcId="{56C70568-92D0-40BD-A570-C2127F057AB7}" destId="{7D62CC16-37B7-4D42-A8E6-75C929FC0BFC}" srcOrd="1" destOrd="0" parTransId="{08293D18-36D8-4652-A6D2-B3FEBAF5E625}" sibTransId="{42CA3E0F-B498-497D-9A1D-9DEDAEEE6BE0}"/>
    <dgm:cxn modelId="{16B1966C-1619-4B94-B1CB-B87D53EB9B1A}" type="presOf" srcId="{3BEDD358-3BA9-4808-B091-A087C4F7A22A}" destId="{73A951A4-7105-4FC3-86BB-41A38BE86AC1}" srcOrd="0" destOrd="0" presId="urn:microsoft.com/office/officeart/2005/8/layout/vList4"/>
    <dgm:cxn modelId="{86DE314D-E637-4041-9EEC-422F077215FB}" type="presOf" srcId="{FF56D8E3-A065-47C6-AA30-E7B3BC3C6DD7}" destId="{ED7A3900-1945-4B8E-B81A-418E691F836D}" srcOrd="1" destOrd="2" presId="urn:microsoft.com/office/officeart/2005/8/layout/vList4"/>
    <dgm:cxn modelId="{4ABEB06E-B292-4055-A7D7-19437F68BF2E}" type="presOf" srcId="{C3394B7D-ECA3-4C35-94BD-57378793271D}" destId="{8C70A6D0-AB9F-48FA-BD8E-8CEDB469A2D4}" srcOrd="0" destOrd="0" presId="urn:microsoft.com/office/officeart/2005/8/layout/vList4"/>
    <dgm:cxn modelId="{A9C07E72-C25E-42C3-A2E8-F3441B550F2F}" type="presOf" srcId="{1865A5CC-69F0-456E-BE5F-7EDB9B72A45C}" destId="{5E5D1837-BF81-403F-A33F-F30978F164DE}" srcOrd="1" destOrd="3" presId="urn:microsoft.com/office/officeart/2005/8/layout/vList4"/>
    <dgm:cxn modelId="{F9FD3458-19CD-4450-9F08-BA5EE10A5BDE}" type="presOf" srcId="{8C36F71C-CBE2-436B-81FD-DEE6029731A9}" destId="{9C2F051E-A306-4AB3-81DF-620C522E9FC8}" srcOrd="0" destOrd="1" presId="urn:microsoft.com/office/officeart/2005/8/layout/vList4"/>
    <dgm:cxn modelId="{60EBFE7B-033C-4D2B-AAE4-1339EC870236}" type="presOf" srcId="{3BEDD358-3BA9-4808-B091-A087C4F7A22A}" destId="{5E5D1837-BF81-403F-A33F-F30978F164DE}" srcOrd="1" destOrd="0" presId="urn:microsoft.com/office/officeart/2005/8/layout/vList4"/>
    <dgm:cxn modelId="{6187AE7F-2A33-46DB-BED3-1501967CEB0E}" srcId="{56C70568-92D0-40BD-A570-C2127F057AB7}" destId="{30329FEB-41D4-4468-B091-3EA28EBC7727}" srcOrd="2" destOrd="0" parTransId="{C0BC9BF1-6B9F-4BEE-BA64-CE424B06A637}" sibTransId="{94CE4156-FDB6-44B6-A914-DEF33A9CB670}"/>
    <dgm:cxn modelId="{63B50E9B-2104-4D86-9A49-4D368B01B4B9}" type="presOf" srcId="{2A5CC944-E972-4C40-A38D-066EDACB4747}" destId="{ED7A3900-1945-4B8E-B81A-418E691F836D}" srcOrd="1" destOrd="1" presId="urn:microsoft.com/office/officeart/2005/8/layout/vList4"/>
    <dgm:cxn modelId="{D1540C9D-B8B9-4CA7-B503-83F9703045AD}" type="presOf" srcId="{E485C9B1-281E-4D73-82F2-84D5390CC9EC}" destId="{1B036022-691F-4BC9-BA5D-22837297194E}" srcOrd="0" destOrd="0" presId="urn:microsoft.com/office/officeart/2005/8/layout/vList4"/>
    <dgm:cxn modelId="{A796CCA3-182F-4E58-914B-5C75B51614F2}" srcId="{C3394B7D-ECA3-4C35-94BD-57378793271D}" destId="{E485C9B1-281E-4D73-82F2-84D5390CC9EC}" srcOrd="1" destOrd="0" parTransId="{DA7F40FA-4D7D-43C5-A87D-95B7B6884301}" sibTransId="{757A79AB-E1A6-45E9-9928-1BBCA9F7DAF7}"/>
    <dgm:cxn modelId="{CA6945AA-66AA-4C0A-B411-3E4A9C21EB5C}" type="presOf" srcId="{AAAAAC4C-8823-453F-A405-CC5E59386C7E}" destId="{5E5D1837-BF81-403F-A33F-F30978F164DE}" srcOrd="1" destOrd="2" presId="urn:microsoft.com/office/officeart/2005/8/layout/vList4"/>
    <dgm:cxn modelId="{C6525DAF-59E6-4170-8DAB-B2EF832BF9B5}" srcId="{3BEDD358-3BA9-4808-B091-A087C4F7A22A}" destId="{AAAAAC4C-8823-453F-A405-CC5E59386C7E}" srcOrd="1" destOrd="0" parTransId="{659016EE-0917-4FF0-844C-9EFF0D55605C}" sibTransId="{A04C838F-072C-4BC7-A675-4B1F769B38F3}"/>
    <dgm:cxn modelId="{53BA8BAF-F415-4121-9398-2C54681D13A5}" type="presOf" srcId="{DC2CC421-8270-459C-901D-A8BBCCF46EDC}" destId="{73A951A4-7105-4FC3-86BB-41A38BE86AC1}" srcOrd="0" destOrd="1" presId="urn:microsoft.com/office/officeart/2005/8/layout/vList4"/>
    <dgm:cxn modelId="{5F0DC8B4-EB33-4770-9163-6D7E2D1849DA}" type="presOf" srcId="{7D62CC16-37B7-4D42-A8E6-75C929FC0BFC}" destId="{9C2F051E-A306-4AB3-81DF-620C522E9FC8}" srcOrd="0" destOrd="2" presId="urn:microsoft.com/office/officeart/2005/8/layout/vList4"/>
    <dgm:cxn modelId="{8D885FB5-0AB3-4F39-976A-4D55B13EB50C}" type="presOf" srcId="{1865A5CC-69F0-456E-BE5F-7EDB9B72A45C}" destId="{73A951A4-7105-4FC3-86BB-41A38BE86AC1}" srcOrd="0" destOrd="3" presId="urn:microsoft.com/office/officeart/2005/8/layout/vList4"/>
    <dgm:cxn modelId="{0355D6B5-7CFE-4210-A0B9-2755403CC8AF}" srcId="{C3394B7D-ECA3-4C35-94BD-57378793271D}" destId="{56C70568-92D0-40BD-A570-C2127F057AB7}" srcOrd="0" destOrd="0" parTransId="{84096C22-5F3F-46C3-8852-9BD51D234BD2}" sibTransId="{0417C6A0-04E0-4CCE-9C0E-57E68F4D6BA3}"/>
    <dgm:cxn modelId="{E882E7BE-7F5F-4A33-BEE1-B9FD1BFE709D}" type="presOf" srcId="{E485C9B1-281E-4D73-82F2-84D5390CC9EC}" destId="{ED7A3900-1945-4B8E-B81A-418E691F836D}" srcOrd="1" destOrd="0" presId="urn:microsoft.com/office/officeart/2005/8/layout/vList4"/>
    <dgm:cxn modelId="{DBE564D1-FA44-4D90-9214-8B0ACB781926}" type="presOf" srcId="{30329FEB-41D4-4468-B091-3EA28EBC7727}" destId="{36FBD8D7-AB3B-4C36-B4A5-A035193AB810}" srcOrd="1" destOrd="3" presId="urn:microsoft.com/office/officeart/2005/8/layout/vList4"/>
    <dgm:cxn modelId="{A9282BD8-C09B-4F12-B91C-AEDBF8469D08}" srcId="{E485C9B1-281E-4D73-82F2-84D5390CC9EC}" destId="{FF56D8E3-A065-47C6-AA30-E7B3BC3C6DD7}" srcOrd="1" destOrd="0" parTransId="{94BF5CAA-3C77-43EE-B87F-0B5D269CB861}" sibTransId="{5B7C1F35-D32C-4F5A-B528-74E9C22BBB18}"/>
    <dgm:cxn modelId="{EFC642E3-776D-4AF4-9DF6-7801F40F1211}" srcId="{3BEDD358-3BA9-4808-B091-A087C4F7A22A}" destId="{1865A5CC-69F0-456E-BE5F-7EDB9B72A45C}" srcOrd="2" destOrd="0" parTransId="{D331B17D-A86B-47FC-ACCD-EC3CE0E90C68}" sibTransId="{B19514DF-A12E-4948-9FB3-5A7BEC6508A8}"/>
    <dgm:cxn modelId="{AA9808E7-551F-4ED3-B881-73357930A78B}" srcId="{3BEDD358-3BA9-4808-B091-A087C4F7A22A}" destId="{DC2CC421-8270-459C-901D-A8BBCCF46EDC}" srcOrd="0" destOrd="0" parTransId="{374203F1-FF35-4317-959D-25A22CD6D8A5}" sibTransId="{9A6DF800-1A37-4203-99AF-F1679C45DDC7}"/>
    <dgm:cxn modelId="{E88D3FF2-0F12-4233-AD87-61C9C10B144C}" type="presOf" srcId="{30329FEB-41D4-4468-B091-3EA28EBC7727}" destId="{9C2F051E-A306-4AB3-81DF-620C522E9FC8}" srcOrd="0" destOrd="3" presId="urn:microsoft.com/office/officeart/2005/8/layout/vList4"/>
    <dgm:cxn modelId="{374AD7F4-BDF4-4C36-A1C3-B6B18BBCF7E8}" type="presOf" srcId="{DC2CC421-8270-459C-901D-A8BBCCF46EDC}" destId="{5E5D1837-BF81-403F-A33F-F30978F164DE}" srcOrd="1" destOrd="1" presId="urn:microsoft.com/office/officeart/2005/8/layout/vList4"/>
    <dgm:cxn modelId="{0016BF75-D2AA-4C2E-9AFF-5C79EA664B2C}" type="presParOf" srcId="{8C70A6D0-AB9F-48FA-BD8E-8CEDB469A2D4}" destId="{65B62E71-3723-4B91-915B-93395E3A177B}" srcOrd="0" destOrd="0" presId="urn:microsoft.com/office/officeart/2005/8/layout/vList4"/>
    <dgm:cxn modelId="{CD7151ED-0FDB-417F-BB2F-E2AC32973521}" type="presParOf" srcId="{65B62E71-3723-4B91-915B-93395E3A177B}" destId="{9C2F051E-A306-4AB3-81DF-620C522E9FC8}" srcOrd="0" destOrd="0" presId="urn:microsoft.com/office/officeart/2005/8/layout/vList4"/>
    <dgm:cxn modelId="{B2F2DDD1-1930-4D0A-BF65-A63DE4827552}" type="presParOf" srcId="{65B62E71-3723-4B91-915B-93395E3A177B}" destId="{BA74A9B6-37FA-4FE0-8302-26493531BC87}" srcOrd="1" destOrd="0" presId="urn:microsoft.com/office/officeart/2005/8/layout/vList4"/>
    <dgm:cxn modelId="{F10DCD23-B596-4FF5-8220-CF1A76A9554C}" type="presParOf" srcId="{65B62E71-3723-4B91-915B-93395E3A177B}" destId="{36FBD8D7-AB3B-4C36-B4A5-A035193AB810}" srcOrd="2" destOrd="0" presId="urn:microsoft.com/office/officeart/2005/8/layout/vList4"/>
    <dgm:cxn modelId="{B7DF5537-3F05-4B9E-B0B3-9F6362CF52CC}" type="presParOf" srcId="{8C70A6D0-AB9F-48FA-BD8E-8CEDB469A2D4}" destId="{F73E3CD8-BC7B-4F6B-967E-C55EF6BED0D3}" srcOrd="1" destOrd="0" presId="urn:microsoft.com/office/officeart/2005/8/layout/vList4"/>
    <dgm:cxn modelId="{B26630A5-61EC-4C6E-85B9-FA06BF3C1A4D}" type="presParOf" srcId="{8C70A6D0-AB9F-48FA-BD8E-8CEDB469A2D4}" destId="{13ACA709-0420-4413-BC07-7F52EF6986B2}" srcOrd="2" destOrd="0" presId="urn:microsoft.com/office/officeart/2005/8/layout/vList4"/>
    <dgm:cxn modelId="{7382A6A7-1D53-44DE-8DFA-9DB876F64221}" type="presParOf" srcId="{13ACA709-0420-4413-BC07-7F52EF6986B2}" destId="{1B036022-691F-4BC9-BA5D-22837297194E}" srcOrd="0" destOrd="0" presId="urn:microsoft.com/office/officeart/2005/8/layout/vList4"/>
    <dgm:cxn modelId="{733B19E0-EE42-4D6F-A3F1-2B05B37E0B57}" type="presParOf" srcId="{13ACA709-0420-4413-BC07-7F52EF6986B2}" destId="{5289E023-60FB-4B69-88BF-8F79BC4CD908}" srcOrd="1" destOrd="0" presId="urn:microsoft.com/office/officeart/2005/8/layout/vList4"/>
    <dgm:cxn modelId="{294C4388-75B7-4C6C-A6B8-80FA5F9374CF}" type="presParOf" srcId="{13ACA709-0420-4413-BC07-7F52EF6986B2}" destId="{ED7A3900-1945-4B8E-B81A-418E691F836D}" srcOrd="2" destOrd="0" presId="urn:microsoft.com/office/officeart/2005/8/layout/vList4"/>
    <dgm:cxn modelId="{13037322-B720-4AE7-B337-109802AABF83}" type="presParOf" srcId="{8C70A6D0-AB9F-48FA-BD8E-8CEDB469A2D4}" destId="{921333ED-F6BE-4446-8C88-819AE13352AC}" srcOrd="3" destOrd="0" presId="urn:microsoft.com/office/officeart/2005/8/layout/vList4"/>
    <dgm:cxn modelId="{D7B2341C-3179-4B14-B1E5-354B34A1FFCF}" type="presParOf" srcId="{8C70A6D0-AB9F-48FA-BD8E-8CEDB469A2D4}" destId="{E9E39995-37AD-432A-AD5C-34E500305EB6}" srcOrd="4" destOrd="0" presId="urn:microsoft.com/office/officeart/2005/8/layout/vList4"/>
    <dgm:cxn modelId="{08796337-5D50-4761-8A9C-6B7D6CBB1E0C}" type="presParOf" srcId="{E9E39995-37AD-432A-AD5C-34E500305EB6}" destId="{73A951A4-7105-4FC3-86BB-41A38BE86AC1}" srcOrd="0" destOrd="0" presId="urn:microsoft.com/office/officeart/2005/8/layout/vList4"/>
    <dgm:cxn modelId="{02F375A6-1901-40FF-AF8D-BFA7C513CB92}" type="presParOf" srcId="{E9E39995-37AD-432A-AD5C-34E500305EB6}" destId="{59876269-4499-4D68-AD35-4BFEA73EB5C4}" srcOrd="1" destOrd="0" presId="urn:microsoft.com/office/officeart/2005/8/layout/vList4"/>
    <dgm:cxn modelId="{6DB6ACA6-E235-4B9A-9E59-9E5D0AED79AC}" type="presParOf" srcId="{E9E39995-37AD-432A-AD5C-34E500305EB6}" destId="{5E5D1837-BF81-403F-A33F-F30978F164D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394B7D-ECA3-4C35-94BD-57378793271D}" type="doc">
      <dgm:prSet loTypeId="urn:microsoft.com/office/officeart/2005/8/layout/vList4" loCatId="pictur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E485C9B1-281E-4D73-82F2-84D5390CC9EC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  <a:latin typeface="Calibri" panose="020F0502020204030204" pitchFamily="34" charset="0"/>
            </a:rPr>
            <a:t>Completing</a:t>
          </a:r>
        </a:p>
      </dgm:t>
    </dgm:pt>
    <dgm:pt modelId="{DA7F40FA-4D7D-43C5-A87D-95B7B6884301}" type="parTrans" cxnId="{A796CCA3-182F-4E58-914B-5C75B51614F2}">
      <dgm:prSet/>
      <dgm:spPr/>
      <dgm:t>
        <a:bodyPr/>
        <a:lstStyle/>
        <a:p>
          <a:endParaRPr lang="en-AU"/>
        </a:p>
      </dgm:t>
    </dgm:pt>
    <dgm:pt modelId="{757A79AB-E1A6-45E9-9928-1BBCA9F7DAF7}" type="sibTrans" cxnId="{A796CCA3-182F-4E58-914B-5C75B51614F2}">
      <dgm:prSet/>
      <dgm:spPr/>
      <dgm:t>
        <a:bodyPr/>
        <a:lstStyle/>
        <a:p>
          <a:endParaRPr lang="en-AU"/>
        </a:p>
      </dgm:t>
    </dgm:pt>
    <dgm:pt modelId="{17D6D52C-853C-4F15-B9C8-EB0DE2D948B7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1" action="ppaction://hlinkfile"/>
            </a:rPr>
            <a:t>Project closure</a:t>
          </a:r>
          <a:endParaRPr lang="en-AU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437CC76A-A68A-4EA7-A16B-7B4EF4469188}" type="parTrans" cxnId="{F085B012-A544-4863-84F2-C2BFD4CC34D6}">
      <dgm:prSet/>
      <dgm:spPr/>
      <dgm:t>
        <a:bodyPr/>
        <a:lstStyle/>
        <a:p>
          <a:endParaRPr lang="en-AU"/>
        </a:p>
      </dgm:t>
    </dgm:pt>
    <dgm:pt modelId="{68890504-24CD-4468-AC29-F381798D3D43}" type="sibTrans" cxnId="{F085B012-A544-4863-84F2-C2BFD4CC34D6}">
      <dgm:prSet/>
      <dgm:spPr/>
      <dgm:t>
        <a:bodyPr/>
        <a:lstStyle/>
        <a:p>
          <a:endParaRPr lang="en-AU"/>
        </a:p>
      </dgm:t>
    </dgm:pt>
    <dgm:pt modelId="{EEF585AD-FCEF-40DA-9D02-AA13DC9F760D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  <a:latin typeface="Calibri" panose="020F0502020204030204" pitchFamily="34" charset="0"/>
            </a:rPr>
            <a:t>Change</a:t>
          </a:r>
          <a:r>
            <a:rPr lang="en-AU" baseline="0" dirty="0">
              <a:solidFill>
                <a:schemeClr val="accent2"/>
              </a:solidFill>
              <a:latin typeface="Calibri" panose="020F0502020204030204" pitchFamily="34" charset="0"/>
            </a:rPr>
            <a:t> </a:t>
          </a:r>
        </a:p>
      </dgm:t>
    </dgm:pt>
    <dgm:pt modelId="{D16EF85A-A19C-4D44-AAA4-482E70C8C4CC}" type="parTrans" cxnId="{0791F830-E293-4BE2-B60E-9154063DCB4B}">
      <dgm:prSet/>
      <dgm:spPr/>
      <dgm:t>
        <a:bodyPr/>
        <a:lstStyle/>
        <a:p>
          <a:endParaRPr lang="en-AU"/>
        </a:p>
      </dgm:t>
    </dgm:pt>
    <dgm:pt modelId="{F4DF5E87-0F33-4CB7-9543-BAA9E40BFC5D}" type="sibTrans" cxnId="{0791F830-E293-4BE2-B60E-9154063DCB4B}">
      <dgm:prSet/>
      <dgm:spPr/>
      <dgm:t>
        <a:bodyPr/>
        <a:lstStyle/>
        <a:p>
          <a:endParaRPr lang="en-AU"/>
        </a:p>
      </dgm:t>
    </dgm:pt>
    <dgm:pt modelId="{376FA213-16C7-4ED9-8396-C71864BB68B9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Create change management plan</a:t>
          </a:r>
        </a:p>
      </dgm:t>
    </dgm:pt>
    <dgm:pt modelId="{93234ECE-659E-425F-8028-8AB9F065D867}" type="parTrans" cxnId="{E72EA82A-84E4-4923-A0B0-0A8CDF40A701}">
      <dgm:prSet/>
      <dgm:spPr/>
      <dgm:t>
        <a:bodyPr/>
        <a:lstStyle/>
        <a:p>
          <a:endParaRPr lang="en-AU"/>
        </a:p>
      </dgm:t>
    </dgm:pt>
    <dgm:pt modelId="{6C478862-406F-4713-9F6A-3340D0DA707D}" type="sibTrans" cxnId="{E72EA82A-84E4-4923-A0B0-0A8CDF40A701}">
      <dgm:prSet/>
      <dgm:spPr/>
      <dgm:t>
        <a:bodyPr/>
        <a:lstStyle/>
        <a:p>
          <a:endParaRPr lang="en-AU"/>
        </a:p>
      </dgm:t>
    </dgm:pt>
    <dgm:pt modelId="{1AE8E468-358E-4166-B8B1-362B0738443E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dirty="0">
            <a:latin typeface="Calibri" panose="020F0502020204030204" pitchFamily="34" charset="0"/>
          </a:endParaRPr>
        </a:p>
      </dgm:t>
    </dgm:pt>
    <dgm:pt modelId="{A7A34DE8-BD74-4CD7-BC43-5F8B2F978052}" type="parTrans" cxnId="{7D16E583-E997-46B5-A328-314DAA6C6282}">
      <dgm:prSet/>
      <dgm:spPr/>
      <dgm:t>
        <a:bodyPr/>
        <a:lstStyle/>
        <a:p>
          <a:endParaRPr lang="en-AU"/>
        </a:p>
      </dgm:t>
    </dgm:pt>
    <dgm:pt modelId="{192DF997-08E9-4ADC-B9DE-7476F1A077EB}" type="sibTrans" cxnId="{7D16E583-E997-46B5-A328-314DAA6C6282}">
      <dgm:prSet/>
      <dgm:spPr/>
      <dgm:t>
        <a:bodyPr/>
        <a:lstStyle/>
        <a:p>
          <a:endParaRPr lang="en-AU"/>
        </a:p>
      </dgm:t>
    </dgm:pt>
    <dgm:pt modelId="{ECAF0E22-EFB0-4A5C-ACA8-B789CE51ADF4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rgbClr val="C00000"/>
              </a:solidFill>
              <a:latin typeface="Calibri" panose="020F0502020204030204" pitchFamily="34" charset="0"/>
            </a:rPr>
            <a:t>Deploy</a:t>
          </a:r>
        </a:p>
      </dgm:t>
    </dgm:pt>
    <dgm:pt modelId="{09879151-8366-4866-B7C5-BD173BD125A2}" type="parTrans" cxnId="{AAF20A6F-314F-492D-95C7-12ED207D194A}">
      <dgm:prSet/>
      <dgm:spPr/>
      <dgm:t>
        <a:bodyPr/>
        <a:lstStyle/>
        <a:p>
          <a:endParaRPr lang="en-AU"/>
        </a:p>
      </dgm:t>
    </dgm:pt>
    <dgm:pt modelId="{751C6911-0F41-4FF9-AE0D-702EFCE1A118}" type="sibTrans" cxnId="{AAF20A6F-314F-492D-95C7-12ED207D194A}">
      <dgm:prSet/>
      <dgm:spPr/>
      <dgm:t>
        <a:bodyPr/>
        <a:lstStyle/>
        <a:p>
          <a:endParaRPr lang="en-AU"/>
        </a:p>
      </dgm:t>
    </dgm:pt>
    <dgm:pt modelId="{9AFDF48B-8F3C-4937-822B-1C367F94868F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Create agreed deployment plan</a:t>
          </a:r>
        </a:p>
      </dgm:t>
    </dgm:pt>
    <dgm:pt modelId="{F9BAC084-2798-4022-B4CF-82C1D5BB661A}" type="parTrans" cxnId="{26FC1D41-FCAE-45EF-B043-09ED28C6BD3A}">
      <dgm:prSet/>
      <dgm:spPr/>
      <dgm:t>
        <a:bodyPr/>
        <a:lstStyle/>
        <a:p>
          <a:endParaRPr lang="en-AU"/>
        </a:p>
      </dgm:t>
    </dgm:pt>
    <dgm:pt modelId="{A6A26289-A2F5-45BC-9397-57E71B6B8DD2}" type="sibTrans" cxnId="{26FC1D41-FCAE-45EF-B043-09ED28C6BD3A}">
      <dgm:prSet/>
      <dgm:spPr/>
      <dgm:t>
        <a:bodyPr/>
        <a:lstStyle/>
        <a:p>
          <a:endParaRPr lang="en-AU"/>
        </a:p>
      </dgm:t>
    </dgm:pt>
    <dgm:pt modelId="{1EF945F4-2F55-44B5-A689-1A11174E20FD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Identify Staff/Management/System/Building requirements</a:t>
          </a:r>
        </a:p>
      </dgm:t>
    </dgm:pt>
    <dgm:pt modelId="{E5EBFC0A-5E68-4281-B198-D060C2BEADDC}" type="parTrans" cxnId="{8F35D612-36C7-411C-8FCA-72BAF5FD39FC}">
      <dgm:prSet/>
      <dgm:spPr/>
      <dgm:t>
        <a:bodyPr/>
        <a:lstStyle/>
        <a:p>
          <a:endParaRPr lang="en-AU"/>
        </a:p>
      </dgm:t>
    </dgm:pt>
    <dgm:pt modelId="{4C463FDD-2DA4-4098-90B2-2BBE5A9F98D4}" type="sibTrans" cxnId="{8F35D612-36C7-411C-8FCA-72BAF5FD39FC}">
      <dgm:prSet/>
      <dgm:spPr/>
      <dgm:t>
        <a:bodyPr/>
        <a:lstStyle/>
        <a:p>
          <a:endParaRPr lang="en-AU"/>
        </a:p>
      </dgm:t>
    </dgm:pt>
    <dgm:pt modelId="{8A5F2C05-938C-4049-B084-EDB7E2ECB356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Manage vendor needs</a:t>
          </a:r>
        </a:p>
      </dgm:t>
    </dgm:pt>
    <dgm:pt modelId="{98AB2B83-7598-482D-B806-F8AD6A7ABC64}" type="parTrans" cxnId="{99825DCA-8728-453F-BAAE-E675A74578B7}">
      <dgm:prSet/>
      <dgm:spPr/>
      <dgm:t>
        <a:bodyPr/>
        <a:lstStyle/>
        <a:p>
          <a:endParaRPr lang="en-AU"/>
        </a:p>
      </dgm:t>
    </dgm:pt>
    <dgm:pt modelId="{6F7BAC43-59A7-4297-B2CE-386E916AB7C1}" type="sibTrans" cxnId="{99825DCA-8728-453F-BAAE-E675A74578B7}">
      <dgm:prSet/>
      <dgm:spPr/>
      <dgm:t>
        <a:bodyPr/>
        <a:lstStyle/>
        <a:p>
          <a:endParaRPr lang="en-AU"/>
        </a:p>
      </dgm:t>
    </dgm:pt>
    <dgm:pt modelId="{02DE0CC2-DD35-4FFC-9494-CC0D7D19D990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Review  - build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2" action="ppaction://hlinkfile"/>
            </a:rPr>
            <a:t>issues register </a:t>
          </a:r>
          <a:r>
            <a:rPr lang="en-AU" baseline="0" dirty="0">
              <a:solidFill>
                <a:schemeClr val="tx1"/>
              </a:solidFill>
              <a:latin typeface="Calibri" panose="020F0502020204030204" pitchFamily="34" charset="0"/>
            </a:rPr>
            <a:t>and review meeting</a:t>
          </a:r>
        </a:p>
      </dgm:t>
    </dgm:pt>
    <dgm:pt modelId="{B4769685-19CB-4B0C-951E-CE880F587575}" type="parTrans" cxnId="{503983AA-4B43-40BE-AABF-EF517CE5F869}">
      <dgm:prSet/>
      <dgm:spPr/>
      <dgm:t>
        <a:bodyPr/>
        <a:lstStyle/>
        <a:p>
          <a:endParaRPr lang="en-AU"/>
        </a:p>
      </dgm:t>
    </dgm:pt>
    <dgm:pt modelId="{4FFABA65-CAFC-4319-9C7B-961560242641}" type="sibTrans" cxnId="{503983AA-4B43-40BE-AABF-EF517CE5F869}">
      <dgm:prSet/>
      <dgm:spPr/>
      <dgm:t>
        <a:bodyPr/>
        <a:lstStyle/>
        <a:p>
          <a:endParaRPr lang="en-AU"/>
        </a:p>
      </dgm:t>
    </dgm:pt>
    <dgm:pt modelId="{A85969DD-EEDC-4B5C-8BFE-189018DD3AA8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endParaRPr lang="en-AU" dirty="0">
            <a:latin typeface="Calibri" panose="020F0502020204030204" pitchFamily="34" charset="0"/>
          </a:endParaRPr>
        </a:p>
      </dgm:t>
    </dgm:pt>
    <dgm:pt modelId="{78DAB948-12F4-4184-87BE-5BD3DCB98134}" type="parTrans" cxnId="{DC655F55-C78D-4C51-A921-0BFB3B21D457}">
      <dgm:prSet/>
      <dgm:spPr/>
      <dgm:t>
        <a:bodyPr/>
        <a:lstStyle/>
        <a:p>
          <a:endParaRPr lang="en-AU"/>
        </a:p>
      </dgm:t>
    </dgm:pt>
    <dgm:pt modelId="{209CB2FD-7128-46F2-81BF-F6A831B5B536}" type="sibTrans" cxnId="{DC655F55-C78D-4C51-A921-0BFB3B21D457}">
      <dgm:prSet/>
      <dgm:spPr/>
      <dgm:t>
        <a:bodyPr/>
        <a:lstStyle/>
        <a:p>
          <a:endParaRPr lang="en-AU"/>
        </a:p>
      </dgm:t>
    </dgm:pt>
    <dgm:pt modelId="{20886737-8E09-49BD-B872-05BD1F6C59D6}">
      <dgm:prSet phldrT="[Text]"/>
      <dgm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</dgm:spPr>
      <dgm:t>
        <a:bodyPr/>
        <a:lstStyle/>
        <a:p>
          <a:r>
            <a:rPr lang="en-AU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3" action="ppaction://hlinkfile"/>
            </a:rPr>
            <a:t>Lessons Learnt</a:t>
          </a:r>
          <a:r>
            <a:rPr lang="en-AU" dirty="0">
              <a:solidFill>
                <a:schemeClr val="tx1"/>
              </a:solidFill>
              <a:latin typeface="Calibri" panose="020F0502020204030204" pitchFamily="34" charset="0"/>
            </a:rPr>
            <a:t> meeting </a:t>
          </a:r>
        </a:p>
      </dgm:t>
    </dgm:pt>
    <dgm:pt modelId="{0D2A52D0-AFAA-4D19-A2EA-FA60CA1E5EAA}" type="parTrans" cxnId="{E1161F2B-31C9-4673-87AF-3EFA5B1CF9B8}">
      <dgm:prSet/>
      <dgm:spPr/>
      <dgm:t>
        <a:bodyPr/>
        <a:lstStyle/>
        <a:p>
          <a:endParaRPr lang="en-AU"/>
        </a:p>
      </dgm:t>
    </dgm:pt>
    <dgm:pt modelId="{6D685514-41C8-473B-8E29-D812BB66828A}" type="sibTrans" cxnId="{E1161F2B-31C9-4673-87AF-3EFA5B1CF9B8}">
      <dgm:prSet/>
      <dgm:spPr/>
      <dgm:t>
        <a:bodyPr/>
        <a:lstStyle/>
        <a:p>
          <a:endParaRPr lang="en-AU"/>
        </a:p>
      </dgm:t>
    </dgm:pt>
    <dgm:pt modelId="{8C70A6D0-AB9F-48FA-BD8E-8CEDB469A2D4}" type="pres">
      <dgm:prSet presAssocID="{C3394B7D-ECA3-4C35-94BD-57378793271D}" presName="linear" presStyleCnt="0">
        <dgm:presLayoutVars>
          <dgm:dir/>
          <dgm:resizeHandles val="exact"/>
        </dgm:presLayoutVars>
      </dgm:prSet>
      <dgm:spPr/>
    </dgm:pt>
    <dgm:pt modelId="{A16240A0-E5CC-4077-B404-882F1D9F3997}" type="pres">
      <dgm:prSet presAssocID="{EEF585AD-FCEF-40DA-9D02-AA13DC9F760D}" presName="comp" presStyleCnt="0"/>
      <dgm:spPr/>
    </dgm:pt>
    <dgm:pt modelId="{B6B8F33D-56D4-40B3-A542-57B1805D12C5}" type="pres">
      <dgm:prSet presAssocID="{EEF585AD-FCEF-40DA-9D02-AA13DC9F760D}" presName="box" presStyleLbl="node1" presStyleIdx="0" presStyleCnt="3" custLinFactNeighborX="1181" custLinFactNeighborY="1127"/>
      <dgm:spPr/>
    </dgm:pt>
    <dgm:pt modelId="{8B394495-E9BF-4448-81EE-E85AAE117DB2}" type="pres">
      <dgm:prSet presAssocID="{EEF585AD-FCEF-40DA-9D02-AA13DC9F760D}" presName="img" presStyleLbl="fgImgPlac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05C30FAD-EC5C-4764-AA62-72DA704D3883}" type="pres">
      <dgm:prSet presAssocID="{EEF585AD-FCEF-40DA-9D02-AA13DC9F760D}" presName="text" presStyleLbl="node1" presStyleIdx="0" presStyleCnt="3">
        <dgm:presLayoutVars>
          <dgm:bulletEnabled val="1"/>
        </dgm:presLayoutVars>
      </dgm:prSet>
      <dgm:spPr/>
    </dgm:pt>
    <dgm:pt modelId="{0822CDE4-9C8C-4467-BD99-F93B50C48AD9}" type="pres">
      <dgm:prSet presAssocID="{F4DF5E87-0F33-4CB7-9543-BAA9E40BFC5D}" presName="spacer" presStyleCnt="0"/>
      <dgm:spPr/>
    </dgm:pt>
    <dgm:pt modelId="{2E545FE5-0347-443B-B652-5FB295781333}" type="pres">
      <dgm:prSet presAssocID="{ECAF0E22-EFB0-4A5C-ACA8-B789CE51ADF4}" presName="comp" presStyleCnt="0"/>
      <dgm:spPr/>
    </dgm:pt>
    <dgm:pt modelId="{56C6864E-2616-4649-B918-C00F166A5246}" type="pres">
      <dgm:prSet presAssocID="{ECAF0E22-EFB0-4A5C-ACA8-B789CE51ADF4}" presName="box" presStyleLbl="node1" presStyleIdx="1" presStyleCnt="3" custLinFactNeighborX="1181" custLinFactNeighborY="1127"/>
      <dgm:spPr/>
    </dgm:pt>
    <dgm:pt modelId="{D00D4B28-2452-4731-96FE-C31EA42C41B8}" type="pres">
      <dgm:prSet presAssocID="{ECAF0E22-EFB0-4A5C-ACA8-B789CE51ADF4}" presName="img" presStyleLbl="fgImgPlac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</dgm:spPr>
    </dgm:pt>
    <dgm:pt modelId="{540B79DA-CFA5-4B80-83A2-1D7440CE5779}" type="pres">
      <dgm:prSet presAssocID="{ECAF0E22-EFB0-4A5C-ACA8-B789CE51ADF4}" presName="text" presStyleLbl="node1" presStyleIdx="1" presStyleCnt="3">
        <dgm:presLayoutVars>
          <dgm:bulletEnabled val="1"/>
        </dgm:presLayoutVars>
      </dgm:prSet>
      <dgm:spPr/>
    </dgm:pt>
    <dgm:pt modelId="{6757711F-6CB1-4EC6-94FB-818327B1502A}" type="pres">
      <dgm:prSet presAssocID="{751C6911-0F41-4FF9-AE0D-702EFCE1A118}" presName="spacer" presStyleCnt="0"/>
      <dgm:spPr/>
    </dgm:pt>
    <dgm:pt modelId="{13ACA709-0420-4413-BC07-7F52EF6986B2}" type="pres">
      <dgm:prSet presAssocID="{E485C9B1-281E-4D73-82F2-84D5390CC9EC}" presName="comp" presStyleCnt="0"/>
      <dgm:spPr/>
    </dgm:pt>
    <dgm:pt modelId="{1B036022-691F-4BC9-BA5D-22837297194E}" type="pres">
      <dgm:prSet presAssocID="{E485C9B1-281E-4D73-82F2-84D5390CC9EC}" presName="box" presStyleLbl="node1" presStyleIdx="2" presStyleCnt="3"/>
      <dgm:spPr/>
    </dgm:pt>
    <dgm:pt modelId="{5289E023-60FB-4B69-88BF-8F79BC4CD908}" type="pres">
      <dgm:prSet presAssocID="{E485C9B1-281E-4D73-82F2-84D5390CC9EC}" presName="img" presStyleLbl="fgImgPlac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ED7A3900-1945-4B8E-B81A-418E691F836D}" type="pres">
      <dgm:prSet presAssocID="{E485C9B1-281E-4D73-82F2-84D5390CC9EC}" presName="text" presStyleLbl="node1" presStyleIdx="2" presStyleCnt="3">
        <dgm:presLayoutVars>
          <dgm:bulletEnabled val="1"/>
        </dgm:presLayoutVars>
      </dgm:prSet>
      <dgm:spPr/>
    </dgm:pt>
  </dgm:ptLst>
  <dgm:cxnLst>
    <dgm:cxn modelId="{62B9530F-1113-411B-9357-08685DD45073}" type="presOf" srcId="{ECAF0E22-EFB0-4A5C-ACA8-B789CE51ADF4}" destId="{540B79DA-CFA5-4B80-83A2-1D7440CE5779}" srcOrd="1" destOrd="0" presId="urn:microsoft.com/office/officeart/2005/8/layout/vList4"/>
    <dgm:cxn modelId="{BEC58F0F-D0AB-4C92-A2D7-8394417CC611}" type="presOf" srcId="{ECAF0E22-EFB0-4A5C-ACA8-B789CE51ADF4}" destId="{56C6864E-2616-4649-B918-C00F166A5246}" srcOrd="0" destOrd="0" presId="urn:microsoft.com/office/officeart/2005/8/layout/vList4"/>
    <dgm:cxn modelId="{D8706910-E457-4395-948B-A192BBC1BAD2}" type="presOf" srcId="{376FA213-16C7-4ED9-8396-C71864BB68B9}" destId="{05C30FAD-EC5C-4764-AA62-72DA704D3883}" srcOrd="1" destOrd="1" presId="urn:microsoft.com/office/officeart/2005/8/layout/vList4"/>
    <dgm:cxn modelId="{F085B012-A544-4863-84F2-C2BFD4CC34D6}" srcId="{E485C9B1-281E-4D73-82F2-84D5390CC9EC}" destId="{17D6D52C-853C-4F15-B9C8-EB0DE2D948B7}" srcOrd="1" destOrd="0" parTransId="{437CC76A-A68A-4EA7-A16B-7B4EF4469188}" sibTransId="{68890504-24CD-4468-AC29-F381798D3D43}"/>
    <dgm:cxn modelId="{8F35D612-36C7-411C-8FCA-72BAF5FD39FC}" srcId="{ECAF0E22-EFB0-4A5C-ACA8-B789CE51ADF4}" destId="{1EF945F4-2F55-44B5-A689-1A11174E20FD}" srcOrd="1" destOrd="0" parTransId="{E5EBFC0A-5E68-4281-B198-D060C2BEADDC}" sibTransId="{4C463FDD-2DA4-4098-90B2-2BBE5A9F98D4}"/>
    <dgm:cxn modelId="{E72EA82A-84E4-4923-A0B0-0A8CDF40A701}" srcId="{EEF585AD-FCEF-40DA-9D02-AA13DC9F760D}" destId="{376FA213-16C7-4ED9-8396-C71864BB68B9}" srcOrd="0" destOrd="0" parTransId="{93234ECE-659E-425F-8028-8AB9F065D867}" sibTransId="{6C478862-406F-4713-9F6A-3340D0DA707D}"/>
    <dgm:cxn modelId="{E1161F2B-31C9-4673-87AF-3EFA5B1CF9B8}" srcId="{E485C9B1-281E-4D73-82F2-84D5390CC9EC}" destId="{20886737-8E09-49BD-B872-05BD1F6C59D6}" srcOrd="0" destOrd="0" parTransId="{0D2A52D0-AFAA-4D19-A2EA-FA60CA1E5EAA}" sibTransId="{6D685514-41C8-473B-8E29-D812BB66828A}"/>
    <dgm:cxn modelId="{8D34C02C-82D4-471C-8370-A533916B39E3}" type="presOf" srcId="{376FA213-16C7-4ED9-8396-C71864BB68B9}" destId="{B6B8F33D-56D4-40B3-A542-57B1805D12C5}" srcOrd="0" destOrd="1" presId="urn:microsoft.com/office/officeart/2005/8/layout/vList4"/>
    <dgm:cxn modelId="{0791F830-E293-4BE2-B60E-9154063DCB4B}" srcId="{C3394B7D-ECA3-4C35-94BD-57378793271D}" destId="{EEF585AD-FCEF-40DA-9D02-AA13DC9F760D}" srcOrd="0" destOrd="0" parTransId="{D16EF85A-A19C-4D44-AAA4-482E70C8C4CC}" sibTransId="{F4DF5E87-0F33-4CB7-9543-BAA9E40BFC5D}"/>
    <dgm:cxn modelId="{0610CA5B-ABAE-4F05-954D-3E60D6680652}" type="presOf" srcId="{17D6D52C-853C-4F15-B9C8-EB0DE2D948B7}" destId="{1B036022-691F-4BC9-BA5D-22837297194E}" srcOrd="0" destOrd="2" presId="urn:microsoft.com/office/officeart/2005/8/layout/vList4"/>
    <dgm:cxn modelId="{26FC1D41-FCAE-45EF-B043-09ED28C6BD3A}" srcId="{ECAF0E22-EFB0-4A5C-ACA8-B789CE51ADF4}" destId="{9AFDF48B-8F3C-4937-822B-1C367F94868F}" srcOrd="0" destOrd="0" parTransId="{F9BAC084-2798-4022-B4CF-82C1D5BB661A}" sibTransId="{A6A26289-A2F5-45BC-9397-57E71B6B8DD2}"/>
    <dgm:cxn modelId="{211C5748-7F93-406E-AB0E-B970C57A09C5}" type="presOf" srcId="{20886737-8E09-49BD-B872-05BD1F6C59D6}" destId="{1B036022-691F-4BC9-BA5D-22837297194E}" srcOrd="0" destOrd="1" presId="urn:microsoft.com/office/officeart/2005/8/layout/vList4"/>
    <dgm:cxn modelId="{AAF20A6F-314F-492D-95C7-12ED207D194A}" srcId="{C3394B7D-ECA3-4C35-94BD-57378793271D}" destId="{ECAF0E22-EFB0-4A5C-ACA8-B789CE51ADF4}" srcOrd="1" destOrd="0" parTransId="{09879151-8366-4866-B7C5-BD173BD125A2}" sibTransId="{751C6911-0F41-4FF9-AE0D-702EFCE1A118}"/>
    <dgm:cxn modelId="{CF358B4F-338F-403A-B248-DD9D8D4C8FDF}" type="presOf" srcId="{17D6D52C-853C-4F15-B9C8-EB0DE2D948B7}" destId="{ED7A3900-1945-4B8E-B81A-418E691F836D}" srcOrd="1" destOrd="2" presId="urn:microsoft.com/office/officeart/2005/8/layout/vList4"/>
    <dgm:cxn modelId="{0DA72673-A252-4343-84B7-25E6BD077211}" type="presOf" srcId="{1EF945F4-2F55-44B5-A689-1A11174E20FD}" destId="{540B79DA-CFA5-4B80-83A2-1D7440CE5779}" srcOrd="1" destOrd="2" presId="urn:microsoft.com/office/officeart/2005/8/layout/vList4"/>
    <dgm:cxn modelId="{DC655F55-C78D-4C51-A921-0BFB3B21D457}" srcId="{ECAF0E22-EFB0-4A5C-ACA8-B789CE51ADF4}" destId="{A85969DD-EEDC-4B5C-8BFE-189018DD3AA8}" srcOrd="4" destOrd="0" parTransId="{78DAB948-12F4-4184-87BE-5BD3DCB98134}" sibTransId="{209CB2FD-7128-46F2-81BF-F6A831B5B536}"/>
    <dgm:cxn modelId="{65B07D7F-6418-4E2F-9E6B-C87A5B2FE4C2}" type="presOf" srcId="{A85969DD-EEDC-4B5C-8BFE-189018DD3AA8}" destId="{540B79DA-CFA5-4B80-83A2-1D7440CE5779}" srcOrd="1" destOrd="5" presId="urn:microsoft.com/office/officeart/2005/8/layout/vList4"/>
    <dgm:cxn modelId="{FDCC2380-9E3B-4754-95DE-D3F6414D1E82}" type="presOf" srcId="{9AFDF48B-8F3C-4937-822B-1C367F94868F}" destId="{540B79DA-CFA5-4B80-83A2-1D7440CE5779}" srcOrd="1" destOrd="1" presId="urn:microsoft.com/office/officeart/2005/8/layout/vList4"/>
    <dgm:cxn modelId="{822B2681-A498-4847-84A2-BE92C389050D}" type="presOf" srcId="{8A5F2C05-938C-4049-B084-EDB7E2ECB356}" destId="{56C6864E-2616-4649-B918-C00F166A5246}" srcOrd="0" destOrd="3" presId="urn:microsoft.com/office/officeart/2005/8/layout/vList4"/>
    <dgm:cxn modelId="{7D16E583-E997-46B5-A328-314DAA6C6282}" srcId="{EEF585AD-FCEF-40DA-9D02-AA13DC9F760D}" destId="{1AE8E468-358E-4166-B8B1-362B0738443E}" srcOrd="1" destOrd="0" parTransId="{A7A34DE8-BD74-4CD7-BC43-5F8B2F978052}" sibTransId="{192DF997-08E9-4ADC-B9DE-7476F1A077EB}"/>
    <dgm:cxn modelId="{97DB4288-3C14-49E5-B38C-827911743FA3}" type="presOf" srcId="{20886737-8E09-49BD-B872-05BD1F6C59D6}" destId="{ED7A3900-1945-4B8E-B81A-418E691F836D}" srcOrd="1" destOrd="1" presId="urn:microsoft.com/office/officeart/2005/8/layout/vList4"/>
    <dgm:cxn modelId="{056C178D-9B5F-437E-8698-39A049F9558E}" type="presOf" srcId="{9AFDF48B-8F3C-4937-822B-1C367F94868F}" destId="{56C6864E-2616-4649-B918-C00F166A5246}" srcOrd="0" destOrd="1" presId="urn:microsoft.com/office/officeart/2005/8/layout/vList4"/>
    <dgm:cxn modelId="{45C94291-78A5-4653-97BF-69CAF584601C}" type="presOf" srcId="{02DE0CC2-DD35-4FFC-9494-CC0D7D19D990}" destId="{56C6864E-2616-4649-B918-C00F166A5246}" srcOrd="0" destOrd="4" presId="urn:microsoft.com/office/officeart/2005/8/layout/vList4"/>
    <dgm:cxn modelId="{A796CCA3-182F-4E58-914B-5C75B51614F2}" srcId="{C3394B7D-ECA3-4C35-94BD-57378793271D}" destId="{E485C9B1-281E-4D73-82F2-84D5390CC9EC}" srcOrd="2" destOrd="0" parTransId="{DA7F40FA-4D7D-43C5-A87D-95B7B6884301}" sibTransId="{757A79AB-E1A6-45E9-9928-1BBCA9F7DAF7}"/>
    <dgm:cxn modelId="{503983AA-4B43-40BE-AABF-EF517CE5F869}" srcId="{ECAF0E22-EFB0-4A5C-ACA8-B789CE51ADF4}" destId="{02DE0CC2-DD35-4FFC-9494-CC0D7D19D990}" srcOrd="3" destOrd="0" parTransId="{B4769685-19CB-4B0C-951E-CE880F587575}" sibTransId="{4FFABA65-CAFC-4319-9C7B-961560242641}"/>
    <dgm:cxn modelId="{546A40AC-8D34-4871-8C1D-1DB8747A4777}" type="presOf" srcId="{A85969DD-EEDC-4B5C-8BFE-189018DD3AA8}" destId="{56C6864E-2616-4649-B918-C00F166A5246}" srcOrd="0" destOrd="5" presId="urn:microsoft.com/office/officeart/2005/8/layout/vList4"/>
    <dgm:cxn modelId="{BBCF5DAF-C42C-402F-8761-F58D5D738007}" type="presOf" srcId="{EEF585AD-FCEF-40DA-9D02-AA13DC9F760D}" destId="{05C30FAD-EC5C-4764-AA62-72DA704D3883}" srcOrd="1" destOrd="0" presId="urn:microsoft.com/office/officeart/2005/8/layout/vList4"/>
    <dgm:cxn modelId="{82AC96B1-A8AB-4A5B-8C2D-04C3068C1DA1}" type="presOf" srcId="{1AE8E468-358E-4166-B8B1-362B0738443E}" destId="{05C30FAD-EC5C-4764-AA62-72DA704D3883}" srcOrd="1" destOrd="2" presId="urn:microsoft.com/office/officeart/2005/8/layout/vList4"/>
    <dgm:cxn modelId="{17BD2FBC-FCB8-4548-A5EC-9E9BC076D605}" type="presOf" srcId="{E485C9B1-281E-4D73-82F2-84D5390CC9EC}" destId="{ED7A3900-1945-4B8E-B81A-418E691F836D}" srcOrd="1" destOrd="0" presId="urn:microsoft.com/office/officeart/2005/8/layout/vList4"/>
    <dgm:cxn modelId="{AD849AC1-1091-4BD0-B4AD-8A8051F4B0D5}" type="presOf" srcId="{E485C9B1-281E-4D73-82F2-84D5390CC9EC}" destId="{1B036022-691F-4BC9-BA5D-22837297194E}" srcOrd="0" destOrd="0" presId="urn:microsoft.com/office/officeart/2005/8/layout/vList4"/>
    <dgm:cxn modelId="{AF082AC2-50A1-4C20-8A17-B1D20FBC1354}" type="presOf" srcId="{02DE0CC2-DD35-4FFC-9494-CC0D7D19D990}" destId="{540B79DA-CFA5-4B80-83A2-1D7440CE5779}" srcOrd="1" destOrd="4" presId="urn:microsoft.com/office/officeart/2005/8/layout/vList4"/>
    <dgm:cxn modelId="{99825DCA-8728-453F-BAAE-E675A74578B7}" srcId="{ECAF0E22-EFB0-4A5C-ACA8-B789CE51ADF4}" destId="{8A5F2C05-938C-4049-B084-EDB7E2ECB356}" srcOrd="2" destOrd="0" parTransId="{98AB2B83-7598-482D-B806-F8AD6A7ABC64}" sibTransId="{6F7BAC43-59A7-4297-B2CE-386E916AB7C1}"/>
    <dgm:cxn modelId="{93EA7DCC-F8F3-47BE-97EB-A0037E62606B}" type="presOf" srcId="{EEF585AD-FCEF-40DA-9D02-AA13DC9F760D}" destId="{B6B8F33D-56D4-40B3-A542-57B1805D12C5}" srcOrd="0" destOrd="0" presId="urn:microsoft.com/office/officeart/2005/8/layout/vList4"/>
    <dgm:cxn modelId="{093528CD-57DC-466A-ACC8-632FA768621B}" type="presOf" srcId="{1AE8E468-358E-4166-B8B1-362B0738443E}" destId="{B6B8F33D-56D4-40B3-A542-57B1805D12C5}" srcOrd="0" destOrd="2" presId="urn:microsoft.com/office/officeart/2005/8/layout/vList4"/>
    <dgm:cxn modelId="{4C4BC5D3-3B77-4BDD-BD48-7C8F4542CF97}" type="presOf" srcId="{1EF945F4-2F55-44B5-A689-1A11174E20FD}" destId="{56C6864E-2616-4649-B918-C00F166A5246}" srcOrd="0" destOrd="2" presId="urn:microsoft.com/office/officeart/2005/8/layout/vList4"/>
    <dgm:cxn modelId="{FBDF84D7-E171-48A0-A18E-7E156EE0726F}" type="presOf" srcId="{8A5F2C05-938C-4049-B084-EDB7E2ECB356}" destId="{540B79DA-CFA5-4B80-83A2-1D7440CE5779}" srcOrd="1" destOrd="3" presId="urn:microsoft.com/office/officeart/2005/8/layout/vList4"/>
    <dgm:cxn modelId="{5A47E5DE-35DC-41DC-9A1D-F12A7A4EFB15}" type="presOf" srcId="{C3394B7D-ECA3-4C35-94BD-57378793271D}" destId="{8C70A6D0-AB9F-48FA-BD8E-8CEDB469A2D4}" srcOrd="0" destOrd="0" presId="urn:microsoft.com/office/officeart/2005/8/layout/vList4"/>
    <dgm:cxn modelId="{79654220-526A-4901-8D96-0DD1B2D35C7F}" type="presParOf" srcId="{8C70A6D0-AB9F-48FA-BD8E-8CEDB469A2D4}" destId="{A16240A0-E5CC-4077-B404-882F1D9F3997}" srcOrd="0" destOrd="0" presId="urn:microsoft.com/office/officeart/2005/8/layout/vList4"/>
    <dgm:cxn modelId="{20D69537-4C75-49C6-97CC-F7FE0365295F}" type="presParOf" srcId="{A16240A0-E5CC-4077-B404-882F1D9F3997}" destId="{B6B8F33D-56D4-40B3-A542-57B1805D12C5}" srcOrd="0" destOrd="0" presId="urn:microsoft.com/office/officeart/2005/8/layout/vList4"/>
    <dgm:cxn modelId="{67DA2B01-640E-4098-BE25-6ACF3549FC3E}" type="presParOf" srcId="{A16240A0-E5CC-4077-B404-882F1D9F3997}" destId="{8B394495-E9BF-4448-81EE-E85AAE117DB2}" srcOrd="1" destOrd="0" presId="urn:microsoft.com/office/officeart/2005/8/layout/vList4"/>
    <dgm:cxn modelId="{4DB7D576-5FA3-44B2-8D3F-9DB76E26A3DA}" type="presParOf" srcId="{A16240A0-E5CC-4077-B404-882F1D9F3997}" destId="{05C30FAD-EC5C-4764-AA62-72DA704D3883}" srcOrd="2" destOrd="0" presId="urn:microsoft.com/office/officeart/2005/8/layout/vList4"/>
    <dgm:cxn modelId="{25E153A9-8B01-49BC-B18A-CE0FB6E0D4F2}" type="presParOf" srcId="{8C70A6D0-AB9F-48FA-BD8E-8CEDB469A2D4}" destId="{0822CDE4-9C8C-4467-BD99-F93B50C48AD9}" srcOrd="1" destOrd="0" presId="urn:microsoft.com/office/officeart/2005/8/layout/vList4"/>
    <dgm:cxn modelId="{A9771369-1298-4FA4-921D-1800FE3C01B0}" type="presParOf" srcId="{8C70A6D0-AB9F-48FA-BD8E-8CEDB469A2D4}" destId="{2E545FE5-0347-443B-B652-5FB295781333}" srcOrd="2" destOrd="0" presId="urn:microsoft.com/office/officeart/2005/8/layout/vList4"/>
    <dgm:cxn modelId="{A170FB5B-EAA1-4BB7-B024-B61DFD9FB21C}" type="presParOf" srcId="{2E545FE5-0347-443B-B652-5FB295781333}" destId="{56C6864E-2616-4649-B918-C00F166A5246}" srcOrd="0" destOrd="0" presId="urn:microsoft.com/office/officeart/2005/8/layout/vList4"/>
    <dgm:cxn modelId="{147CE45E-8151-4712-8ABE-91C892CD7F45}" type="presParOf" srcId="{2E545FE5-0347-443B-B652-5FB295781333}" destId="{D00D4B28-2452-4731-96FE-C31EA42C41B8}" srcOrd="1" destOrd="0" presId="urn:microsoft.com/office/officeart/2005/8/layout/vList4"/>
    <dgm:cxn modelId="{1AF7A355-F8E0-468D-873D-FDA5BE895353}" type="presParOf" srcId="{2E545FE5-0347-443B-B652-5FB295781333}" destId="{540B79DA-CFA5-4B80-83A2-1D7440CE5779}" srcOrd="2" destOrd="0" presId="urn:microsoft.com/office/officeart/2005/8/layout/vList4"/>
    <dgm:cxn modelId="{7A91EA0E-3467-4E9F-87D3-B77862D3B47F}" type="presParOf" srcId="{8C70A6D0-AB9F-48FA-BD8E-8CEDB469A2D4}" destId="{6757711F-6CB1-4EC6-94FB-818327B1502A}" srcOrd="3" destOrd="0" presId="urn:microsoft.com/office/officeart/2005/8/layout/vList4"/>
    <dgm:cxn modelId="{5202B56B-AE16-4799-AC6A-113F3A1C6BCC}" type="presParOf" srcId="{8C70A6D0-AB9F-48FA-BD8E-8CEDB469A2D4}" destId="{13ACA709-0420-4413-BC07-7F52EF6986B2}" srcOrd="4" destOrd="0" presId="urn:microsoft.com/office/officeart/2005/8/layout/vList4"/>
    <dgm:cxn modelId="{B0669508-6F0A-46DB-AC72-C588A1E1D720}" type="presParOf" srcId="{13ACA709-0420-4413-BC07-7F52EF6986B2}" destId="{1B036022-691F-4BC9-BA5D-22837297194E}" srcOrd="0" destOrd="0" presId="urn:microsoft.com/office/officeart/2005/8/layout/vList4"/>
    <dgm:cxn modelId="{39EE14F8-D495-400B-9A29-381302BFA5F4}" type="presParOf" srcId="{13ACA709-0420-4413-BC07-7F52EF6986B2}" destId="{5289E023-60FB-4B69-88BF-8F79BC4CD908}" srcOrd="1" destOrd="0" presId="urn:microsoft.com/office/officeart/2005/8/layout/vList4"/>
    <dgm:cxn modelId="{40C644D1-1155-4CAC-989C-F4BDDAE1AE8E}" type="presParOf" srcId="{13ACA709-0420-4413-BC07-7F52EF6986B2}" destId="{ED7A3900-1945-4B8E-B81A-418E691F836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051E-A306-4AB3-81DF-620C522E9FC8}">
      <dsp:nvSpPr>
        <dsp:cNvPr id="0" name=""/>
        <dsp:cNvSpPr/>
      </dsp:nvSpPr>
      <dsp:spPr>
        <a:xfrm>
          <a:off x="0" y="0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b="0" kern="1200" baseline="0" dirty="0">
              <a:solidFill>
                <a:srgbClr val="C00000"/>
              </a:solidFill>
            </a:rPr>
            <a:t>Requesting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Develop a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1" action="ppaction://hlinkfile"/>
            </a:rPr>
            <a:t>Project Charter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chemeClr val="tx2"/>
              </a:solidFill>
            </a:rPr>
            <a:t>This document creates the framework for what will be delivered, any budget scoping  and what the final product expectations are.</a:t>
          </a:r>
        </a:p>
      </dsp:txBody>
      <dsp:txXfrm>
        <a:off x="1346200" y="0"/>
        <a:ext cx="4749800" cy="1269999"/>
      </dsp:txXfrm>
    </dsp:sp>
    <dsp:sp modelId="{BA74A9B6-37FA-4FE0-8302-26493531BC87}">
      <dsp:nvSpPr>
        <dsp:cNvPr id="0" name=""/>
        <dsp:cNvSpPr/>
      </dsp:nvSpPr>
      <dsp:spPr>
        <a:xfrm>
          <a:off x="126999" y="126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36022-691F-4BC9-BA5D-22837297194E}">
      <dsp:nvSpPr>
        <dsp:cNvPr id="0" name=""/>
        <dsp:cNvSpPr/>
      </dsp:nvSpPr>
      <dsp:spPr>
        <a:xfrm>
          <a:off x="0" y="1396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baseline="0" dirty="0">
              <a:solidFill>
                <a:srgbClr val="C00000"/>
              </a:solidFill>
            </a:rPr>
            <a:t>Controls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Review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3" action="ppaction://hlinkfile"/>
            </a:rPr>
            <a:t>Governance Document</a:t>
          </a:r>
          <a:r>
            <a:rPr lang="en-AU" sz="1200" kern="1200" dirty="0"/>
            <a:t> </a:t>
          </a:r>
          <a:r>
            <a:rPr lang="en-AU" sz="1200" kern="1200" dirty="0">
              <a:solidFill>
                <a:schemeClr val="tx1"/>
              </a:solidFill>
            </a:rPr>
            <a:t>guidelines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Create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4" action="ppaction://hlinkfile"/>
            </a:rPr>
            <a:t>Governance Agreement Document </a:t>
          </a:r>
          <a:r>
            <a:rPr lang="en-AU" sz="1200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chemeClr val="tx2"/>
              </a:solidFill>
            </a:rPr>
            <a:t>Agree with the business who will be involved </a:t>
          </a:r>
        </a:p>
      </dsp:txBody>
      <dsp:txXfrm>
        <a:off x="1346200" y="1396999"/>
        <a:ext cx="4749800" cy="1269999"/>
      </dsp:txXfrm>
    </dsp:sp>
    <dsp:sp modelId="{5289E023-60FB-4B69-88BF-8F79BC4CD908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951A4-7105-4FC3-86BB-41A38BE86AC1}">
      <dsp:nvSpPr>
        <dsp:cNvPr id="0" name=""/>
        <dsp:cNvSpPr/>
      </dsp:nvSpPr>
      <dsp:spPr>
        <a:xfrm>
          <a:off x="0" y="2793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baseline="0" dirty="0">
              <a:solidFill>
                <a:srgbClr val="C00000"/>
              </a:solidFill>
            </a:rPr>
            <a:t>Prepare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Create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6" action="ppaction://hlinkfile"/>
            </a:rPr>
            <a:t>business Case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Create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7" action="ppaction://hlinkfile"/>
            </a:rPr>
            <a:t>Budget Template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Create </a:t>
          </a:r>
          <a:r>
            <a:rPr lang="en-AU" sz="1200" kern="1200" dirty="0">
              <a:hlinkClick xmlns:r="http://schemas.openxmlformats.org/officeDocument/2006/relationships" r:id="rId8"/>
            </a:rPr>
            <a:t>Project Plan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</a:rPr>
            <a:t>Review</a:t>
          </a:r>
          <a:r>
            <a:rPr lang="en-AU" sz="1200" kern="1200" dirty="0"/>
            <a:t> </a:t>
          </a:r>
          <a:r>
            <a:rPr lang="en-AU" sz="1200" kern="1200" dirty="0">
              <a:hlinkClick xmlns:r="http://schemas.openxmlformats.org/officeDocument/2006/relationships" r:id="rId8"/>
            </a:rPr>
            <a:t>Project Timelines</a:t>
          </a:r>
          <a:r>
            <a:rPr lang="en-AU" sz="1200" kern="1200" dirty="0"/>
            <a:t> </a:t>
          </a:r>
          <a:r>
            <a:rPr lang="en-AU" sz="1200" kern="1200" baseline="0" dirty="0">
              <a:solidFill>
                <a:schemeClr val="tx1"/>
              </a:solidFill>
            </a:rPr>
            <a:t>with Governance Agreement Document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 baseline="0" dirty="0">
            <a:solidFill>
              <a:schemeClr val="tx1"/>
            </a:solidFill>
          </a:endParaRPr>
        </a:p>
      </dsp:txBody>
      <dsp:txXfrm>
        <a:off x="1346200" y="2793999"/>
        <a:ext cx="4749800" cy="1269999"/>
      </dsp:txXfrm>
    </dsp:sp>
    <dsp:sp modelId="{59876269-4499-4D68-AD35-4BFEA73EB5C4}">
      <dsp:nvSpPr>
        <dsp:cNvPr id="0" name=""/>
        <dsp:cNvSpPr/>
      </dsp:nvSpPr>
      <dsp:spPr>
        <a:xfrm>
          <a:off x="126999" y="2920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051E-A306-4AB3-81DF-620C522E9FC8}">
      <dsp:nvSpPr>
        <dsp:cNvPr id="0" name=""/>
        <dsp:cNvSpPr/>
      </dsp:nvSpPr>
      <dsp:spPr>
        <a:xfrm>
          <a:off x="0" y="0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b="0" kern="1200" baseline="0" dirty="0">
              <a:solidFill>
                <a:srgbClr val="C00000"/>
              </a:solidFill>
              <a:latin typeface="Calibri" panose="020F0502020204030204" pitchFamily="34" charset="0"/>
            </a:rPr>
            <a:t>Understanding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baseline="0" dirty="0">
              <a:solidFill>
                <a:schemeClr val="tx1"/>
              </a:solidFill>
              <a:latin typeface="Calibri" panose="020F0502020204030204" pitchFamily="34" charset="0"/>
            </a:rPr>
            <a:t>Develop a Requirements Document</a:t>
          </a:r>
          <a:endParaRPr lang="en-AU" sz="1800" kern="1200" dirty="0">
            <a:latin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900" kern="1200" dirty="0">
            <a:latin typeface="Calibri" panose="020F0502020204030204" pitchFamily="34" charset="0"/>
          </a:endParaRPr>
        </a:p>
      </dsp:txBody>
      <dsp:txXfrm>
        <a:off x="1346200" y="0"/>
        <a:ext cx="4749800" cy="1269999"/>
      </dsp:txXfrm>
    </dsp:sp>
    <dsp:sp modelId="{BA74A9B6-37FA-4FE0-8302-26493531BC87}">
      <dsp:nvSpPr>
        <dsp:cNvPr id="0" name=""/>
        <dsp:cNvSpPr/>
      </dsp:nvSpPr>
      <dsp:spPr>
        <a:xfrm>
          <a:off x="126999" y="126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36022-691F-4BC9-BA5D-22837297194E}">
      <dsp:nvSpPr>
        <dsp:cNvPr id="0" name=""/>
        <dsp:cNvSpPr/>
      </dsp:nvSpPr>
      <dsp:spPr>
        <a:xfrm>
          <a:off x="0" y="1396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Agreeing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800" kern="1200" dirty="0">
              <a:solidFill>
                <a:schemeClr val="tx2"/>
              </a:solidFill>
              <a:latin typeface="Calibri" panose="020F0502020204030204" pitchFamily="34" charset="0"/>
            </a:rPr>
            <a:t>Agree with the business what will be delivered</a:t>
          </a:r>
        </a:p>
      </dsp:txBody>
      <dsp:txXfrm>
        <a:off x="1346200" y="1396999"/>
        <a:ext cx="4749800" cy="1269999"/>
      </dsp:txXfrm>
    </dsp:sp>
    <dsp:sp modelId="{5289E023-60FB-4B69-88BF-8F79BC4CD908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951A4-7105-4FC3-86BB-41A38BE86AC1}">
      <dsp:nvSpPr>
        <dsp:cNvPr id="0" name=""/>
        <dsp:cNvSpPr/>
      </dsp:nvSpPr>
      <dsp:spPr>
        <a:xfrm>
          <a:off x="0" y="2793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Designing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baseline="0" dirty="0">
              <a:solidFill>
                <a:schemeClr val="tx1"/>
              </a:solidFill>
              <a:latin typeface="Calibri" panose="020F0502020204030204" pitchFamily="34" charset="0"/>
            </a:rPr>
            <a:t>Understand what it will look like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700" kern="1200" baseline="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1346200" y="2793999"/>
        <a:ext cx="4749800" cy="1269999"/>
      </dsp:txXfrm>
    </dsp:sp>
    <dsp:sp modelId="{59876269-4499-4D68-AD35-4BFEA73EB5C4}">
      <dsp:nvSpPr>
        <dsp:cNvPr id="0" name=""/>
        <dsp:cNvSpPr/>
      </dsp:nvSpPr>
      <dsp:spPr>
        <a:xfrm>
          <a:off x="126999" y="2920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051E-A306-4AB3-81DF-620C522E9FC8}">
      <dsp:nvSpPr>
        <dsp:cNvPr id="0" name=""/>
        <dsp:cNvSpPr/>
      </dsp:nvSpPr>
      <dsp:spPr>
        <a:xfrm>
          <a:off x="0" y="0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Build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Develop </a:t>
          </a: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1" action="ppaction://hlinkfile"/>
            </a:rPr>
            <a:t>Work Packages </a:t>
          </a: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for delivery by team members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Schedule </a:t>
          </a: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2" action="ppaction://hlinkfile"/>
            </a:rPr>
            <a:t>Meetings</a:t>
          </a:r>
          <a:endParaRPr lang="en-AU" sz="1200" kern="1200" baseline="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latin typeface="Calibri" panose="020F0502020204030204" pitchFamily="34" charset="0"/>
              <a:hlinkClick xmlns:r="http://schemas.openxmlformats.org/officeDocument/2006/relationships" r:id="rId3" action="ppaction://hlinkfile"/>
            </a:rPr>
            <a:t>Reporting</a:t>
          </a:r>
          <a:r>
            <a:rPr lang="en-AU" sz="1200" kern="1200" dirty="0">
              <a:latin typeface="Calibri" panose="020F0502020204030204" pitchFamily="34" charset="0"/>
            </a:rPr>
            <a:t> </a:t>
          </a:r>
          <a:r>
            <a:rPr lang="en-AU" sz="1200" kern="1200" dirty="0">
              <a:solidFill>
                <a:schemeClr val="tx2"/>
              </a:solidFill>
              <a:latin typeface="Calibri" panose="020F0502020204030204" pitchFamily="34" charset="0"/>
            </a:rPr>
            <a:t>schedule weekly </a:t>
          </a:r>
        </a:p>
      </dsp:txBody>
      <dsp:txXfrm>
        <a:off x="1346200" y="0"/>
        <a:ext cx="4749800" cy="1269999"/>
      </dsp:txXfrm>
    </dsp:sp>
    <dsp:sp modelId="{BA74A9B6-37FA-4FE0-8302-26493531BC87}">
      <dsp:nvSpPr>
        <dsp:cNvPr id="0" name=""/>
        <dsp:cNvSpPr/>
      </dsp:nvSpPr>
      <dsp:spPr>
        <a:xfrm>
          <a:off x="126999" y="126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36022-691F-4BC9-BA5D-22837297194E}">
      <dsp:nvSpPr>
        <dsp:cNvPr id="0" name=""/>
        <dsp:cNvSpPr/>
      </dsp:nvSpPr>
      <dsp:spPr>
        <a:xfrm>
          <a:off x="0" y="1396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0" kern="1200" baseline="0" dirty="0">
              <a:solidFill>
                <a:srgbClr val="C00000"/>
              </a:solidFill>
              <a:latin typeface="Calibri" panose="020F0502020204030204" pitchFamily="34" charset="0"/>
            </a:rPr>
            <a:t>Test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chemeClr val="tx1"/>
              </a:solidFill>
              <a:latin typeface="Calibri" panose="020F0502020204030204" pitchFamily="34" charset="0"/>
            </a:rPr>
            <a:t>Develop UAT </a:t>
          </a:r>
          <a:r>
            <a:rPr lang="en-AU" sz="1200" kern="120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5" action="ppaction://hlinkfile"/>
            </a:rPr>
            <a:t>Testing Plans</a:t>
          </a:r>
          <a:endParaRPr lang="en-AU" sz="1200" kern="120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chemeClr val="tx1"/>
              </a:solidFill>
              <a:latin typeface="Calibri" panose="020F0502020204030204" pitchFamily="34" charset="0"/>
            </a:rPr>
            <a:t>UAT </a:t>
          </a:r>
          <a:r>
            <a:rPr lang="en-AU" sz="1200" kern="120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6" action="ppaction://hlinkfile"/>
            </a:rPr>
            <a:t>approval signoff</a:t>
          </a:r>
          <a:endParaRPr lang="en-AU" sz="12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1346200" y="1396999"/>
        <a:ext cx="4749800" cy="1269999"/>
      </dsp:txXfrm>
    </dsp:sp>
    <dsp:sp modelId="{5289E023-60FB-4B69-88BF-8F79BC4CD908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951A4-7105-4FC3-86BB-41A38BE86AC1}">
      <dsp:nvSpPr>
        <dsp:cNvPr id="0" name=""/>
        <dsp:cNvSpPr/>
      </dsp:nvSpPr>
      <dsp:spPr>
        <a:xfrm>
          <a:off x="0" y="2793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Support</a:t>
          </a:r>
          <a:r>
            <a:rPr lang="en-AU" sz="1600" kern="1200" baseline="0" dirty="0">
              <a:solidFill>
                <a:schemeClr val="accent2"/>
              </a:solidFill>
              <a:latin typeface="Calibri" panose="020F0502020204030204" pitchFamily="34" charset="0"/>
            </a:rPr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Prepare </a:t>
          </a: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8" action="ppaction://hlinkfile"/>
            </a:rPr>
            <a:t>Support Plans</a:t>
          </a:r>
          <a:endParaRPr lang="en-AU" sz="1200" kern="1200" baseline="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Prepare </a:t>
          </a: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9" action="ppaction://hlinkfile"/>
            </a:rPr>
            <a:t>Training Plans</a:t>
          </a:r>
          <a:endParaRPr lang="en-AU" sz="1200" kern="1200" baseline="0" dirty="0">
            <a:solidFill>
              <a:schemeClr val="tx1"/>
            </a:solidFill>
            <a:latin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baseline="0" dirty="0">
              <a:solidFill>
                <a:schemeClr val="tx1"/>
              </a:solidFill>
              <a:latin typeface="Calibri" panose="020F0502020204030204" pitchFamily="34" charset="0"/>
            </a:rPr>
            <a:t>Gain business agreement with the approval of both documents above.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 dirty="0">
            <a:latin typeface="Calibri" panose="020F0502020204030204" pitchFamily="34" charset="0"/>
          </a:endParaRPr>
        </a:p>
      </dsp:txBody>
      <dsp:txXfrm>
        <a:off x="1346200" y="2793999"/>
        <a:ext cx="4749800" cy="1269999"/>
      </dsp:txXfrm>
    </dsp:sp>
    <dsp:sp modelId="{59876269-4499-4D68-AD35-4BFEA73EB5C4}">
      <dsp:nvSpPr>
        <dsp:cNvPr id="0" name=""/>
        <dsp:cNvSpPr/>
      </dsp:nvSpPr>
      <dsp:spPr>
        <a:xfrm>
          <a:off x="126999" y="2920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8F33D-56D4-40B3-A542-57B1805D12C5}">
      <dsp:nvSpPr>
        <dsp:cNvPr id="0" name=""/>
        <dsp:cNvSpPr/>
      </dsp:nvSpPr>
      <dsp:spPr>
        <a:xfrm>
          <a:off x="0" y="14312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Change</a:t>
          </a:r>
          <a:r>
            <a:rPr lang="en-AU" sz="1400" kern="1200" baseline="0" dirty="0">
              <a:solidFill>
                <a:schemeClr val="accent2"/>
              </a:solidFill>
              <a:latin typeface="Calibri" panose="020F0502020204030204" pitchFamily="34" charset="0"/>
            </a:rPr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Create change management plan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100" kern="1200" dirty="0">
            <a:latin typeface="Calibri" panose="020F0502020204030204" pitchFamily="34" charset="0"/>
          </a:endParaRPr>
        </a:p>
      </dsp:txBody>
      <dsp:txXfrm>
        <a:off x="1346200" y="14312"/>
        <a:ext cx="4749800" cy="1269999"/>
      </dsp:txXfrm>
    </dsp:sp>
    <dsp:sp modelId="{8B394495-E9BF-4448-81EE-E85AAE117DB2}">
      <dsp:nvSpPr>
        <dsp:cNvPr id="0" name=""/>
        <dsp:cNvSpPr/>
      </dsp:nvSpPr>
      <dsp:spPr>
        <a:xfrm>
          <a:off x="126999" y="126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6864E-2616-4649-B918-C00F166A5246}">
      <dsp:nvSpPr>
        <dsp:cNvPr id="0" name=""/>
        <dsp:cNvSpPr/>
      </dsp:nvSpPr>
      <dsp:spPr>
        <a:xfrm>
          <a:off x="0" y="1411312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Deploy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Create agreed deployment plan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Identify Staff/Management/System/Building requirements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Manage vendor needs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Review  - build </a:t>
          </a: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2" action="ppaction://hlinkfile"/>
            </a:rPr>
            <a:t>issues register </a:t>
          </a:r>
          <a:r>
            <a:rPr lang="en-AU" sz="1100" kern="1200" baseline="0" dirty="0">
              <a:solidFill>
                <a:schemeClr val="tx1"/>
              </a:solidFill>
              <a:latin typeface="Calibri" panose="020F0502020204030204" pitchFamily="34" charset="0"/>
            </a:rPr>
            <a:t>and review meeting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100" kern="1200" dirty="0">
            <a:latin typeface="Calibri" panose="020F0502020204030204" pitchFamily="34" charset="0"/>
          </a:endParaRPr>
        </a:p>
      </dsp:txBody>
      <dsp:txXfrm>
        <a:off x="1346200" y="1411312"/>
        <a:ext cx="4749800" cy="1269999"/>
      </dsp:txXfrm>
    </dsp:sp>
    <dsp:sp modelId="{D00D4B28-2452-4731-96FE-C31EA42C41B8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36022-691F-4BC9-BA5D-22837297194E}">
      <dsp:nvSpPr>
        <dsp:cNvPr id="0" name=""/>
        <dsp:cNvSpPr/>
      </dsp:nvSpPr>
      <dsp:spPr>
        <a:xfrm>
          <a:off x="0" y="2793999"/>
          <a:ext cx="6096000" cy="1269999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baseline="0" dirty="0">
              <a:solidFill>
                <a:srgbClr val="C00000"/>
              </a:solidFill>
              <a:latin typeface="Calibri" panose="020F0502020204030204" pitchFamily="34" charset="0"/>
            </a:rPr>
            <a:t>Completing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4" action="ppaction://hlinkfile"/>
            </a:rPr>
            <a:t>Lessons Learnt</a:t>
          </a:r>
          <a:r>
            <a:rPr lang="en-AU" sz="1100" kern="1200" dirty="0">
              <a:solidFill>
                <a:schemeClr val="tx1"/>
              </a:solidFill>
              <a:latin typeface="Calibri" panose="020F0502020204030204" pitchFamily="34" charset="0"/>
            </a:rPr>
            <a:t> meeting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100" kern="1200" dirty="0">
              <a:solidFill>
                <a:schemeClr val="tx1"/>
              </a:solidFill>
              <a:latin typeface="Calibri" panose="020F0502020204030204" pitchFamily="34" charset="0"/>
              <a:hlinkClick xmlns:r="http://schemas.openxmlformats.org/officeDocument/2006/relationships" r:id="rId5" action="ppaction://hlinkfile"/>
            </a:rPr>
            <a:t>Project closure</a:t>
          </a:r>
          <a:endParaRPr lang="en-AU" sz="11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1346200" y="2793999"/>
        <a:ext cx="4749800" cy="1269999"/>
      </dsp:txXfrm>
    </dsp:sp>
    <dsp:sp modelId="{5289E023-60FB-4B69-88BF-8F79BC4CD908}">
      <dsp:nvSpPr>
        <dsp:cNvPr id="0" name=""/>
        <dsp:cNvSpPr/>
      </dsp:nvSpPr>
      <dsp:spPr>
        <a:xfrm>
          <a:off x="126999" y="2920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15E268E-46C5-45C3-B77D-A816A21DB3F6}" type="datetimeFigureOut">
              <a:rPr lang="en-AU" smtClean="0"/>
              <a:t>6/12/2021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D8E4A23-13D8-447D-9468-9CA0461F25E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87624" y="692696"/>
            <a:ext cx="6912768" cy="11521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PMO Delivery Process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132856"/>
            <a:ext cx="4104456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1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713622254"/>
              </p:ext>
            </p:extLst>
          </p:nvPr>
        </p:nvGraphicFramePr>
        <p:xfrm>
          <a:off x="1475656" y="21328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971600" y="700174"/>
            <a:ext cx="6912768" cy="1152128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PMO – Business Agreement</a:t>
            </a:r>
          </a:p>
        </p:txBody>
      </p:sp>
    </p:spTree>
    <p:extLst>
      <p:ext uri="{BB962C8B-B14F-4D97-AF65-F5344CB8AC3E}">
        <p14:creationId xmlns:p14="http://schemas.microsoft.com/office/powerpoint/2010/main" val="414122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34184221"/>
              </p:ext>
            </p:extLst>
          </p:nvPr>
        </p:nvGraphicFramePr>
        <p:xfrm>
          <a:off x="1475656" y="21328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971600" y="700174"/>
            <a:ext cx="6912768" cy="1152128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PMO – Identifying Scope</a:t>
            </a:r>
          </a:p>
        </p:txBody>
      </p:sp>
    </p:spTree>
    <p:extLst>
      <p:ext uri="{BB962C8B-B14F-4D97-AF65-F5344CB8AC3E}">
        <p14:creationId xmlns:p14="http://schemas.microsoft.com/office/powerpoint/2010/main" val="34063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817643810"/>
              </p:ext>
            </p:extLst>
          </p:nvPr>
        </p:nvGraphicFramePr>
        <p:xfrm>
          <a:off x="1475656" y="21328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971600" y="700174"/>
            <a:ext cx="6912768" cy="1152128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PMO – Delivering </a:t>
            </a:r>
          </a:p>
        </p:txBody>
      </p:sp>
    </p:spTree>
    <p:extLst>
      <p:ext uri="{BB962C8B-B14F-4D97-AF65-F5344CB8AC3E}">
        <p14:creationId xmlns:p14="http://schemas.microsoft.com/office/powerpoint/2010/main" val="60470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662423383"/>
              </p:ext>
            </p:extLst>
          </p:nvPr>
        </p:nvGraphicFramePr>
        <p:xfrm>
          <a:off x="1475656" y="21328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971600" y="700174"/>
            <a:ext cx="6912768" cy="1152128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PMO – Supporting</a:t>
            </a:r>
          </a:p>
        </p:txBody>
      </p:sp>
    </p:spTree>
    <p:extLst>
      <p:ext uri="{BB962C8B-B14F-4D97-AF65-F5344CB8AC3E}">
        <p14:creationId xmlns:p14="http://schemas.microsoft.com/office/powerpoint/2010/main" val="664727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763812-E621-4613-A537-B671A2936C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C91BC6-10CC-4937-89B0-A142763FA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D2260C7-113E-4801-81A4-F2BE66EEA876}"/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4051</TotalTime>
  <Words>175</Words>
  <Application>Microsoft Office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Franklin Gothic Medium</vt:lpstr>
      <vt:lpstr>Wingdings</vt:lpstr>
      <vt:lpstr>Angles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Daly</dc:creator>
  <cp:lastModifiedBy>Darren Daly</cp:lastModifiedBy>
  <cp:revision>40</cp:revision>
  <dcterms:created xsi:type="dcterms:W3CDTF">2017-09-04T01:35:30Z</dcterms:created>
  <dcterms:modified xsi:type="dcterms:W3CDTF">2021-12-06T03:52:58Z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</Properties>
</file>