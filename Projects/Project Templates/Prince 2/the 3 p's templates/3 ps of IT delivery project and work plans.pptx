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media/image5.jpg" ContentType="image/png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61" r:id="rId5"/>
    <p:sldId id="259" r:id="rId6"/>
    <p:sldId id="257" r:id="rId7"/>
    <p:sldId id="256" r:id="rId8"/>
    <p:sldId id="258" r:id="rId9"/>
    <p:sldId id="260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EC3D3B-37A2-4185-B0D3-3FCF8C619998}" v="669" dt="2021-11-16T23:46:32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3" d="100"/>
          <a:sy n="123" d="100"/>
        </p:scale>
        <p:origin x="12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ren Daly" userId="819567e7-b13d-426c-99fa-035b2637d784" providerId="ADAL" clId="{D5EC3D3B-37A2-4185-B0D3-3FCF8C619998}"/>
    <pc:docChg chg="modSld sldOrd">
      <pc:chgData name="Darren Daly" userId="819567e7-b13d-426c-99fa-035b2637d784" providerId="ADAL" clId="{D5EC3D3B-37A2-4185-B0D3-3FCF8C619998}" dt="2021-11-16T23:46:32.259" v="734" actId="20577"/>
      <pc:docMkLst>
        <pc:docMk/>
      </pc:docMkLst>
      <pc:sldChg chg="modSp mod">
        <pc:chgData name="Darren Daly" userId="819567e7-b13d-426c-99fa-035b2637d784" providerId="ADAL" clId="{D5EC3D3B-37A2-4185-B0D3-3FCF8C619998}" dt="2021-11-16T22:05:34.928" v="2" actId="6549"/>
        <pc:sldMkLst>
          <pc:docMk/>
          <pc:sldMk cId="1735102807" sldId="256"/>
        </pc:sldMkLst>
        <pc:spChg chg="mod">
          <ac:chgData name="Darren Daly" userId="819567e7-b13d-426c-99fa-035b2637d784" providerId="ADAL" clId="{D5EC3D3B-37A2-4185-B0D3-3FCF8C619998}" dt="2021-11-16T22:05:34.928" v="2" actId="6549"/>
          <ac:spMkLst>
            <pc:docMk/>
            <pc:sldMk cId="1735102807" sldId="256"/>
            <ac:spMk id="30" creationId="{00000000-0000-0000-0000-000000000000}"/>
          </ac:spMkLst>
        </pc:spChg>
      </pc:sldChg>
      <pc:sldChg chg="modSp mod">
        <pc:chgData name="Darren Daly" userId="819567e7-b13d-426c-99fa-035b2637d784" providerId="ADAL" clId="{D5EC3D3B-37A2-4185-B0D3-3FCF8C619998}" dt="2021-11-16T22:07:29.022" v="14"/>
        <pc:sldMkLst>
          <pc:docMk/>
          <pc:sldMk cId="3270088412" sldId="258"/>
        </pc:sldMkLst>
        <pc:spChg chg="mod">
          <ac:chgData name="Darren Daly" userId="819567e7-b13d-426c-99fa-035b2637d784" providerId="ADAL" clId="{D5EC3D3B-37A2-4185-B0D3-3FCF8C619998}" dt="2021-11-16T22:07:29.022" v="14"/>
          <ac:spMkLst>
            <pc:docMk/>
            <pc:sldMk cId="3270088412" sldId="258"/>
            <ac:spMk id="3" creationId="{00000000-0000-0000-0000-000000000000}"/>
          </ac:spMkLst>
        </pc:spChg>
      </pc:sldChg>
      <pc:sldChg chg="modSp mod ord">
        <pc:chgData name="Darren Daly" userId="819567e7-b13d-426c-99fa-035b2637d784" providerId="ADAL" clId="{D5EC3D3B-37A2-4185-B0D3-3FCF8C619998}" dt="2021-11-16T22:12:49.252" v="47" actId="20577"/>
        <pc:sldMkLst>
          <pc:docMk/>
          <pc:sldMk cId="1671387853" sldId="259"/>
        </pc:sldMkLst>
        <pc:spChg chg="mod">
          <ac:chgData name="Darren Daly" userId="819567e7-b13d-426c-99fa-035b2637d784" providerId="ADAL" clId="{D5EC3D3B-37A2-4185-B0D3-3FCF8C619998}" dt="2021-11-16T22:12:49.252" v="47" actId="20577"/>
          <ac:spMkLst>
            <pc:docMk/>
            <pc:sldMk cId="1671387853" sldId="259"/>
            <ac:spMk id="5" creationId="{00000000-0000-0000-0000-000000000000}"/>
          </ac:spMkLst>
        </pc:spChg>
      </pc:sldChg>
      <pc:sldChg chg="modSp mod">
        <pc:chgData name="Darren Daly" userId="819567e7-b13d-426c-99fa-035b2637d784" providerId="ADAL" clId="{D5EC3D3B-37A2-4185-B0D3-3FCF8C619998}" dt="2021-11-16T22:01:35.486" v="1" actId="20577"/>
        <pc:sldMkLst>
          <pc:docMk/>
          <pc:sldMk cId="3225000797" sldId="261"/>
        </pc:sldMkLst>
        <pc:spChg chg="mod">
          <ac:chgData name="Darren Daly" userId="819567e7-b13d-426c-99fa-035b2637d784" providerId="ADAL" clId="{D5EC3D3B-37A2-4185-B0D3-3FCF8C619998}" dt="2021-11-16T22:01:35.486" v="1" actId="20577"/>
          <ac:spMkLst>
            <pc:docMk/>
            <pc:sldMk cId="3225000797" sldId="261"/>
            <ac:spMk id="5" creationId="{00000000-0000-0000-0000-000000000000}"/>
          </ac:spMkLst>
        </pc:spChg>
      </pc:sldChg>
      <pc:sldChg chg="modSp mod">
        <pc:chgData name="Darren Daly" userId="819567e7-b13d-426c-99fa-035b2637d784" providerId="ADAL" clId="{D5EC3D3B-37A2-4185-B0D3-3FCF8C619998}" dt="2021-11-16T23:46:32.259" v="734" actId="20577"/>
        <pc:sldMkLst>
          <pc:docMk/>
          <pc:sldMk cId="352183702" sldId="262"/>
        </pc:sldMkLst>
        <pc:spChg chg="mod">
          <ac:chgData name="Darren Daly" userId="819567e7-b13d-426c-99fa-035b2637d784" providerId="ADAL" clId="{D5EC3D3B-37A2-4185-B0D3-3FCF8C619998}" dt="2021-11-16T22:13:42.180" v="68" actId="20577"/>
          <ac:spMkLst>
            <pc:docMk/>
            <pc:sldMk cId="352183702" sldId="262"/>
            <ac:spMk id="6" creationId="{00000000-0000-0000-0000-000000000000}"/>
          </ac:spMkLst>
        </pc:spChg>
        <pc:graphicFrameChg chg="mod">
          <ac:chgData name="Darren Daly" userId="819567e7-b13d-426c-99fa-035b2637d784" providerId="ADAL" clId="{D5EC3D3B-37A2-4185-B0D3-3FCF8C619998}" dt="2021-11-16T23:46:32.259" v="734" actId="20577"/>
          <ac:graphicFrameMkLst>
            <pc:docMk/>
            <pc:sldMk cId="352183702" sldId="262"/>
            <ac:graphicFrameMk id="5" creationId="{00000000-0000-0000-0000-000000000000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2A7F40-33C9-48D3-AE89-598489A2BAC7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82570569-B78B-49B9-81D3-CE9CA8C12BEA}">
      <dgm:prSet phldrT="[Text]"/>
      <dgm:spPr/>
      <dgm:t>
        <a:bodyPr/>
        <a:lstStyle/>
        <a:p>
          <a:r>
            <a:rPr lang="en-AU" dirty="0"/>
            <a:t>Purpose</a:t>
          </a:r>
        </a:p>
      </dgm:t>
    </dgm:pt>
    <dgm:pt modelId="{7257F371-FAE7-42AF-B0C1-2126CA8CAAD6}" type="parTrans" cxnId="{14273119-58D5-483E-93ED-AE0C2A39EB86}">
      <dgm:prSet/>
      <dgm:spPr/>
      <dgm:t>
        <a:bodyPr/>
        <a:lstStyle/>
        <a:p>
          <a:endParaRPr lang="en-AU"/>
        </a:p>
      </dgm:t>
    </dgm:pt>
    <dgm:pt modelId="{9EB27522-FFC0-4687-B78C-0841E3B47E89}" type="sibTrans" cxnId="{14273119-58D5-483E-93ED-AE0C2A39EB86}">
      <dgm:prSet/>
      <dgm:spPr/>
      <dgm:t>
        <a:bodyPr/>
        <a:lstStyle/>
        <a:p>
          <a:endParaRPr lang="en-AU"/>
        </a:p>
      </dgm:t>
    </dgm:pt>
    <dgm:pt modelId="{007F77E0-AF73-4FC6-9366-F70285F731A9}">
      <dgm:prSet phldrT="[Text]"/>
      <dgm:spPr/>
      <dgm:t>
        <a:bodyPr/>
        <a:lstStyle/>
        <a:p>
          <a:r>
            <a:rPr lang="en-AU" dirty="0"/>
            <a:t>To deliver a consistent  and managed approach to work programs and projects in IT that are approved, budgeted and maintained in a supported environment</a:t>
          </a:r>
        </a:p>
      </dgm:t>
    </dgm:pt>
    <dgm:pt modelId="{77718181-1A31-4B82-8CF7-EA14321C0CC8}" type="parTrans" cxnId="{4A35DF88-2988-420F-9722-43EC41F5A7B5}">
      <dgm:prSet/>
      <dgm:spPr/>
      <dgm:t>
        <a:bodyPr/>
        <a:lstStyle/>
        <a:p>
          <a:endParaRPr lang="en-AU"/>
        </a:p>
      </dgm:t>
    </dgm:pt>
    <dgm:pt modelId="{B9DBA9A6-0927-4AE8-ABB5-F40878A83328}" type="sibTrans" cxnId="{4A35DF88-2988-420F-9722-43EC41F5A7B5}">
      <dgm:prSet/>
      <dgm:spPr/>
      <dgm:t>
        <a:bodyPr/>
        <a:lstStyle/>
        <a:p>
          <a:endParaRPr lang="en-AU"/>
        </a:p>
      </dgm:t>
    </dgm:pt>
    <dgm:pt modelId="{FD6E4700-0247-43C2-AACC-098F8D38483F}">
      <dgm:prSet phldrT="[Text]"/>
      <dgm:spPr/>
      <dgm:t>
        <a:bodyPr/>
        <a:lstStyle/>
        <a:p>
          <a:r>
            <a:rPr lang="en-AU" dirty="0"/>
            <a:t>Governance</a:t>
          </a:r>
        </a:p>
      </dgm:t>
    </dgm:pt>
    <dgm:pt modelId="{E362768D-67CB-4477-B8F6-6D037862528B}" type="parTrans" cxnId="{1FB474CC-8010-45B8-A3E7-E37CCF37B8E4}">
      <dgm:prSet/>
      <dgm:spPr/>
      <dgm:t>
        <a:bodyPr/>
        <a:lstStyle/>
        <a:p>
          <a:endParaRPr lang="en-AU"/>
        </a:p>
      </dgm:t>
    </dgm:pt>
    <dgm:pt modelId="{FD9CBDC1-92A5-4A74-803E-DFE0FC757E6C}" type="sibTrans" cxnId="{1FB474CC-8010-45B8-A3E7-E37CCF37B8E4}">
      <dgm:prSet/>
      <dgm:spPr/>
      <dgm:t>
        <a:bodyPr/>
        <a:lstStyle/>
        <a:p>
          <a:endParaRPr lang="en-AU"/>
        </a:p>
      </dgm:t>
    </dgm:pt>
    <dgm:pt modelId="{C4A39207-DE2B-4BDA-8A10-77DE4CD8EC30}">
      <dgm:prSet phldrT="[Text]"/>
      <dgm:spPr/>
      <dgm:t>
        <a:bodyPr/>
        <a:lstStyle/>
        <a:p>
          <a:r>
            <a:rPr lang="en-AU" dirty="0"/>
            <a:t>Alignment to  strategic plans</a:t>
          </a:r>
        </a:p>
      </dgm:t>
    </dgm:pt>
    <dgm:pt modelId="{77F6DA99-6F0D-4E5F-9995-DD6DBC830BFC}" type="parTrans" cxnId="{201A8FFF-A90E-446D-8D6A-F5B8A26D3FBD}">
      <dgm:prSet/>
      <dgm:spPr/>
      <dgm:t>
        <a:bodyPr/>
        <a:lstStyle/>
        <a:p>
          <a:endParaRPr lang="en-AU"/>
        </a:p>
      </dgm:t>
    </dgm:pt>
    <dgm:pt modelId="{8C56CA5A-7B11-41D8-A0EB-55D46406F0F8}" type="sibTrans" cxnId="{201A8FFF-A90E-446D-8D6A-F5B8A26D3FBD}">
      <dgm:prSet/>
      <dgm:spPr/>
      <dgm:t>
        <a:bodyPr/>
        <a:lstStyle/>
        <a:p>
          <a:endParaRPr lang="en-AU"/>
        </a:p>
      </dgm:t>
    </dgm:pt>
    <dgm:pt modelId="{BC9FE3E7-F81E-44AB-8CFF-6A8556DA0D92}">
      <dgm:prSet phldrT="[Text]"/>
      <dgm:spPr/>
      <dgm:t>
        <a:bodyPr/>
        <a:lstStyle/>
        <a:p>
          <a:r>
            <a:rPr lang="en-AU" dirty="0"/>
            <a:t>Corporate documented process</a:t>
          </a:r>
        </a:p>
      </dgm:t>
    </dgm:pt>
    <dgm:pt modelId="{5F5DB3B0-277B-41A3-9B70-D4FA62DBF4A3}" type="parTrans" cxnId="{551365CC-7439-45FC-B9AC-9B0A60063A89}">
      <dgm:prSet/>
      <dgm:spPr/>
      <dgm:t>
        <a:bodyPr/>
        <a:lstStyle/>
        <a:p>
          <a:endParaRPr lang="en-AU"/>
        </a:p>
      </dgm:t>
    </dgm:pt>
    <dgm:pt modelId="{F37894E7-5F56-4D9B-9027-C12EA62A41E8}" type="sibTrans" cxnId="{551365CC-7439-45FC-B9AC-9B0A60063A89}">
      <dgm:prSet/>
      <dgm:spPr/>
      <dgm:t>
        <a:bodyPr/>
        <a:lstStyle/>
        <a:p>
          <a:endParaRPr lang="en-AU"/>
        </a:p>
      </dgm:t>
    </dgm:pt>
    <dgm:pt modelId="{8D6274AC-7A9F-47AC-B570-5B9032F82D89}">
      <dgm:prSet phldrT="[Text]"/>
      <dgm:spPr/>
      <dgm:t>
        <a:bodyPr/>
        <a:lstStyle/>
        <a:p>
          <a:r>
            <a:rPr lang="en-AU" dirty="0"/>
            <a:t>Principles</a:t>
          </a:r>
        </a:p>
      </dgm:t>
    </dgm:pt>
    <dgm:pt modelId="{F55681C2-F9EA-4EAA-8314-E32C98EE01F2}" type="parTrans" cxnId="{A9DE4482-95C6-4511-AD17-A258411F420F}">
      <dgm:prSet/>
      <dgm:spPr/>
      <dgm:t>
        <a:bodyPr/>
        <a:lstStyle/>
        <a:p>
          <a:endParaRPr lang="en-AU"/>
        </a:p>
      </dgm:t>
    </dgm:pt>
    <dgm:pt modelId="{245ECC71-6054-487E-BFA3-F111EAA112C1}" type="sibTrans" cxnId="{A9DE4482-95C6-4511-AD17-A258411F420F}">
      <dgm:prSet/>
      <dgm:spPr/>
      <dgm:t>
        <a:bodyPr/>
        <a:lstStyle/>
        <a:p>
          <a:endParaRPr lang="en-AU"/>
        </a:p>
      </dgm:t>
    </dgm:pt>
    <dgm:pt modelId="{6F4F58A4-BE9B-43D8-B3AD-936EF1644F8E}">
      <dgm:prSet phldrT="[Text]"/>
      <dgm:spPr/>
      <dgm:t>
        <a:bodyPr/>
        <a:lstStyle/>
        <a:p>
          <a:r>
            <a:rPr lang="en-AU" dirty="0"/>
            <a:t>Accountability</a:t>
          </a:r>
        </a:p>
      </dgm:t>
    </dgm:pt>
    <dgm:pt modelId="{70E6F8B1-E07E-479F-943D-1A5B9996092E}" type="parTrans" cxnId="{8BA3FD6A-91D5-4D31-86DF-594004FA0643}">
      <dgm:prSet/>
      <dgm:spPr/>
      <dgm:t>
        <a:bodyPr/>
        <a:lstStyle/>
        <a:p>
          <a:endParaRPr lang="en-AU"/>
        </a:p>
      </dgm:t>
    </dgm:pt>
    <dgm:pt modelId="{C5AB75DB-B287-47C3-988A-CBDF41F73678}" type="sibTrans" cxnId="{8BA3FD6A-91D5-4D31-86DF-594004FA0643}">
      <dgm:prSet/>
      <dgm:spPr/>
      <dgm:t>
        <a:bodyPr/>
        <a:lstStyle/>
        <a:p>
          <a:endParaRPr lang="en-AU"/>
        </a:p>
      </dgm:t>
    </dgm:pt>
    <dgm:pt modelId="{098ABBA1-5E2B-4A3E-850A-5058F48BA130}">
      <dgm:prSet phldrT="[Text]"/>
      <dgm:spPr/>
      <dgm:t>
        <a:bodyPr/>
        <a:lstStyle/>
        <a:p>
          <a:r>
            <a:rPr lang="en-AU" dirty="0"/>
            <a:t>Consistency</a:t>
          </a:r>
        </a:p>
      </dgm:t>
    </dgm:pt>
    <dgm:pt modelId="{26A2B667-2FF4-4953-B433-576701544916}" type="parTrans" cxnId="{2BA1CEC2-4B26-4CA8-93C5-66551C01E1CA}">
      <dgm:prSet/>
      <dgm:spPr/>
      <dgm:t>
        <a:bodyPr/>
        <a:lstStyle/>
        <a:p>
          <a:endParaRPr lang="en-AU"/>
        </a:p>
      </dgm:t>
    </dgm:pt>
    <dgm:pt modelId="{BB1AEB8E-B9C0-4B9E-A795-DE9B82B54429}" type="sibTrans" cxnId="{2BA1CEC2-4B26-4CA8-93C5-66551C01E1CA}">
      <dgm:prSet/>
      <dgm:spPr/>
      <dgm:t>
        <a:bodyPr/>
        <a:lstStyle/>
        <a:p>
          <a:endParaRPr lang="en-AU"/>
        </a:p>
      </dgm:t>
    </dgm:pt>
    <dgm:pt modelId="{09BFA368-6E51-492A-A0D5-6B3FDD2943D4}">
      <dgm:prSet phldrT="[Text]"/>
      <dgm:spPr/>
      <dgm:t>
        <a:bodyPr/>
        <a:lstStyle/>
        <a:p>
          <a:endParaRPr lang="en-AU" dirty="0"/>
        </a:p>
      </dgm:t>
    </dgm:pt>
    <dgm:pt modelId="{0AC07E42-38B3-4DF1-BB8B-459E179EBE30}" type="parTrans" cxnId="{A8AF5B86-3454-4A5C-AF5E-D059B3D96528}">
      <dgm:prSet/>
      <dgm:spPr/>
      <dgm:t>
        <a:bodyPr/>
        <a:lstStyle/>
        <a:p>
          <a:endParaRPr lang="en-AU"/>
        </a:p>
      </dgm:t>
    </dgm:pt>
    <dgm:pt modelId="{C8CD78E3-1527-4239-B574-233F8A438AB2}" type="sibTrans" cxnId="{A8AF5B86-3454-4A5C-AF5E-D059B3D96528}">
      <dgm:prSet/>
      <dgm:spPr/>
      <dgm:t>
        <a:bodyPr/>
        <a:lstStyle/>
        <a:p>
          <a:endParaRPr lang="en-AU"/>
        </a:p>
      </dgm:t>
    </dgm:pt>
    <dgm:pt modelId="{C60C9C79-3CF9-4189-9630-F3C6BFFA87EE}">
      <dgm:prSet phldrT="[Text]"/>
      <dgm:spPr/>
      <dgm:t>
        <a:bodyPr/>
        <a:lstStyle/>
        <a:p>
          <a:r>
            <a:rPr lang="en-AU" dirty="0"/>
            <a:t>Approved priorities</a:t>
          </a:r>
        </a:p>
      </dgm:t>
    </dgm:pt>
    <dgm:pt modelId="{9888D286-DF07-46AB-A103-1BD289E5E244}" type="parTrans" cxnId="{4BF3DA5E-E0D7-4AE6-A743-4E6AD996BE83}">
      <dgm:prSet/>
      <dgm:spPr/>
      <dgm:t>
        <a:bodyPr/>
        <a:lstStyle/>
        <a:p>
          <a:endParaRPr lang="en-AU"/>
        </a:p>
      </dgm:t>
    </dgm:pt>
    <dgm:pt modelId="{A642054E-1893-4CD0-94A3-200D8465B810}" type="sibTrans" cxnId="{4BF3DA5E-E0D7-4AE6-A743-4E6AD996BE83}">
      <dgm:prSet/>
      <dgm:spPr/>
      <dgm:t>
        <a:bodyPr/>
        <a:lstStyle/>
        <a:p>
          <a:endParaRPr lang="en-AU"/>
        </a:p>
      </dgm:t>
    </dgm:pt>
    <dgm:pt modelId="{813045AD-B29E-4DF5-B3DA-CF2126AC7DD0}">
      <dgm:prSet phldrT="[Text]"/>
      <dgm:spPr/>
      <dgm:t>
        <a:bodyPr/>
        <a:lstStyle/>
        <a:p>
          <a:r>
            <a:rPr lang="en-AU" dirty="0"/>
            <a:t>Customer Focused</a:t>
          </a:r>
        </a:p>
      </dgm:t>
    </dgm:pt>
    <dgm:pt modelId="{48EEE3BD-8770-4BE9-AA29-1878D1C6E66F}" type="parTrans" cxnId="{671D676A-F78C-4941-923B-2699AF0A4A98}">
      <dgm:prSet/>
      <dgm:spPr/>
      <dgm:t>
        <a:bodyPr/>
        <a:lstStyle/>
        <a:p>
          <a:endParaRPr lang="en-AU"/>
        </a:p>
      </dgm:t>
    </dgm:pt>
    <dgm:pt modelId="{C5630F44-FD7B-448E-A3FE-4A47E1BD2057}" type="sibTrans" cxnId="{671D676A-F78C-4941-923B-2699AF0A4A98}">
      <dgm:prSet/>
      <dgm:spPr/>
      <dgm:t>
        <a:bodyPr/>
        <a:lstStyle/>
        <a:p>
          <a:endParaRPr lang="en-AU"/>
        </a:p>
      </dgm:t>
    </dgm:pt>
    <dgm:pt modelId="{33567FA1-918B-450B-B6D0-D181A4797D05}" type="pres">
      <dgm:prSet presAssocID="{FB2A7F40-33C9-48D3-AE89-598489A2BAC7}" presName="linear" presStyleCnt="0">
        <dgm:presLayoutVars>
          <dgm:dir/>
          <dgm:resizeHandles val="exact"/>
        </dgm:presLayoutVars>
      </dgm:prSet>
      <dgm:spPr/>
    </dgm:pt>
    <dgm:pt modelId="{F263947C-D22B-457D-B6C2-D6EA4D3DE6E4}" type="pres">
      <dgm:prSet presAssocID="{82570569-B78B-49B9-81D3-CE9CA8C12BEA}" presName="comp" presStyleCnt="0"/>
      <dgm:spPr/>
    </dgm:pt>
    <dgm:pt modelId="{C8960A6E-5555-44E5-8241-05BC78D9F9EB}" type="pres">
      <dgm:prSet presAssocID="{82570569-B78B-49B9-81D3-CE9CA8C12BEA}" presName="box" presStyleLbl="node1" presStyleIdx="0" presStyleCnt="3"/>
      <dgm:spPr/>
    </dgm:pt>
    <dgm:pt modelId="{821258A5-445C-4658-8EC0-7C5A29A95D11}" type="pres">
      <dgm:prSet presAssocID="{82570569-B78B-49B9-81D3-CE9CA8C12BEA}" presName="img" presStyleLbl="fgImgPlace1" presStyleIdx="0" presStyleCnt="3" custScaleX="100001" custScaleY="98447" custLinFactNeighborX="-2569" custLinFactNeighborY="322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1000" r="-31000"/>
          </a:stretch>
        </a:blipFill>
      </dgm:spPr>
    </dgm:pt>
    <dgm:pt modelId="{B9D3D1C0-D791-4FF3-BFED-E4B59DC69EF0}" type="pres">
      <dgm:prSet presAssocID="{82570569-B78B-49B9-81D3-CE9CA8C12BEA}" presName="text" presStyleLbl="node1" presStyleIdx="0" presStyleCnt="3">
        <dgm:presLayoutVars>
          <dgm:bulletEnabled val="1"/>
        </dgm:presLayoutVars>
      </dgm:prSet>
      <dgm:spPr/>
    </dgm:pt>
    <dgm:pt modelId="{1E02357E-019E-42D5-A4AC-22344C785A80}" type="pres">
      <dgm:prSet presAssocID="{9EB27522-FFC0-4687-B78C-0841E3B47E89}" presName="spacer" presStyleCnt="0"/>
      <dgm:spPr/>
    </dgm:pt>
    <dgm:pt modelId="{DEB90F9B-0D3F-4F09-8B7A-939BCF56A899}" type="pres">
      <dgm:prSet presAssocID="{FD6E4700-0247-43C2-AACC-098F8D38483F}" presName="comp" presStyleCnt="0"/>
      <dgm:spPr/>
    </dgm:pt>
    <dgm:pt modelId="{9DABCEF9-9BBF-4F33-B94A-32B92586E1BA}" type="pres">
      <dgm:prSet presAssocID="{FD6E4700-0247-43C2-AACC-098F8D38483F}" presName="box" presStyleLbl="node1" presStyleIdx="1" presStyleCnt="3"/>
      <dgm:spPr/>
    </dgm:pt>
    <dgm:pt modelId="{D0AA205C-930D-48D7-B234-F879CD9C0EF1}" type="pres">
      <dgm:prSet presAssocID="{FD6E4700-0247-43C2-AACC-098F8D38483F}" presName="img" presStyleLbl="fgImgPlace1" presStyleIdx="1" presStyleCnt="3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8000" b="-28000"/>
          </a:stretch>
        </a:blipFill>
      </dgm:spPr>
    </dgm:pt>
    <dgm:pt modelId="{A3003ECE-D21B-48FC-A132-25BA8D6978ED}" type="pres">
      <dgm:prSet presAssocID="{FD6E4700-0247-43C2-AACC-098F8D38483F}" presName="text" presStyleLbl="node1" presStyleIdx="1" presStyleCnt="3">
        <dgm:presLayoutVars>
          <dgm:bulletEnabled val="1"/>
        </dgm:presLayoutVars>
      </dgm:prSet>
      <dgm:spPr/>
    </dgm:pt>
    <dgm:pt modelId="{B7A50BEF-1C54-4EE8-BCBA-2FF5DDA438BC}" type="pres">
      <dgm:prSet presAssocID="{FD9CBDC1-92A5-4A74-803E-DFE0FC757E6C}" presName="spacer" presStyleCnt="0"/>
      <dgm:spPr/>
    </dgm:pt>
    <dgm:pt modelId="{1102A6EF-D351-4A6B-B022-B361333A12E5}" type="pres">
      <dgm:prSet presAssocID="{8D6274AC-7A9F-47AC-B570-5B9032F82D89}" presName="comp" presStyleCnt="0"/>
      <dgm:spPr/>
    </dgm:pt>
    <dgm:pt modelId="{3A5DCE5A-1CA2-4B8F-A6D4-C79487F87C82}" type="pres">
      <dgm:prSet presAssocID="{8D6274AC-7A9F-47AC-B570-5B9032F82D89}" presName="box" presStyleLbl="node1" presStyleIdx="2" presStyleCnt="3" custLinFactNeighborX="388" custLinFactNeighborY="2369"/>
      <dgm:spPr/>
    </dgm:pt>
    <dgm:pt modelId="{1409A67B-0DEA-47A3-8306-8E749A0A7A9C}" type="pres">
      <dgm:prSet presAssocID="{8D6274AC-7A9F-47AC-B570-5B9032F82D89}" presName="img" presStyleLbl="fgImgPlace1" presStyleIdx="2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2D6DC6C5-D100-4D6E-8BD1-ACEA354FAB6A}" type="pres">
      <dgm:prSet presAssocID="{8D6274AC-7A9F-47AC-B570-5B9032F82D89}" presName="text" presStyleLbl="node1" presStyleIdx="2" presStyleCnt="3">
        <dgm:presLayoutVars>
          <dgm:bulletEnabled val="1"/>
        </dgm:presLayoutVars>
      </dgm:prSet>
      <dgm:spPr/>
    </dgm:pt>
  </dgm:ptLst>
  <dgm:cxnLst>
    <dgm:cxn modelId="{DFA29E00-AE5C-4F0C-8CBF-03BC9C9AF0DC}" type="presOf" srcId="{09BFA368-6E51-492A-A0D5-6B3FDD2943D4}" destId="{C8960A6E-5555-44E5-8241-05BC78D9F9EB}" srcOrd="0" destOrd="2" presId="urn:microsoft.com/office/officeart/2005/8/layout/vList4"/>
    <dgm:cxn modelId="{92A57701-72AB-47EF-A1E8-E8B202BF3954}" type="presOf" srcId="{C60C9C79-3CF9-4189-9630-F3C6BFFA87EE}" destId="{A3003ECE-D21B-48FC-A132-25BA8D6978ED}" srcOrd="1" destOrd="3" presId="urn:microsoft.com/office/officeart/2005/8/layout/vList4"/>
    <dgm:cxn modelId="{EB458905-1B0F-4EBD-A699-1EC9E7C2A2F1}" type="presOf" srcId="{82570569-B78B-49B9-81D3-CE9CA8C12BEA}" destId="{C8960A6E-5555-44E5-8241-05BC78D9F9EB}" srcOrd="0" destOrd="0" presId="urn:microsoft.com/office/officeart/2005/8/layout/vList4"/>
    <dgm:cxn modelId="{E4552619-0F3B-4DE8-B3B9-66AFEED89B45}" type="presOf" srcId="{098ABBA1-5E2B-4A3E-850A-5058F48BA130}" destId="{2D6DC6C5-D100-4D6E-8BD1-ACEA354FAB6A}" srcOrd="1" destOrd="2" presId="urn:microsoft.com/office/officeart/2005/8/layout/vList4"/>
    <dgm:cxn modelId="{14273119-58D5-483E-93ED-AE0C2A39EB86}" srcId="{FB2A7F40-33C9-48D3-AE89-598489A2BAC7}" destId="{82570569-B78B-49B9-81D3-CE9CA8C12BEA}" srcOrd="0" destOrd="0" parTransId="{7257F371-FAE7-42AF-B0C1-2126CA8CAAD6}" sibTransId="{9EB27522-FFC0-4687-B78C-0841E3B47E89}"/>
    <dgm:cxn modelId="{8EDB611B-C8AC-4DD4-BF6B-29523865F57C}" type="presOf" srcId="{8D6274AC-7A9F-47AC-B570-5B9032F82D89}" destId="{2D6DC6C5-D100-4D6E-8BD1-ACEA354FAB6A}" srcOrd="1" destOrd="0" presId="urn:microsoft.com/office/officeart/2005/8/layout/vList4"/>
    <dgm:cxn modelId="{F7B59623-E12C-49EC-89C2-6007D9C41667}" type="presOf" srcId="{007F77E0-AF73-4FC6-9366-F70285F731A9}" destId="{C8960A6E-5555-44E5-8241-05BC78D9F9EB}" srcOrd="0" destOrd="1" presId="urn:microsoft.com/office/officeart/2005/8/layout/vList4"/>
    <dgm:cxn modelId="{0636B32A-547E-42D1-B430-4D67BA00ACEF}" type="presOf" srcId="{BC9FE3E7-F81E-44AB-8CFF-6A8556DA0D92}" destId="{9DABCEF9-9BBF-4F33-B94A-32B92586E1BA}" srcOrd="0" destOrd="2" presId="urn:microsoft.com/office/officeart/2005/8/layout/vList4"/>
    <dgm:cxn modelId="{E252082C-0423-47C5-8FCD-DE34CC5F9D39}" type="presOf" srcId="{6F4F58A4-BE9B-43D8-B3AD-936EF1644F8E}" destId="{2D6DC6C5-D100-4D6E-8BD1-ACEA354FAB6A}" srcOrd="1" destOrd="1" presId="urn:microsoft.com/office/officeart/2005/8/layout/vList4"/>
    <dgm:cxn modelId="{E1C70C32-6781-4469-BF08-91F873BC3239}" type="presOf" srcId="{09BFA368-6E51-492A-A0D5-6B3FDD2943D4}" destId="{B9D3D1C0-D791-4FF3-BFED-E4B59DC69EF0}" srcOrd="1" destOrd="2" presId="urn:microsoft.com/office/officeart/2005/8/layout/vList4"/>
    <dgm:cxn modelId="{26144F39-D4DF-4AE0-B5A5-E8A30790E19F}" type="presOf" srcId="{813045AD-B29E-4DF5-B3DA-CF2126AC7DD0}" destId="{3A5DCE5A-1CA2-4B8F-A6D4-C79487F87C82}" srcOrd="0" destOrd="3" presId="urn:microsoft.com/office/officeart/2005/8/layout/vList4"/>
    <dgm:cxn modelId="{01FF453F-4D45-4F71-B03A-28F2A8D8EE02}" type="presOf" srcId="{098ABBA1-5E2B-4A3E-850A-5058F48BA130}" destId="{3A5DCE5A-1CA2-4B8F-A6D4-C79487F87C82}" srcOrd="0" destOrd="2" presId="urn:microsoft.com/office/officeart/2005/8/layout/vList4"/>
    <dgm:cxn modelId="{90150940-6984-440A-8FD7-81A09343F37D}" type="presOf" srcId="{82570569-B78B-49B9-81D3-CE9CA8C12BEA}" destId="{B9D3D1C0-D791-4FF3-BFED-E4B59DC69EF0}" srcOrd="1" destOrd="0" presId="urn:microsoft.com/office/officeart/2005/8/layout/vList4"/>
    <dgm:cxn modelId="{4BF3DA5E-E0D7-4AE6-A743-4E6AD996BE83}" srcId="{FD6E4700-0247-43C2-AACC-098F8D38483F}" destId="{C60C9C79-3CF9-4189-9630-F3C6BFFA87EE}" srcOrd="2" destOrd="0" parTransId="{9888D286-DF07-46AB-A103-1BD289E5E244}" sibTransId="{A642054E-1893-4CD0-94A3-200D8465B810}"/>
    <dgm:cxn modelId="{671D676A-F78C-4941-923B-2699AF0A4A98}" srcId="{8D6274AC-7A9F-47AC-B570-5B9032F82D89}" destId="{813045AD-B29E-4DF5-B3DA-CF2126AC7DD0}" srcOrd="2" destOrd="0" parTransId="{48EEE3BD-8770-4BE9-AA29-1878D1C6E66F}" sibTransId="{C5630F44-FD7B-448E-A3FE-4A47E1BD2057}"/>
    <dgm:cxn modelId="{8BA3FD6A-91D5-4D31-86DF-594004FA0643}" srcId="{8D6274AC-7A9F-47AC-B570-5B9032F82D89}" destId="{6F4F58A4-BE9B-43D8-B3AD-936EF1644F8E}" srcOrd="0" destOrd="0" parTransId="{70E6F8B1-E07E-479F-943D-1A5B9996092E}" sibTransId="{C5AB75DB-B287-47C3-988A-CBDF41F73678}"/>
    <dgm:cxn modelId="{CA28AD74-C908-45FA-8580-A55DCED66AC2}" type="presOf" srcId="{BC9FE3E7-F81E-44AB-8CFF-6A8556DA0D92}" destId="{A3003ECE-D21B-48FC-A132-25BA8D6978ED}" srcOrd="1" destOrd="2" presId="urn:microsoft.com/office/officeart/2005/8/layout/vList4"/>
    <dgm:cxn modelId="{6B2E3F75-184F-4DC5-92E9-0EEA78A3BEFB}" type="presOf" srcId="{8D6274AC-7A9F-47AC-B570-5B9032F82D89}" destId="{3A5DCE5A-1CA2-4B8F-A6D4-C79487F87C82}" srcOrd="0" destOrd="0" presId="urn:microsoft.com/office/officeart/2005/8/layout/vList4"/>
    <dgm:cxn modelId="{D46B1278-1844-4E5C-AEAF-200AC385017A}" type="presOf" srcId="{6F4F58A4-BE9B-43D8-B3AD-936EF1644F8E}" destId="{3A5DCE5A-1CA2-4B8F-A6D4-C79487F87C82}" srcOrd="0" destOrd="1" presId="urn:microsoft.com/office/officeart/2005/8/layout/vList4"/>
    <dgm:cxn modelId="{A9DE4482-95C6-4511-AD17-A258411F420F}" srcId="{FB2A7F40-33C9-48D3-AE89-598489A2BAC7}" destId="{8D6274AC-7A9F-47AC-B570-5B9032F82D89}" srcOrd="2" destOrd="0" parTransId="{F55681C2-F9EA-4EAA-8314-E32C98EE01F2}" sibTransId="{245ECC71-6054-487E-BFA3-F111EAA112C1}"/>
    <dgm:cxn modelId="{A8AF5B86-3454-4A5C-AF5E-D059B3D96528}" srcId="{82570569-B78B-49B9-81D3-CE9CA8C12BEA}" destId="{09BFA368-6E51-492A-A0D5-6B3FDD2943D4}" srcOrd="1" destOrd="0" parTransId="{0AC07E42-38B3-4DF1-BB8B-459E179EBE30}" sibTransId="{C8CD78E3-1527-4239-B574-233F8A438AB2}"/>
    <dgm:cxn modelId="{4A35DF88-2988-420F-9722-43EC41F5A7B5}" srcId="{82570569-B78B-49B9-81D3-CE9CA8C12BEA}" destId="{007F77E0-AF73-4FC6-9366-F70285F731A9}" srcOrd="0" destOrd="0" parTransId="{77718181-1A31-4B82-8CF7-EA14321C0CC8}" sibTransId="{B9DBA9A6-0927-4AE8-ABB5-F40878A83328}"/>
    <dgm:cxn modelId="{54B2EB90-BE38-4154-93AE-D657D739B680}" type="presOf" srcId="{FD6E4700-0247-43C2-AACC-098F8D38483F}" destId="{A3003ECE-D21B-48FC-A132-25BA8D6978ED}" srcOrd="1" destOrd="0" presId="urn:microsoft.com/office/officeart/2005/8/layout/vList4"/>
    <dgm:cxn modelId="{4E72D2C0-A356-4967-8532-9CD98E2D44AA}" type="presOf" srcId="{813045AD-B29E-4DF5-B3DA-CF2126AC7DD0}" destId="{2D6DC6C5-D100-4D6E-8BD1-ACEA354FAB6A}" srcOrd="1" destOrd="3" presId="urn:microsoft.com/office/officeart/2005/8/layout/vList4"/>
    <dgm:cxn modelId="{2BA1CEC2-4B26-4CA8-93C5-66551C01E1CA}" srcId="{8D6274AC-7A9F-47AC-B570-5B9032F82D89}" destId="{098ABBA1-5E2B-4A3E-850A-5058F48BA130}" srcOrd="1" destOrd="0" parTransId="{26A2B667-2FF4-4953-B433-576701544916}" sibTransId="{BB1AEB8E-B9C0-4B9E-A795-DE9B82B54429}"/>
    <dgm:cxn modelId="{551365CC-7439-45FC-B9AC-9B0A60063A89}" srcId="{FD6E4700-0247-43C2-AACC-098F8D38483F}" destId="{BC9FE3E7-F81E-44AB-8CFF-6A8556DA0D92}" srcOrd="1" destOrd="0" parTransId="{5F5DB3B0-277B-41A3-9B70-D4FA62DBF4A3}" sibTransId="{F37894E7-5F56-4D9B-9027-C12EA62A41E8}"/>
    <dgm:cxn modelId="{1FB474CC-8010-45B8-A3E7-E37CCF37B8E4}" srcId="{FB2A7F40-33C9-48D3-AE89-598489A2BAC7}" destId="{FD6E4700-0247-43C2-AACC-098F8D38483F}" srcOrd="1" destOrd="0" parTransId="{E362768D-67CB-4477-B8F6-6D037862528B}" sibTransId="{FD9CBDC1-92A5-4A74-803E-DFE0FC757E6C}"/>
    <dgm:cxn modelId="{451CB5D4-CF48-48A8-B05C-BD480522EBA8}" type="presOf" srcId="{007F77E0-AF73-4FC6-9366-F70285F731A9}" destId="{B9D3D1C0-D791-4FF3-BFED-E4B59DC69EF0}" srcOrd="1" destOrd="1" presId="urn:microsoft.com/office/officeart/2005/8/layout/vList4"/>
    <dgm:cxn modelId="{E446A3E2-B25F-4D77-894C-64F20B782F0C}" type="presOf" srcId="{C4A39207-DE2B-4BDA-8A10-77DE4CD8EC30}" destId="{A3003ECE-D21B-48FC-A132-25BA8D6978ED}" srcOrd="1" destOrd="1" presId="urn:microsoft.com/office/officeart/2005/8/layout/vList4"/>
    <dgm:cxn modelId="{5088F8E8-2178-480A-A83C-4BEBD4823640}" type="presOf" srcId="{FD6E4700-0247-43C2-AACC-098F8D38483F}" destId="{9DABCEF9-9BBF-4F33-B94A-32B92586E1BA}" srcOrd="0" destOrd="0" presId="urn:microsoft.com/office/officeart/2005/8/layout/vList4"/>
    <dgm:cxn modelId="{1182DCE9-0312-481D-B506-531F8B878F97}" type="presOf" srcId="{C4A39207-DE2B-4BDA-8A10-77DE4CD8EC30}" destId="{9DABCEF9-9BBF-4F33-B94A-32B92586E1BA}" srcOrd="0" destOrd="1" presId="urn:microsoft.com/office/officeart/2005/8/layout/vList4"/>
    <dgm:cxn modelId="{AD9008ED-F9B3-4B0F-9D03-F038018C8705}" type="presOf" srcId="{C60C9C79-3CF9-4189-9630-F3C6BFFA87EE}" destId="{9DABCEF9-9BBF-4F33-B94A-32B92586E1BA}" srcOrd="0" destOrd="3" presId="urn:microsoft.com/office/officeart/2005/8/layout/vList4"/>
    <dgm:cxn modelId="{675442EF-7CDF-45B9-9A98-2519E9C74443}" type="presOf" srcId="{FB2A7F40-33C9-48D3-AE89-598489A2BAC7}" destId="{33567FA1-918B-450B-B6D0-D181A4797D05}" srcOrd="0" destOrd="0" presId="urn:microsoft.com/office/officeart/2005/8/layout/vList4"/>
    <dgm:cxn modelId="{201A8FFF-A90E-446D-8D6A-F5B8A26D3FBD}" srcId="{FD6E4700-0247-43C2-AACC-098F8D38483F}" destId="{C4A39207-DE2B-4BDA-8A10-77DE4CD8EC30}" srcOrd="0" destOrd="0" parTransId="{77F6DA99-6F0D-4E5F-9995-DD6DBC830BFC}" sibTransId="{8C56CA5A-7B11-41D8-A0EB-55D46406F0F8}"/>
    <dgm:cxn modelId="{D8CC0FCC-D3A0-4913-B6DE-3B14602E3A3C}" type="presParOf" srcId="{33567FA1-918B-450B-B6D0-D181A4797D05}" destId="{F263947C-D22B-457D-B6C2-D6EA4D3DE6E4}" srcOrd="0" destOrd="0" presId="urn:microsoft.com/office/officeart/2005/8/layout/vList4"/>
    <dgm:cxn modelId="{1378164C-7D34-488E-A79F-D780AA645444}" type="presParOf" srcId="{F263947C-D22B-457D-B6C2-D6EA4D3DE6E4}" destId="{C8960A6E-5555-44E5-8241-05BC78D9F9EB}" srcOrd="0" destOrd="0" presId="urn:microsoft.com/office/officeart/2005/8/layout/vList4"/>
    <dgm:cxn modelId="{CEE766A5-5837-4983-93DF-0BC053E9B95E}" type="presParOf" srcId="{F263947C-D22B-457D-B6C2-D6EA4D3DE6E4}" destId="{821258A5-445C-4658-8EC0-7C5A29A95D11}" srcOrd="1" destOrd="0" presId="urn:microsoft.com/office/officeart/2005/8/layout/vList4"/>
    <dgm:cxn modelId="{9CE9FE30-5AB4-4BF2-AEC2-F374F6674CDB}" type="presParOf" srcId="{F263947C-D22B-457D-B6C2-D6EA4D3DE6E4}" destId="{B9D3D1C0-D791-4FF3-BFED-E4B59DC69EF0}" srcOrd="2" destOrd="0" presId="urn:microsoft.com/office/officeart/2005/8/layout/vList4"/>
    <dgm:cxn modelId="{983D1B92-932F-4029-BF07-BAD4C0D37AA4}" type="presParOf" srcId="{33567FA1-918B-450B-B6D0-D181A4797D05}" destId="{1E02357E-019E-42D5-A4AC-22344C785A80}" srcOrd="1" destOrd="0" presId="urn:microsoft.com/office/officeart/2005/8/layout/vList4"/>
    <dgm:cxn modelId="{0F13BF8D-31BF-445C-B094-55262CCF59BD}" type="presParOf" srcId="{33567FA1-918B-450B-B6D0-D181A4797D05}" destId="{DEB90F9B-0D3F-4F09-8B7A-939BCF56A899}" srcOrd="2" destOrd="0" presId="urn:microsoft.com/office/officeart/2005/8/layout/vList4"/>
    <dgm:cxn modelId="{9BE818B4-7CB4-4418-B994-9F0616587378}" type="presParOf" srcId="{DEB90F9B-0D3F-4F09-8B7A-939BCF56A899}" destId="{9DABCEF9-9BBF-4F33-B94A-32B92586E1BA}" srcOrd="0" destOrd="0" presId="urn:microsoft.com/office/officeart/2005/8/layout/vList4"/>
    <dgm:cxn modelId="{CBC4B41E-E4C6-4FB7-9E7C-DDD33A2975EE}" type="presParOf" srcId="{DEB90F9B-0D3F-4F09-8B7A-939BCF56A899}" destId="{D0AA205C-930D-48D7-B234-F879CD9C0EF1}" srcOrd="1" destOrd="0" presId="urn:microsoft.com/office/officeart/2005/8/layout/vList4"/>
    <dgm:cxn modelId="{E584A376-40F3-4194-AF4B-5DBF6B6B2ACD}" type="presParOf" srcId="{DEB90F9B-0D3F-4F09-8B7A-939BCF56A899}" destId="{A3003ECE-D21B-48FC-A132-25BA8D6978ED}" srcOrd="2" destOrd="0" presId="urn:microsoft.com/office/officeart/2005/8/layout/vList4"/>
    <dgm:cxn modelId="{6AE1A837-6B55-4C0A-AC95-8E6DC0197770}" type="presParOf" srcId="{33567FA1-918B-450B-B6D0-D181A4797D05}" destId="{B7A50BEF-1C54-4EE8-BCBA-2FF5DDA438BC}" srcOrd="3" destOrd="0" presId="urn:microsoft.com/office/officeart/2005/8/layout/vList4"/>
    <dgm:cxn modelId="{69D42243-0009-4CB6-B51B-CCBC5B4E64FA}" type="presParOf" srcId="{33567FA1-918B-450B-B6D0-D181A4797D05}" destId="{1102A6EF-D351-4A6B-B022-B361333A12E5}" srcOrd="4" destOrd="0" presId="urn:microsoft.com/office/officeart/2005/8/layout/vList4"/>
    <dgm:cxn modelId="{0DAC5C0D-844E-4D0E-B088-3724A14E223D}" type="presParOf" srcId="{1102A6EF-D351-4A6B-B022-B361333A12E5}" destId="{3A5DCE5A-1CA2-4B8F-A6D4-C79487F87C82}" srcOrd="0" destOrd="0" presId="urn:microsoft.com/office/officeart/2005/8/layout/vList4"/>
    <dgm:cxn modelId="{8F4B891C-8D25-44AF-81E8-E061C2BF6D29}" type="presParOf" srcId="{1102A6EF-D351-4A6B-B022-B361333A12E5}" destId="{1409A67B-0DEA-47A3-8306-8E749A0A7A9C}" srcOrd="1" destOrd="0" presId="urn:microsoft.com/office/officeart/2005/8/layout/vList4"/>
    <dgm:cxn modelId="{35EB6887-8F5C-4652-893F-57F325C2D956}" type="presParOf" srcId="{1102A6EF-D351-4A6B-B022-B361333A12E5}" destId="{2D6DC6C5-D100-4D6E-8BD1-ACEA354FAB6A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2A7F40-33C9-48D3-AE89-598489A2BAC7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82570569-B78B-49B9-81D3-CE9CA8C12BEA}">
      <dgm:prSet phldrT="[Text]"/>
      <dgm:spPr/>
      <dgm:t>
        <a:bodyPr/>
        <a:lstStyle/>
        <a:p>
          <a:r>
            <a:rPr lang="en-AU" dirty="0"/>
            <a:t>Capex V Opex</a:t>
          </a:r>
        </a:p>
      </dgm:t>
    </dgm:pt>
    <dgm:pt modelId="{7257F371-FAE7-42AF-B0C1-2126CA8CAAD6}" type="parTrans" cxnId="{14273119-58D5-483E-93ED-AE0C2A39EB86}">
      <dgm:prSet/>
      <dgm:spPr/>
      <dgm:t>
        <a:bodyPr/>
        <a:lstStyle/>
        <a:p>
          <a:endParaRPr lang="en-AU"/>
        </a:p>
      </dgm:t>
    </dgm:pt>
    <dgm:pt modelId="{9EB27522-FFC0-4687-B78C-0841E3B47E89}" type="sibTrans" cxnId="{14273119-58D5-483E-93ED-AE0C2A39EB86}">
      <dgm:prSet/>
      <dgm:spPr/>
      <dgm:t>
        <a:bodyPr/>
        <a:lstStyle/>
        <a:p>
          <a:endParaRPr lang="en-AU"/>
        </a:p>
      </dgm:t>
    </dgm:pt>
    <dgm:pt modelId="{007F77E0-AF73-4FC6-9366-F70285F731A9}">
      <dgm:prSet phldrT="[Text]"/>
      <dgm:spPr/>
      <dgm:t>
        <a:bodyPr/>
        <a:lstStyle/>
        <a:p>
          <a:r>
            <a:rPr lang="en-AU" dirty="0"/>
            <a:t>&gt;Capex – Over $300 not stock/is a Short term engagements of a vendor/</a:t>
          </a:r>
        </a:p>
      </dgm:t>
    </dgm:pt>
    <dgm:pt modelId="{77718181-1A31-4B82-8CF7-EA14321C0CC8}" type="parTrans" cxnId="{4A35DF88-2988-420F-9722-43EC41F5A7B5}">
      <dgm:prSet/>
      <dgm:spPr/>
      <dgm:t>
        <a:bodyPr/>
        <a:lstStyle/>
        <a:p>
          <a:endParaRPr lang="en-AU"/>
        </a:p>
      </dgm:t>
    </dgm:pt>
    <dgm:pt modelId="{B9DBA9A6-0927-4AE8-ABB5-F40878A83328}" type="sibTrans" cxnId="{4A35DF88-2988-420F-9722-43EC41F5A7B5}">
      <dgm:prSet/>
      <dgm:spPr/>
      <dgm:t>
        <a:bodyPr/>
        <a:lstStyle/>
        <a:p>
          <a:endParaRPr lang="en-AU"/>
        </a:p>
      </dgm:t>
    </dgm:pt>
    <dgm:pt modelId="{FD6E4700-0247-43C2-AACC-098F8D38483F}">
      <dgm:prSet phldrT="[Text]"/>
      <dgm:spPr/>
      <dgm:t>
        <a:bodyPr/>
        <a:lstStyle/>
        <a:p>
          <a:r>
            <a:rPr lang="en-AU" dirty="0"/>
            <a:t>Capex</a:t>
          </a:r>
        </a:p>
        <a:p>
          <a:r>
            <a:rPr lang="en-AU" dirty="0"/>
            <a:t>&gt; Should be aligned to a Project or Work Program</a:t>
          </a:r>
        </a:p>
        <a:p>
          <a:r>
            <a:rPr lang="en-AU" dirty="0"/>
            <a:t>&gt;Is an Item over &gt;$300 or bundled item but </a:t>
          </a:r>
          <a:r>
            <a:rPr lang="en-AU"/>
            <a:t>not stock items</a:t>
          </a:r>
          <a:endParaRPr lang="en-AU" dirty="0"/>
        </a:p>
        <a:p>
          <a:r>
            <a:rPr lang="en-AU" dirty="0"/>
            <a:t>&gt; Must have approved Capex</a:t>
          </a:r>
        </a:p>
        <a:p>
          <a:r>
            <a:rPr lang="en-AU" dirty="0"/>
            <a:t>&gt; Must have a p/o to send to a vendor</a:t>
          </a:r>
        </a:p>
      </dgm:t>
    </dgm:pt>
    <dgm:pt modelId="{E362768D-67CB-4477-B8F6-6D037862528B}" type="parTrans" cxnId="{1FB474CC-8010-45B8-A3E7-E37CCF37B8E4}">
      <dgm:prSet/>
      <dgm:spPr/>
      <dgm:t>
        <a:bodyPr/>
        <a:lstStyle/>
        <a:p>
          <a:endParaRPr lang="en-AU"/>
        </a:p>
      </dgm:t>
    </dgm:pt>
    <dgm:pt modelId="{FD9CBDC1-92A5-4A74-803E-DFE0FC757E6C}" type="sibTrans" cxnId="{1FB474CC-8010-45B8-A3E7-E37CCF37B8E4}">
      <dgm:prSet/>
      <dgm:spPr/>
      <dgm:t>
        <a:bodyPr/>
        <a:lstStyle/>
        <a:p>
          <a:endParaRPr lang="en-AU"/>
        </a:p>
      </dgm:t>
    </dgm:pt>
    <dgm:pt modelId="{8D6274AC-7A9F-47AC-B570-5B9032F82D89}">
      <dgm:prSet phldrT="[Text]"/>
      <dgm:spPr/>
      <dgm:t>
        <a:bodyPr/>
        <a:lstStyle/>
        <a:p>
          <a:r>
            <a:rPr lang="en-AU" dirty="0"/>
            <a:t>Opex</a:t>
          </a:r>
        </a:p>
        <a:p>
          <a:r>
            <a:rPr lang="en-AU" dirty="0"/>
            <a:t>&gt; Must have an approves Capex</a:t>
          </a:r>
        </a:p>
        <a:p>
          <a:r>
            <a:rPr lang="en-AU" dirty="0"/>
            <a:t>&gt; Must have a p/o for Items (not ongoing cost) </a:t>
          </a:r>
        </a:p>
        <a:p>
          <a:r>
            <a:rPr lang="en-AU" dirty="0"/>
            <a:t>&gt;P/O field from vendor must say “Workflow” for ongoing costs</a:t>
          </a:r>
        </a:p>
      </dgm:t>
    </dgm:pt>
    <dgm:pt modelId="{F55681C2-F9EA-4EAA-8314-E32C98EE01F2}" type="parTrans" cxnId="{A9DE4482-95C6-4511-AD17-A258411F420F}">
      <dgm:prSet/>
      <dgm:spPr/>
      <dgm:t>
        <a:bodyPr/>
        <a:lstStyle/>
        <a:p>
          <a:endParaRPr lang="en-AU"/>
        </a:p>
      </dgm:t>
    </dgm:pt>
    <dgm:pt modelId="{245ECC71-6054-487E-BFA3-F111EAA112C1}" type="sibTrans" cxnId="{A9DE4482-95C6-4511-AD17-A258411F420F}">
      <dgm:prSet/>
      <dgm:spPr/>
      <dgm:t>
        <a:bodyPr/>
        <a:lstStyle/>
        <a:p>
          <a:endParaRPr lang="en-AU"/>
        </a:p>
      </dgm:t>
    </dgm:pt>
    <dgm:pt modelId="{09BFA368-6E51-492A-A0D5-6B3FDD2943D4}">
      <dgm:prSet phldrT="[Text]"/>
      <dgm:spPr/>
      <dgm:t>
        <a:bodyPr/>
        <a:lstStyle/>
        <a:p>
          <a:endParaRPr lang="en-AU" dirty="0"/>
        </a:p>
      </dgm:t>
    </dgm:pt>
    <dgm:pt modelId="{0AC07E42-38B3-4DF1-BB8B-459E179EBE30}" type="parTrans" cxnId="{A8AF5B86-3454-4A5C-AF5E-D059B3D96528}">
      <dgm:prSet/>
      <dgm:spPr/>
      <dgm:t>
        <a:bodyPr/>
        <a:lstStyle/>
        <a:p>
          <a:endParaRPr lang="en-AU"/>
        </a:p>
      </dgm:t>
    </dgm:pt>
    <dgm:pt modelId="{C8CD78E3-1527-4239-B574-233F8A438AB2}" type="sibTrans" cxnId="{A8AF5B86-3454-4A5C-AF5E-D059B3D96528}">
      <dgm:prSet/>
      <dgm:spPr/>
      <dgm:t>
        <a:bodyPr/>
        <a:lstStyle/>
        <a:p>
          <a:endParaRPr lang="en-AU"/>
        </a:p>
      </dgm:t>
    </dgm:pt>
    <dgm:pt modelId="{4A607BEA-F333-4735-B7FE-8141C83C4FD9}">
      <dgm:prSet phldrT="[Text]"/>
      <dgm:spPr/>
      <dgm:t>
        <a:bodyPr/>
        <a:lstStyle/>
        <a:p>
          <a:r>
            <a:rPr lang="en-AU" dirty="0"/>
            <a:t>&gt;Opex – is an ongoing cost / or is stock </a:t>
          </a:r>
        </a:p>
      </dgm:t>
    </dgm:pt>
    <dgm:pt modelId="{0EA4B214-0F2B-4739-928C-6B16B2F864EA}" type="parTrans" cxnId="{AEE12F27-0A0F-4729-8D78-57FF7F96A02B}">
      <dgm:prSet/>
      <dgm:spPr/>
      <dgm:t>
        <a:bodyPr/>
        <a:lstStyle/>
        <a:p>
          <a:endParaRPr lang="en-AU"/>
        </a:p>
      </dgm:t>
    </dgm:pt>
    <dgm:pt modelId="{F7944924-0BE1-4DE2-9132-239EDAC1437C}" type="sibTrans" cxnId="{AEE12F27-0A0F-4729-8D78-57FF7F96A02B}">
      <dgm:prSet/>
      <dgm:spPr/>
      <dgm:t>
        <a:bodyPr/>
        <a:lstStyle/>
        <a:p>
          <a:endParaRPr lang="en-AU"/>
        </a:p>
      </dgm:t>
    </dgm:pt>
    <dgm:pt modelId="{91952992-369D-439E-BC2A-681F8A121D38}">
      <dgm:prSet phldrT="[Text]"/>
      <dgm:spPr/>
      <dgm:t>
        <a:bodyPr/>
        <a:lstStyle/>
        <a:p>
          <a:endParaRPr lang="en-AU" dirty="0"/>
        </a:p>
      </dgm:t>
    </dgm:pt>
    <dgm:pt modelId="{25DD6E4C-9A36-48A4-85BC-29CB0BB5CCBB}" type="parTrans" cxnId="{9C0AA2DD-CF26-4A5D-B45E-DCD51AD95F9C}">
      <dgm:prSet/>
      <dgm:spPr/>
      <dgm:t>
        <a:bodyPr/>
        <a:lstStyle/>
        <a:p>
          <a:endParaRPr lang="en-AU"/>
        </a:p>
      </dgm:t>
    </dgm:pt>
    <dgm:pt modelId="{76C5889F-A49E-4A53-AFCA-1DE64DD9D9A7}" type="sibTrans" cxnId="{9C0AA2DD-CF26-4A5D-B45E-DCD51AD95F9C}">
      <dgm:prSet/>
      <dgm:spPr/>
      <dgm:t>
        <a:bodyPr/>
        <a:lstStyle/>
        <a:p>
          <a:endParaRPr lang="en-AU"/>
        </a:p>
      </dgm:t>
    </dgm:pt>
    <dgm:pt modelId="{33567FA1-918B-450B-B6D0-D181A4797D05}" type="pres">
      <dgm:prSet presAssocID="{FB2A7F40-33C9-48D3-AE89-598489A2BAC7}" presName="linear" presStyleCnt="0">
        <dgm:presLayoutVars>
          <dgm:dir/>
          <dgm:resizeHandles val="exact"/>
        </dgm:presLayoutVars>
      </dgm:prSet>
      <dgm:spPr/>
    </dgm:pt>
    <dgm:pt modelId="{F263947C-D22B-457D-B6C2-D6EA4D3DE6E4}" type="pres">
      <dgm:prSet presAssocID="{82570569-B78B-49B9-81D3-CE9CA8C12BEA}" presName="comp" presStyleCnt="0"/>
      <dgm:spPr/>
    </dgm:pt>
    <dgm:pt modelId="{C8960A6E-5555-44E5-8241-05BC78D9F9EB}" type="pres">
      <dgm:prSet presAssocID="{82570569-B78B-49B9-81D3-CE9CA8C12BEA}" presName="box" presStyleLbl="node1" presStyleIdx="0" presStyleCnt="3"/>
      <dgm:spPr/>
    </dgm:pt>
    <dgm:pt modelId="{821258A5-445C-4658-8EC0-7C5A29A95D11}" type="pres">
      <dgm:prSet presAssocID="{82570569-B78B-49B9-81D3-CE9CA8C12BEA}" presName="img" presStyleLbl="fgImgPlace1" presStyleIdx="0" presStyleCnt="3" custScaleX="100001" custScaleY="98447" custLinFactNeighborX="-2569" custLinFactNeighborY="3228"/>
      <dgm:spPr>
        <a:blipFill rotWithShape="1">
          <a:blip xmlns:r="http://schemas.openxmlformats.org/officeDocument/2006/relationships" r:embed="rId1"/>
          <a:srcRect/>
          <a:stretch>
            <a:fillRect l="-23000" r="-23000"/>
          </a:stretch>
        </a:blipFill>
      </dgm:spPr>
    </dgm:pt>
    <dgm:pt modelId="{B9D3D1C0-D791-4FF3-BFED-E4B59DC69EF0}" type="pres">
      <dgm:prSet presAssocID="{82570569-B78B-49B9-81D3-CE9CA8C12BEA}" presName="text" presStyleLbl="node1" presStyleIdx="0" presStyleCnt="3">
        <dgm:presLayoutVars>
          <dgm:bulletEnabled val="1"/>
        </dgm:presLayoutVars>
      </dgm:prSet>
      <dgm:spPr/>
    </dgm:pt>
    <dgm:pt modelId="{1E02357E-019E-42D5-A4AC-22344C785A80}" type="pres">
      <dgm:prSet presAssocID="{9EB27522-FFC0-4687-B78C-0841E3B47E89}" presName="spacer" presStyleCnt="0"/>
      <dgm:spPr/>
    </dgm:pt>
    <dgm:pt modelId="{DEB90F9B-0D3F-4F09-8B7A-939BCF56A899}" type="pres">
      <dgm:prSet presAssocID="{FD6E4700-0247-43C2-AACC-098F8D38483F}" presName="comp" presStyleCnt="0"/>
      <dgm:spPr/>
    </dgm:pt>
    <dgm:pt modelId="{9DABCEF9-9BBF-4F33-B94A-32B92586E1BA}" type="pres">
      <dgm:prSet presAssocID="{FD6E4700-0247-43C2-AACC-098F8D38483F}" presName="box" presStyleLbl="node1" presStyleIdx="1" presStyleCnt="3"/>
      <dgm:spPr/>
    </dgm:pt>
    <dgm:pt modelId="{D0AA205C-930D-48D7-B234-F879CD9C0EF1}" type="pres">
      <dgm:prSet presAssocID="{FD6E4700-0247-43C2-AACC-098F8D38483F}" presName="img" presStyleLbl="f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 t="-25000" b="-25000"/>
          </a:stretch>
        </a:blipFill>
      </dgm:spPr>
    </dgm:pt>
    <dgm:pt modelId="{A3003ECE-D21B-48FC-A132-25BA8D6978ED}" type="pres">
      <dgm:prSet presAssocID="{FD6E4700-0247-43C2-AACC-098F8D38483F}" presName="text" presStyleLbl="node1" presStyleIdx="1" presStyleCnt="3">
        <dgm:presLayoutVars>
          <dgm:bulletEnabled val="1"/>
        </dgm:presLayoutVars>
      </dgm:prSet>
      <dgm:spPr/>
    </dgm:pt>
    <dgm:pt modelId="{B7A50BEF-1C54-4EE8-BCBA-2FF5DDA438BC}" type="pres">
      <dgm:prSet presAssocID="{FD9CBDC1-92A5-4A74-803E-DFE0FC757E6C}" presName="spacer" presStyleCnt="0"/>
      <dgm:spPr/>
    </dgm:pt>
    <dgm:pt modelId="{1102A6EF-D351-4A6B-B022-B361333A12E5}" type="pres">
      <dgm:prSet presAssocID="{8D6274AC-7A9F-47AC-B570-5B9032F82D89}" presName="comp" presStyleCnt="0"/>
      <dgm:spPr/>
    </dgm:pt>
    <dgm:pt modelId="{3A5DCE5A-1CA2-4B8F-A6D4-C79487F87C82}" type="pres">
      <dgm:prSet presAssocID="{8D6274AC-7A9F-47AC-B570-5B9032F82D89}" presName="box" presStyleLbl="node1" presStyleIdx="2" presStyleCnt="3" custLinFactNeighborX="388" custLinFactNeighborY="2369"/>
      <dgm:spPr/>
    </dgm:pt>
    <dgm:pt modelId="{1409A67B-0DEA-47A3-8306-8E749A0A7A9C}" type="pres">
      <dgm:prSet presAssocID="{8D6274AC-7A9F-47AC-B570-5B9032F82D89}" presName="img" presStyleLbl="fgImgPlace1" presStyleIdx="2" presStyleCnt="3" custScaleX="83858" custScaleY="90727"/>
      <dgm:spPr>
        <a:blipFill rotWithShape="1">
          <a:blip xmlns:r="http://schemas.openxmlformats.org/officeDocument/2006/relationships" r:embed="rId3"/>
          <a:srcRect/>
          <a:stretch>
            <a:fillRect t="-23000" b="-23000"/>
          </a:stretch>
        </a:blipFill>
      </dgm:spPr>
    </dgm:pt>
    <dgm:pt modelId="{2D6DC6C5-D100-4D6E-8BD1-ACEA354FAB6A}" type="pres">
      <dgm:prSet presAssocID="{8D6274AC-7A9F-47AC-B570-5B9032F82D89}" presName="text" presStyleLbl="node1" presStyleIdx="2" presStyleCnt="3">
        <dgm:presLayoutVars>
          <dgm:bulletEnabled val="1"/>
        </dgm:presLayoutVars>
      </dgm:prSet>
      <dgm:spPr/>
    </dgm:pt>
  </dgm:ptLst>
  <dgm:cxnLst>
    <dgm:cxn modelId="{DFA29E00-AE5C-4F0C-8CBF-03BC9C9AF0DC}" type="presOf" srcId="{09BFA368-6E51-492A-A0D5-6B3FDD2943D4}" destId="{C8960A6E-5555-44E5-8241-05BC78D9F9EB}" srcOrd="0" destOrd="4" presId="urn:microsoft.com/office/officeart/2005/8/layout/vList4"/>
    <dgm:cxn modelId="{EB458905-1B0F-4EBD-A699-1EC9E7C2A2F1}" type="presOf" srcId="{82570569-B78B-49B9-81D3-CE9CA8C12BEA}" destId="{C8960A6E-5555-44E5-8241-05BC78D9F9EB}" srcOrd="0" destOrd="0" presId="urn:microsoft.com/office/officeart/2005/8/layout/vList4"/>
    <dgm:cxn modelId="{14273119-58D5-483E-93ED-AE0C2A39EB86}" srcId="{FB2A7F40-33C9-48D3-AE89-598489A2BAC7}" destId="{82570569-B78B-49B9-81D3-CE9CA8C12BEA}" srcOrd="0" destOrd="0" parTransId="{7257F371-FAE7-42AF-B0C1-2126CA8CAAD6}" sibTransId="{9EB27522-FFC0-4687-B78C-0841E3B47E89}"/>
    <dgm:cxn modelId="{8EDB611B-C8AC-4DD4-BF6B-29523865F57C}" type="presOf" srcId="{8D6274AC-7A9F-47AC-B570-5B9032F82D89}" destId="{2D6DC6C5-D100-4D6E-8BD1-ACEA354FAB6A}" srcOrd="1" destOrd="0" presId="urn:microsoft.com/office/officeart/2005/8/layout/vList4"/>
    <dgm:cxn modelId="{F7B59623-E12C-49EC-89C2-6007D9C41667}" type="presOf" srcId="{007F77E0-AF73-4FC6-9366-F70285F731A9}" destId="{C8960A6E-5555-44E5-8241-05BC78D9F9EB}" srcOrd="0" destOrd="1" presId="urn:microsoft.com/office/officeart/2005/8/layout/vList4"/>
    <dgm:cxn modelId="{AEE12F27-0A0F-4729-8D78-57FF7F96A02B}" srcId="{82570569-B78B-49B9-81D3-CE9CA8C12BEA}" destId="{4A607BEA-F333-4735-B7FE-8141C83C4FD9}" srcOrd="1" destOrd="0" parTransId="{0EA4B214-0F2B-4739-928C-6B16B2F864EA}" sibTransId="{F7944924-0BE1-4DE2-9132-239EDAC1437C}"/>
    <dgm:cxn modelId="{11B0C62E-3CAA-42AD-9A17-1CC63D99455B}" type="presOf" srcId="{91952992-369D-439E-BC2A-681F8A121D38}" destId="{C8960A6E-5555-44E5-8241-05BC78D9F9EB}" srcOrd="0" destOrd="3" presId="urn:microsoft.com/office/officeart/2005/8/layout/vList4"/>
    <dgm:cxn modelId="{E1C70C32-6781-4469-BF08-91F873BC3239}" type="presOf" srcId="{09BFA368-6E51-492A-A0D5-6B3FDD2943D4}" destId="{B9D3D1C0-D791-4FF3-BFED-E4B59DC69EF0}" srcOrd="1" destOrd="4" presId="urn:microsoft.com/office/officeart/2005/8/layout/vList4"/>
    <dgm:cxn modelId="{90150940-6984-440A-8FD7-81A09343F37D}" type="presOf" srcId="{82570569-B78B-49B9-81D3-CE9CA8C12BEA}" destId="{B9D3D1C0-D791-4FF3-BFED-E4B59DC69EF0}" srcOrd="1" destOrd="0" presId="urn:microsoft.com/office/officeart/2005/8/layout/vList4"/>
    <dgm:cxn modelId="{ED67935B-ACDA-42EF-9744-2CCF82631B55}" type="presOf" srcId="{4A607BEA-F333-4735-B7FE-8141C83C4FD9}" destId="{C8960A6E-5555-44E5-8241-05BC78D9F9EB}" srcOrd="0" destOrd="2" presId="urn:microsoft.com/office/officeart/2005/8/layout/vList4"/>
    <dgm:cxn modelId="{11BC7845-01E8-4F32-81C5-C8AAF581CCC4}" type="presOf" srcId="{4A607BEA-F333-4735-B7FE-8141C83C4FD9}" destId="{B9D3D1C0-D791-4FF3-BFED-E4B59DC69EF0}" srcOrd="1" destOrd="2" presId="urn:microsoft.com/office/officeart/2005/8/layout/vList4"/>
    <dgm:cxn modelId="{AA58016C-9086-46C1-BB9D-67A9CDA596C8}" type="presOf" srcId="{91952992-369D-439E-BC2A-681F8A121D38}" destId="{B9D3D1C0-D791-4FF3-BFED-E4B59DC69EF0}" srcOrd="1" destOrd="3" presId="urn:microsoft.com/office/officeart/2005/8/layout/vList4"/>
    <dgm:cxn modelId="{6B2E3F75-184F-4DC5-92E9-0EEA78A3BEFB}" type="presOf" srcId="{8D6274AC-7A9F-47AC-B570-5B9032F82D89}" destId="{3A5DCE5A-1CA2-4B8F-A6D4-C79487F87C82}" srcOrd="0" destOrd="0" presId="urn:microsoft.com/office/officeart/2005/8/layout/vList4"/>
    <dgm:cxn modelId="{A9DE4482-95C6-4511-AD17-A258411F420F}" srcId="{FB2A7F40-33C9-48D3-AE89-598489A2BAC7}" destId="{8D6274AC-7A9F-47AC-B570-5B9032F82D89}" srcOrd="2" destOrd="0" parTransId="{F55681C2-F9EA-4EAA-8314-E32C98EE01F2}" sibTransId="{245ECC71-6054-487E-BFA3-F111EAA112C1}"/>
    <dgm:cxn modelId="{A8AF5B86-3454-4A5C-AF5E-D059B3D96528}" srcId="{82570569-B78B-49B9-81D3-CE9CA8C12BEA}" destId="{09BFA368-6E51-492A-A0D5-6B3FDD2943D4}" srcOrd="3" destOrd="0" parTransId="{0AC07E42-38B3-4DF1-BB8B-459E179EBE30}" sibTransId="{C8CD78E3-1527-4239-B574-233F8A438AB2}"/>
    <dgm:cxn modelId="{4A35DF88-2988-420F-9722-43EC41F5A7B5}" srcId="{82570569-B78B-49B9-81D3-CE9CA8C12BEA}" destId="{007F77E0-AF73-4FC6-9366-F70285F731A9}" srcOrd="0" destOrd="0" parTransId="{77718181-1A31-4B82-8CF7-EA14321C0CC8}" sibTransId="{B9DBA9A6-0927-4AE8-ABB5-F40878A83328}"/>
    <dgm:cxn modelId="{54B2EB90-BE38-4154-93AE-D657D739B680}" type="presOf" srcId="{FD6E4700-0247-43C2-AACC-098F8D38483F}" destId="{A3003ECE-D21B-48FC-A132-25BA8D6978ED}" srcOrd="1" destOrd="0" presId="urn:microsoft.com/office/officeart/2005/8/layout/vList4"/>
    <dgm:cxn modelId="{1FB474CC-8010-45B8-A3E7-E37CCF37B8E4}" srcId="{FB2A7F40-33C9-48D3-AE89-598489A2BAC7}" destId="{FD6E4700-0247-43C2-AACC-098F8D38483F}" srcOrd="1" destOrd="0" parTransId="{E362768D-67CB-4477-B8F6-6D037862528B}" sibTransId="{FD9CBDC1-92A5-4A74-803E-DFE0FC757E6C}"/>
    <dgm:cxn modelId="{451CB5D4-CF48-48A8-B05C-BD480522EBA8}" type="presOf" srcId="{007F77E0-AF73-4FC6-9366-F70285F731A9}" destId="{B9D3D1C0-D791-4FF3-BFED-E4B59DC69EF0}" srcOrd="1" destOrd="1" presId="urn:microsoft.com/office/officeart/2005/8/layout/vList4"/>
    <dgm:cxn modelId="{9C0AA2DD-CF26-4A5D-B45E-DCD51AD95F9C}" srcId="{82570569-B78B-49B9-81D3-CE9CA8C12BEA}" destId="{91952992-369D-439E-BC2A-681F8A121D38}" srcOrd="2" destOrd="0" parTransId="{25DD6E4C-9A36-48A4-85BC-29CB0BB5CCBB}" sibTransId="{76C5889F-A49E-4A53-AFCA-1DE64DD9D9A7}"/>
    <dgm:cxn modelId="{5088F8E8-2178-480A-A83C-4BEBD4823640}" type="presOf" srcId="{FD6E4700-0247-43C2-AACC-098F8D38483F}" destId="{9DABCEF9-9BBF-4F33-B94A-32B92586E1BA}" srcOrd="0" destOrd="0" presId="urn:microsoft.com/office/officeart/2005/8/layout/vList4"/>
    <dgm:cxn modelId="{675442EF-7CDF-45B9-9A98-2519E9C74443}" type="presOf" srcId="{FB2A7F40-33C9-48D3-AE89-598489A2BAC7}" destId="{33567FA1-918B-450B-B6D0-D181A4797D05}" srcOrd="0" destOrd="0" presId="urn:microsoft.com/office/officeart/2005/8/layout/vList4"/>
    <dgm:cxn modelId="{D8CC0FCC-D3A0-4913-B6DE-3B14602E3A3C}" type="presParOf" srcId="{33567FA1-918B-450B-B6D0-D181A4797D05}" destId="{F263947C-D22B-457D-B6C2-D6EA4D3DE6E4}" srcOrd="0" destOrd="0" presId="urn:microsoft.com/office/officeart/2005/8/layout/vList4"/>
    <dgm:cxn modelId="{1378164C-7D34-488E-A79F-D780AA645444}" type="presParOf" srcId="{F263947C-D22B-457D-B6C2-D6EA4D3DE6E4}" destId="{C8960A6E-5555-44E5-8241-05BC78D9F9EB}" srcOrd="0" destOrd="0" presId="urn:microsoft.com/office/officeart/2005/8/layout/vList4"/>
    <dgm:cxn modelId="{CEE766A5-5837-4983-93DF-0BC053E9B95E}" type="presParOf" srcId="{F263947C-D22B-457D-B6C2-D6EA4D3DE6E4}" destId="{821258A5-445C-4658-8EC0-7C5A29A95D11}" srcOrd="1" destOrd="0" presId="urn:microsoft.com/office/officeart/2005/8/layout/vList4"/>
    <dgm:cxn modelId="{9CE9FE30-5AB4-4BF2-AEC2-F374F6674CDB}" type="presParOf" srcId="{F263947C-D22B-457D-B6C2-D6EA4D3DE6E4}" destId="{B9D3D1C0-D791-4FF3-BFED-E4B59DC69EF0}" srcOrd="2" destOrd="0" presId="urn:microsoft.com/office/officeart/2005/8/layout/vList4"/>
    <dgm:cxn modelId="{983D1B92-932F-4029-BF07-BAD4C0D37AA4}" type="presParOf" srcId="{33567FA1-918B-450B-B6D0-D181A4797D05}" destId="{1E02357E-019E-42D5-A4AC-22344C785A80}" srcOrd="1" destOrd="0" presId="urn:microsoft.com/office/officeart/2005/8/layout/vList4"/>
    <dgm:cxn modelId="{0F13BF8D-31BF-445C-B094-55262CCF59BD}" type="presParOf" srcId="{33567FA1-918B-450B-B6D0-D181A4797D05}" destId="{DEB90F9B-0D3F-4F09-8B7A-939BCF56A899}" srcOrd="2" destOrd="0" presId="urn:microsoft.com/office/officeart/2005/8/layout/vList4"/>
    <dgm:cxn modelId="{9BE818B4-7CB4-4418-B994-9F0616587378}" type="presParOf" srcId="{DEB90F9B-0D3F-4F09-8B7A-939BCF56A899}" destId="{9DABCEF9-9BBF-4F33-B94A-32B92586E1BA}" srcOrd="0" destOrd="0" presId="urn:microsoft.com/office/officeart/2005/8/layout/vList4"/>
    <dgm:cxn modelId="{CBC4B41E-E4C6-4FB7-9E7C-DDD33A2975EE}" type="presParOf" srcId="{DEB90F9B-0D3F-4F09-8B7A-939BCF56A899}" destId="{D0AA205C-930D-48D7-B234-F879CD9C0EF1}" srcOrd="1" destOrd="0" presId="urn:microsoft.com/office/officeart/2005/8/layout/vList4"/>
    <dgm:cxn modelId="{E584A376-40F3-4194-AF4B-5DBF6B6B2ACD}" type="presParOf" srcId="{DEB90F9B-0D3F-4F09-8B7A-939BCF56A899}" destId="{A3003ECE-D21B-48FC-A132-25BA8D6978ED}" srcOrd="2" destOrd="0" presId="urn:microsoft.com/office/officeart/2005/8/layout/vList4"/>
    <dgm:cxn modelId="{6AE1A837-6B55-4C0A-AC95-8E6DC0197770}" type="presParOf" srcId="{33567FA1-918B-450B-B6D0-D181A4797D05}" destId="{B7A50BEF-1C54-4EE8-BCBA-2FF5DDA438BC}" srcOrd="3" destOrd="0" presId="urn:microsoft.com/office/officeart/2005/8/layout/vList4"/>
    <dgm:cxn modelId="{69D42243-0009-4CB6-B51B-CCBC5B4E64FA}" type="presParOf" srcId="{33567FA1-918B-450B-B6D0-D181A4797D05}" destId="{1102A6EF-D351-4A6B-B022-B361333A12E5}" srcOrd="4" destOrd="0" presId="urn:microsoft.com/office/officeart/2005/8/layout/vList4"/>
    <dgm:cxn modelId="{0DAC5C0D-844E-4D0E-B088-3724A14E223D}" type="presParOf" srcId="{1102A6EF-D351-4A6B-B022-B361333A12E5}" destId="{3A5DCE5A-1CA2-4B8F-A6D4-C79487F87C82}" srcOrd="0" destOrd="0" presId="urn:microsoft.com/office/officeart/2005/8/layout/vList4"/>
    <dgm:cxn modelId="{8F4B891C-8D25-44AF-81E8-E061C2BF6D29}" type="presParOf" srcId="{1102A6EF-D351-4A6B-B022-B361333A12E5}" destId="{1409A67B-0DEA-47A3-8306-8E749A0A7A9C}" srcOrd="1" destOrd="0" presId="urn:microsoft.com/office/officeart/2005/8/layout/vList4"/>
    <dgm:cxn modelId="{35EB6887-8F5C-4652-893F-57F325C2D956}" type="presParOf" srcId="{1102A6EF-D351-4A6B-B022-B361333A12E5}" destId="{2D6DC6C5-D100-4D6E-8BD1-ACEA354FAB6A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60A6E-5555-44E5-8241-05BC78D9F9EB}">
      <dsp:nvSpPr>
        <dsp:cNvPr id="0" name=""/>
        <dsp:cNvSpPr/>
      </dsp:nvSpPr>
      <dsp:spPr>
        <a:xfrm>
          <a:off x="0" y="0"/>
          <a:ext cx="6096000" cy="1270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 dirty="0"/>
            <a:t>Purpose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300" kern="1200" dirty="0"/>
            <a:t>To deliver a consistent  and managed approach to work programs and projects in IT that are approved, budgeted and maintained in a supported environment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1300" kern="1200" dirty="0"/>
        </a:p>
      </dsp:txBody>
      <dsp:txXfrm>
        <a:off x="1346200" y="0"/>
        <a:ext cx="4749800" cy="1270000"/>
      </dsp:txXfrm>
    </dsp:sp>
    <dsp:sp modelId="{821258A5-445C-4658-8EC0-7C5A29A95D11}">
      <dsp:nvSpPr>
        <dsp:cNvPr id="0" name=""/>
        <dsp:cNvSpPr/>
      </dsp:nvSpPr>
      <dsp:spPr>
        <a:xfrm>
          <a:off x="95672" y="167685"/>
          <a:ext cx="1219212" cy="100022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1000" r="-3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BCEF9-9BBF-4F33-B94A-32B92586E1BA}">
      <dsp:nvSpPr>
        <dsp:cNvPr id="0" name=""/>
        <dsp:cNvSpPr/>
      </dsp:nvSpPr>
      <dsp:spPr>
        <a:xfrm>
          <a:off x="0" y="1397000"/>
          <a:ext cx="6096000" cy="12699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 dirty="0"/>
            <a:t>Governance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300" kern="1200" dirty="0"/>
            <a:t>Alignment to  strategic plans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300" kern="1200" dirty="0"/>
            <a:t>Corporate documented process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300" kern="1200" dirty="0"/>
            <a:t>Approved priorities</a:t>
          </a:r>
        </a:p>
      </dsp:txBody>
      <dsp:txXfrm>
        <a:off x="1346200" y="1397000"/>
        <a:ext cx="4749800" cy="1269999"/>
      </dsp:txXfrm>
    </dsp:sp>
    <dsp:sp modelId="{D0AA205C-930D-48D7-B234-F879CD9C0EF1}">
      <dsp:nvSpPr>
        <dsp:cNvPr id="0" name=""/>
        <dsp:cNvSpPr/>
      </dsp:nvSpPr>
      <dsp:spPr>
        <a:xfrm>
          <a:off x="126999" y="1523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8000" b="-2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DCE5A-1CA2-4B8F-A6D4-C79487F87C82}">
      <dsp:nvSpPr>
        <dsp:cNvPr id="0" name=""/>
        <dsp:cNvSpPr/>
      </dsp:nvSpPr>
      <dsp:spPr>
        <a:xfrm>
          <a:off x="0" y="2793999"/>
          <a:ext cx="6096000" cy="12699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 dirty="0"/>
            <a:t>Principles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300" kern="1200" dirty="0"/>
            <a:t>Accountability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300" kern="1200" dirty="0"/>
            <a:t>Consistency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300" kern="1200" dirty="0"/>
            <a:t>Customer Focused</a:t>
          </a:r>
        </a:p>
      </dsp:txBody>
      <dsp:txXfrm>
        <a:off x="1346200" y="2793999"/>
        <a:ext cx="4749800" cy="1269999"/>
      </dsp:txXfrm>
    </dsp:sp>
    <dsp:sp modelId="{1409A67B-0DEA-47A3-8306-8E749A0A7A9C}">
      <dsp:nvSpPr>
        <dsp:cNvPr id="0" name=""/>
        <dsp:cNvSpPr/>
      </dsp:nvSpPr>
      <dsp:spPr>
        <a:xfrm>
          <a:off x="126999" y="2920999"/>
          <a:ext cx="1219200" cy="101599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60A6E-5555-44E5-8241-05BC78D9F9EB}">
      <dsp:nvSpPr>
        <dsp:cNvPr id="0" name=""/>
        <dsp:cNvSpPr/>
      </dsp:nvSpPr>
      <dsp:spPr>
        <a:xfrm>
          <a:off x="0" y="0"/>
          <a:ext cx="6096000" cy="1270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Capex V Opex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900" kern="1200" dirty="0"/>
            <a:t>&gt;Capex – Over $300 not stock/is a Short term engagements of a vendor/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900" kern="1200" dirty="0"/>
            <a:t>&gt;Opex – is an ongoing cost / or is stock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AU" sz="900" kern="1200" dirty="0"/>
        </a:p>
      </dsp:txBody>
      <dsp:txXfrm>
        <a:off x="1346200" y="0"/>
        <a:ext cx="4749800" cy="1270000"/>
      </dsp:txXfrm>
    </dsp:sp>
    <dsp:sp modelId="{821258A5-445C-4658-8EC0-7C5A29A95D11}">
      <dsp:nvSpPr>
        <dsp:cNvPr id="0" name=""/>
        <dsp:cNvSpPr/>
      </dsp:nvSpPr>
      <dsp:spPr>
        <a:xfrm>
          <a:off x="95672" y="167685"/>
          <a:ext cx="1219212" cy="1000221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rcRect/>
          <a:stretch>
            <a:fillRect l="-23000" r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BCEF9-9BBF-4F33-B94A-32B92586E1BA}">
      <dsp:nvSpPr>
        <dsp:cNvPr id="0" name=""/>
        <dsp:cNvSpPr/>
      </dsp:nvSpPr>
      <dsp:spPr>
        <a:xfrm>
          <a:off x="0" y="1397000"/>
          <a:ext cx="6096000" cy="12699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Capex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&gt; Should be aligned to a Project or Work Program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&gt;Is an Item over &gt;$300 or bundled item but </a:t>
          </a:r>
          <a:r>
            <a:rPr lang="en-AU" sz="1200" kern="1200"/>
            <a:t>not stock items</a:t>
          </a:r>
          <a:endParaRPr lang="en-AU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&gt; Must have approved Capex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&gt; Must have a p/o to send to a vendor</a:t>
          </a:r>
        </a:p>
      </dsp:txBody>
      <dsp:txXfrm>
        <a:off x="1346200" y="1397000"/>
        <a:ext cx="4749800" cy="1269999"/>
      </dsp:txXfrm>
    </dsp:sp>
    <dsp:sp modelId="{D0AA205C-930D-48D7-B234-F879CD9C0EF1}">
      <dsp:nvSpPr>
        <dsp:cNvPr id="0" name=""/>
        <dsp:cNvSpPr/>
      </dsp:nvSpPr>
      <dsp:spPr>
        <a:xfrm>
          <a:off x="126999" y="1523999"/>
          <a:ext cx="1219200" cy="101599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rcRect/>
          <a:stretch>
            <a:fillRect t="-25000" b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DCE5A-1CA2-4B8F-A6D4-C79487F87C82}">
      <dsp:nvSpPr>
        <dsp:cNvPr id="0" name=""/>
        <dsp:cNvSpPr/>
      </dsp:nvSpPr>
      <dsp:spPr>
        <a:xfrm>
          <a:off x="0" y="2793999"/>
          <a:ext cx="6096000" cy="1270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Opex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&gt; Must have an approves Capex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&gt; Must have a p/o for Items (not ongoing cost)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&gt;P/O field from vendor must say “Workflow” for ongoing costs</a:t>
          </a:r>
        </a:p>
      </dsp:txBody>
      <dsp:txXfrm>
        <a:off x="1346200" y="2793999"/>
        <a:ext cx="4749800" cy="1270000"/>
      </dsp:txXfrm>
    </dsp:sp>
    <dsp:sp modelId="{1409A67B-0DEA-47A3-8306-8E749A0A7A9C}">
      <dsp:nvSpPr>
        <dsp:cNvPr id="0" name=""/>
        <dsp:cNvSpPr/>
      </dsp:nvSpPr>
      <dsp:spPr>
        <a:xfrm>
          <a:off x="225401" y="2968106"/>
          <a:ext cx="1022396" cy="92178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rcRect/>
          <a:stretch>
            <a:fillRect t="-23000" b="-2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DE3044-E6F3-4958-87D8-9C6FFAA749F1}" type="datetimeFigureOut">
              <a:rPr lang="en-AU" smtClean="0"/>
              <a:t>17/11/2021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ACF51-AB0E-4722-ACDC-C85B7A162F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730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CF51-AB0E-4722-ACDC-C85B7A162F5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1326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C1F9D-B73D-4E38-9451-195AE8D64960}" type="datetimeFigureOut">
              <a:rPr lang="en-AU" smtClean="0"/>
              <a:t>17/11/2021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164C-B048-4E3A-B1DD-9BCFE05295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224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C1F9D-B73D-4E38-9451-195AE8D64960}" type="datetimeFigureOut">
              <a:rPr lang="en-AU" smtClean="0"/>
              <a:t>17/11/2021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164C-B048-4E3A-B1DD-9BCFE05295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654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C1F9D-B73D-4E38-9451-195AE8D64960}" type="datetimeFigureOut">
              <a:rPr lang="en-AU" smtClean="0"/>
              <a:t>17/11/2021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164C-B048-4E3A-B1DD-9BCFE05295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7950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C1F9D-B73D-4E38-9451-195AE8D64960}" type="datetimeFigureOut">
              <a:rPr lang="en-AU" smtClean="0"/>
              <a:t>17/11/2021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164C-B048-4E3A-B1DD-9BCFE05295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049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C1F9D-B73D-4E38-9451-195AE8D64960}" type="datetimeFigureOut">
              <a:rPr lang="en-AU" smtClean="0"/>
              <a:t>17/11/2021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164C-B048-4E3A-B1DD-9BCFE05295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526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C1F9D-B73D-4E38-9451-195AE8D64960}" type="datetimeFigureOut">
              <a:rPr lang="en-AU" smtClean="0"/>
              <a:t>17/11/2021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164C-B048-4E3A-B1DD-9BCFE05295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3201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C1F9D-B73D-4E38-9451-195AE8D64960}" type="datetimeFigureOut">
              <a:rPr lang="en-AU" smtClean="0"/>
              <a:t>17/11/2021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164C-B048-4E3A-B1DD-9BCFE05295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2533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C1F9D-B73D-4E38-9451-195AE8D64960}" type="datetimeFigureOut">
              <a:rPr lang="en-AU" smtClean="0"/>
              <a:t>17/11/2021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164C-B048-4E3A-B1DD-9BCFE05295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572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C1F9D-B73D-4E38-9451-195AE8D64960}" type="datetimeFigureOut">
              <a:rPr lang="en-AU" smtClean="0"/>
              <a:t>17/11/2021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164C-B048-4E3A-B1DD-9BCFE05295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589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C1F9D-B73D-4E38-9451-195AE8D64960}" type="datetimeFigureOut">
              <a:rPr lang="en-AU" smtClean="0"/>
              <a:t>17/11/2021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164C-B048-4E3A-B1DD-9BCFE05295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789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C1F9D-B73D-4E38-9451-195AE8D64960}" type="datetimeFigureOut">
              <a:rPr lang="en-AU" smtClean="0"/>
              <a:t>17/11/2021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3164C-B048-4E3A-B1DD-9BCFE05295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909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C1F9D-B73D-4E38-9451-195AE8D64960}" type="datetimeFigureOut">
              <a:rPr lang="en-AU" smtClean="0"/>
              <a:t>17/11/2021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3164C-B048-4E3A-B1DD-9BCFE05295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36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628800"/>
            <a:ext cx="5324475" cy="3771900"/>
          </a:xfrm>
        </p:spPr>
      </p:pic>
      <p:sp>
        <p:nvSpPr>
          <p:cNvPr id="4" name="Rectangle 3"/>
          <p:cNvSpPr/>
          <p:nvPr/>
        </p:nvSpPr>
        <p:spPr>
          <a:xfrm>
            <a:off x="539552" y="476672"/>
            <a:ext cx="8208912" cy="6120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899592" y="620688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 The 3 P’s of  IT Delivery</a:t>
            </a:r>
          </a:p>
        </p:txBody>
      </p:sp>
    </p:spTree>
    <p:extLst>
      <p:ext uri="{BB962C8B-B14F-4D97-AF65-F5344CB8AC3E}">
        <p14:creationId xmlns:p14="http://schemas.microsoft.com/office/powerpoint/2010/main" val="3225000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/>
              <a:t>A </a:t>
            </a:r>
            <a:r>
              <a:rPr lang="en-AU" b="1" dirty="0"/>
              <a:t>Project</a:t>
            </a:r>
            <a:r>
              <a:rPr lang="en-AU" dirty="0"/>
              <a:t> or Work Plan can be defined as a temporary endeavour undertaken to create a unique product or service. These are different from other ongoing operations in an organisation, because unlike operations, </a:t>
            </a:r>
            <a:r>
              <a:rPr lang="en-AU" b="1" dirty="0"/>
              <a:t>Projects and Work Plans</a:t>
            </a:r>
            <a:r>
              <a:rPr lang="en-AU" dirty="0"/>
              <a:t> have a definite beginning and an end - they have a limited duration.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539552" y="476672"/>
            <a:ext cx="8208912" cy="6120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899592" y="620688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 Projects &amp; Work Plans V BAU</a:t>
            </a:r>
          </a:p>
        </p:txBody>
      </p:sp>
    </p:spTree>
    <p:extLst>
      <p:ext uri="{BB962C8B-B14F-4D97-AF65-F5344CB8AC3E}">
        <p14:creationId xmlns:p14="http://schemas.microsoft.com/office/powerpoint/2010/main" val="167138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394091759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539552" y="476672"/>
            <a:ext cx="8208912" cy="6120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Policy for IT Work Programs and Projects in ICT </a:t>
            </a:r>
          </a:p>
        </p:txBody>
      </p:sp>
    </p:spTree>
    <p:extLst>
      <p:ext uri="{BB962C8B-B14F-4D97-AF65-F5344CB8AC3E}">
        <p14:creationId xmlns:p14="http://schemas.microsoft.com/office/powerpoint/2010/main" val="1885212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9552" y="476672"/>
            <a:ext cx="8208912" cy="6120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899592" y="620688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 Process for IT work Programs and Projects in ICT 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1760" y="1196321"/>
            <a:ext cx="151216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Needs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9952" y="1196321"/>
            <a:ext cx="158417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Delivery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552" y="1183027"/>
            <a:ext cx="1656184" cy="576064"/>
          </a:xfrm>
          <a:prstGeom prst="rect">
            <a:avLst/>
          </a:prstGeom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Governance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0152" y="1196321"/>
            <a:ext cx="172819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551" y="1912136"/>
            <a:ext cx="1656185" cy="5760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Responsibilities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548" y="2636854"/>
            <a:ext cx="1656185" cy="5760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Alignment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552" y="3365318"/>
            <a:ext cx="1656185" cy="6987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Expectations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550" y="4229414"/>
            <a:ext cx="1656185" cy="5760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Improvement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549" y="5013176"/>
            <a:ext cx="1656185" cy="5760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1759" y="1915072"/>
            <a:ext cx="1512169" cy="5760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Identify a </a:t>
            </a:r>
          </a:p>
          <a:p>
            <a:pPr algn="ctr"/>
            <a:r>
              <a:rPr lang="en-AU" dirty="0"/>
              <a:t>requirement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11758" y="2643536"/>
            <a:ext cx="1512169" cy="5760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Create business case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1760" y="3365318"/>
            <a:ext cx="1512169" cy="9997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Gain ICT and business approval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1757" y="4517446"/>
            <a:ext cx="1512169" cy="10717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Create delivery scope document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9952" y="1912136"/>
            <a:ext cx="1584176" cy="99978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Work Plan templates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9952" y="3068960"/>
            <a:ext cx="1584176" cy="1296144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Priority review of workloads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35393" y="4517446"/>
            <a:ext cx="1588735" cy="1071794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Tick off procedures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0152" y="1912136"/>
            <a:ext cx="1728192" cy="9997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Technical support documentation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0152" y="3068960"/>
            <a:ext cx="1728192" cy="12961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End user documentation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0152" y="4517446"/>
            <a:ext cx="1728192" cy="10717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glow rad="127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Maintain support and review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2360" y="1196321"/>
            <a:ext cx="936104" cy="43929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 rot="5400000">
            <a:off x="6829793" y="314464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Strategic Deliverables </a:t>
            </a:r>
          </a:p>
        </p:txBody>
      </p:sp>
    </p:spTree>
    <p:extLst>
      <p:ext uri="{BB962C8B-B14F-4D97-AF65-F5344CB8AC3E}">
        <p14:creationId xmlns:p14="http://schemas.microsoft.com/office/powerpoint/2010/main" val="173510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1300" b="1" dirty="0"/>
              <a:t>Prepare to Start</a:t>
            </a:r>
          </a:p>
          <a:p>
            <a:r>
              <a:rPr lang="en-AU" sz="1300" dirty="0"/>
              <a:t>Governance – Who needs to be involved</a:t>
            </a:r>
          </a:p>
          <a:p>
            <a:r>
              <a:rPr lang="en-AU" sz="1300" b="1" dirty="0">
                <a:solidFill>
                  <a:srgbClr val="FF0000"/>
                </a:solidFill>
              </a:rPr>
              <a:t>doco</a:t>
            </a:r>
          </a:p>
          <a:p>
            <a:r>
              <a:rPr lang="en-AU" sz="1300" dirty="0"/>
              <a:t>Business Case – Why we are doing it and how much it will cost</a:t>
            </a:r>
          </a:p>
          <a:p>
            <a:r>
              <a:rPr lang="en-AU" sz="1300" b="1" dirty="0">
                <a:solidFill>
                  <a:srgbClr val="FF0000"/>
                </a:solidFill>
              </a:rPr>
              <a:t>doco</a:t>
            </a:r>
          </a:p>
          <a:p>
            <a:pPr marL="0" indent="0">
              <a:buNone/>
            </a:pPr>
            <a:r>
              <a:rPr lang="en-AU" sz="1300" b="1" dirty="0"/>
              <a:t>Prepare to Build</a:t>
            </a:r>
          </a:p>
          <a:p>
            <a:r>
              <a:rPr lang="en-AU" sz="1300" dirty="0"/>
              <a:t>Technical Design Guide – IT design</a:t>
            </a:r>
          </a:p>
          <a:p>
            <a:r>
              <a:rPr lang="en-AU" sz="1300" b="1" dirty="0">
                <a:solidFill>
                  <a:srgbClr val="FF0000"/>
                </a:solidFill>
              </a:rPr>
              <a:t>doco</a:t>
            </a:r>
          </a:p>
          <a:p>
            <a:pPr marL="0" indent="0">
              <a:buNone/>
            </a:pPr>
            <a:r>
              <a:rPr lang="en-AU" sz="1300" b="1" dirty="0"/>
              <a:t>Prepare to Support </a:t>
            </a:r>
          </a:p>
          <a:p>
            <a:r>
              <a:rPr lang="en-AU" sz="1300" dirty="0"/>
              <a:t>User Documents – this covers both IT and End user in 2 documents </a:t>
            </a:r>
          </a:p>
          <a:p>
            <a:r>
              <a:rPr lang="en-AU" sz="1300" b="1" dirty="0">
                <a:solidFill>
                  <a:srgbClr val="FF0000"/>
                </a:solidFill>
              </a:rPr>
              <a:t>doco</a:t>
            </a:r>
          </a:p>
          <a:p>
            <a:pPr marL="0" indent="0">
              <a:buNone/>
            </a:pPr>
            <a:r>
              <a:rPr lang="en-AU" sz="1300" b="1" dirty="0"/>
              <a:t>Prepare to Implement</a:t>
            </a:r>
          </a:p>
          <a:p>
            <a:r>
              <a:rPr lang="en-AU" sz="1300" dirty="0"/>
              <a:t>Change Control – Required for change to any production System </a:t>
            </a:r>
          </a:p>
          <a:p>
            <a:r>
              <a:rPr lang="en-AU" sz="1300" b="1" dirty="0">
                <a:solidFill>
                  <a:srgbClr val="FF0000"/>
                </a:solidFill>
              </a:rPr>
              <a:t>doco</a:t>
            </a:r>
          </a:p>
          <a:p>
            <a:pPr marL="0" indent="0">
              <a:buNone/>
            </a:pPr>
            <a:r>
              <a:rPr lang="en-AU" sz="1300" b="1" dirty="0"/>
              <a:t>Keep Informed</a:t>
            </a:r>
          </a:p>
          <a:p>
            <a:r>
              <a:rPr lang="en-AU" sz="1300" dirty="0"/>
              <a:t>Weekly Work Plans – Required for measuring workload and priorities</a:t>
            </a:r>
          </a:p>
          <a:p>
            <a:r>
              <a:rPr lang="en-AU" sz="1300" b="1" dirty="0">
                <a:solidFill>
                  <a:srgbClr val="FF0000"/>
                </a:solidFill>
              </a:rPr>
              <a:t>doco</a:t>
            </a:r>
          </a:p>
          <a:p>
            <a:r>
              <a:rPr lang="en-AU" sz="1300" dirty="0"/>
              <a:t>Monthly HR review Documents –  Tracking YTD for ACR process</a:t>
            </a:r>
          </a:p>
          <a:p>
            <a:r>
              <a:rPr lang="en-AU" sz="1300" b="1" dirty="0">
                <a:solidFill>
                  <a:srgbClr val="FF0000"/>
                </a:solidFill>
              </a:rPr>
              <a:t>doco</a:t>
            </a:r>
          </a:p>
          <a:p>
            <a:endParaRPr lang="en-AU" sz="1100" dirty="0"/>
          </a:p>
          <a:p>
            <a:endParaRPr lang="en-AU" sz="1100" dirty="0"/>
          </a:p>
        </p:txBody>
      </p:sp>
      <p:sp>
        <p:nvSpPr>
          <p:cNvPr id="4" name="Rectangle 3"/>
          <p:cNvSpPr/>
          <p:nvPr/>
        </p:nvSpPr>
        <p:spPr>
          <a:xfrm>
            <a:off x="539552" y="476672"/>
            <a:ext cx="8208912" cy="6120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Procedure for IT work Programs and Projects in ICT </a:t>
            </a:r>
          </a:p>
        </p:txBody>
      </p:sp>
    </p:spTree>
    <p:extLst>
      <p:ext uri="{BB962C8B-B14F-4D97-AF65-F5344CB8AC3E}">
        <p14:creationId xmlns:p14="http://schemas.microsoft.com/office/powerpoint/2010/main" val="3270088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74" y="1600200"/>
            <a:ext cx="5660652" cy="4525963"/>
          </a:xfrm>
        </p:spPr>
      </p:pic>
      <p:sp>
        <p:nvSpPr>
          <p:cNvPr id="4" name="Rectangle 3"/>
          <p:cNvSpPr/>
          <p:nvPr/>
        </p:nvSpPr>
        <p:spPr>
          <a:xfrm>
            <a:off x="539552" y="476672"/>
            <a:ext cx="8208912" cy="6120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899592" y="620688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 Delivery Based on Methodology</a:t>
            </a:r>
          </a:p>
        </p:txBody>
      </p:sp>
    </p:spTree>
    <p:extLst>
      <p:ext uri="{BB962C8B-B14F-4D97-AF65-F5344CB8AC3E}">
        <p14:creationId xmlns:p14="http://schemas.microsoft.com/office/powerpoint/2010/main" val="200684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711191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539552" y="476672"/>
            <a:ext cx="8208912" cy="6120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Procurement Alignment</a:t>
            </a:r>
          </a:p>
        </p:txBody>
      </p:sp>
    </p:spTree>
    <p:extLst>
      <p:ext uri="{BB962C8B-B14F-4D97-AF65-F5344CB8AC3E}">
        <p14:creationId xmlns:p14="http://schemas.microsoft.com/office/powerpoint/2010/main" val="352183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3" ma:contentTypeDescription="Create a new document." ma:contentTypeScope="" ma:versionID="5ca6817dec706affb2e15a020c90bcc9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2693a75d8defd84c3ad85d18303a69fa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14BA64-8D3C-441E-8FD6-8E0207C9BF7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A1C4B4B-FB3A-4E17-937E-AB2B28DDDF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F5DFE9-ECFA-4A88-86D1-937CFE49F8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24b71c-c110-48ea-bc51-2f03443883fd"/>
    <ds:schemaRef ds:uri="a7130040-a85f-40f6-8ab2-b11de916c7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392</Words>
  <Application>Microsoft Office PowerPoint</Application>
  <PresentationFormat>On-screen Show (4:3)</PresentationFormat>
  <Paragraphs>71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Darren Daly</dc:creator>
  <cp:lastModifiedBy>Darren Daly</cp:lastModifiedBy>
  <cp:revision>22</cp:revision>
  <dcterms:created xsi:type="dcterms:W3CDTF">2017-07-13T00:06:29Z</dcterms:created>
  <dcterms:modified xsi:type="dcterms:W3CDTF">2021-11-16T23:46:40Z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0x010100EF4EA6FF5D9B274F9B14E2D5A664A837</vt:lpwstr>
  </property>
</Properties>
</file>